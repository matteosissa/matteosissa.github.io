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86" r:id="rId5"/>
  </p:sldMasterIdLst>
  <p:notesMasterIdLst>
    <p:notesMasterId r:id="rId40"/>
  </p:notesMasterIdLst>
  <p:sldIdLst>
    <p:sldId id="266" r:id="rId6"/>
    <p:sldId id="413" r:id="rId7"/>
    <p:sldId id="451" r:id="rId8"/>
    <p:sldId id="452" r:id="rId9"/>
    <p:sldId id="271" r:id="rId10"/>
    <p:sldId id="259" r:id="rId11"/>
    <p:sldId id="384" r:id="rId12"/>
    <p:sldId id="386" r:id="rId13"/>
    <p:sldId id="415" r:id="rId14"/>
    <p:sldId id="416" r:id="rId15"/>
    <p:sldId id="391" r:id="rId16"/>
    <p:sldId id="305" r:id="rId17"/>
    <p:sldId id="429" r:id="rId18"/>
    <p:sldId id="423" r:id="rId19"/>
    <p:sldId id="315" r:id="rId20"/>
    <p:sldId id="316" r:id="rId21"/>
    <p:sldId id="324" r:id="rId22"/>
    <p:sldId id="447" r:id="rId23"/>
    <p:sldId id="448" r:id="rId24"/>
    <p:sldId id="352" r:id="rId25"/>
    <p:sldId id="346" r:id="rId26"/>
    <p:sldId id="364" r:id="rId27"/>
    <p:sldId id="365" r:id="rId28"/>
    <p:sldId id="366" r:id="rId29"/>
    <p:sldId id="371" r:id="rId30"/>
    <p:sldId id="410" r:id="rId31"/>
    <p:sldId id="374" r:id="rId32"/>
    <p:sldId id="450" r:id="rId33"/>
    <p:sldId id="453" r:id="rId34"/>
    <p:sldId id="274" r:id="rId35"/>
    <p:sldId id="412" r:id="rId36"/>
    <p:sldId id="411" r:id="rId37"/>
    <p:sldId id="358" r:id="rId38"/>
    <p:sldId id="279" r:id="rId39"/>
  </p:sldIdLst>
  <p:sldSz cx="12192000" cy="6858000"/>
  <p:notesSz cx="6858000" cy="9144000"/>
  <p:embeddedFontLst>
    <p:embeddedFont>
      <p:font typeface="Aptos Mono" panose="020B0009020202020204" pitchFamily="49" charset="0"/>
      <p:regular r:id="rId41"/>
      <p:bold r:id="rId42"/>
      <p:italic r:id="rId43"/>
      <p:boldItalic r:id="rId44"/>
    </p:embeddedFont>
    <p:embeddedFont>
      <p:font typeface="Bodoni MT Black" panose="02070A03080606020203" pitchFamily="18" charset="0"/>
      <p:bold r:id="rId45"/>
      <p:boldItalic r:id="rId46"/>
    </p:embeddedFont>
    <p:embeddedFont>
      <p:font typeface="Cambria Math" panose="02040503050406030204" pitchFamily="18" charset="0"/>
      <p:regular r:id="rId47"/>
    </p:embeddedFont>
    <p:embeddedFont>
      <p:font typeface="Hack" panose="020B0609030202020204" pitchFamily="49" charset="0"/>
      <p:regular r:id="rId48"/>
      <p:bold r:id="rId49"/>
    </p:embeddedFont>
    <p:embeddedFont>
      <p:font typeface="Manrope" panose="020B0604020202020204" charset="0"/>
      <p:regular r:id="rId50"/>
      <p:bold r:id="rId51"/>
      <p:italic r:id="rId52"/>
      <p:boldItalic r:id="rId53"/>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755"/>
    <a:srgbClr val="0083FD"/>
    <a:srgbClr val="98DB7C"/>
    <a:srgbClr val="FF9838"/>
    <a:srgbClr val="D1D1D1"/>
    <a:srgbClr val="E0E0E0"/>
    <a:srgbClr val="FFE27A"/>
    <a:srgbClr val="B2B2B2"/>
    <a:srgbClr val="CC99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8CDA52-659C-4A8F-B769-6020FA555ED8}" v="165" dt="2025-10-20T15:04:27.263"/>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Stile medio 4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FABFCF23-3B69-468F-B69F-88F6DE6A72F2}" styleName="Stile medio 1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85640" autoAdjust="0"/>
  </p:normalViewPr>
  <p:slideViewPr>
    <p:cSldViewPr snapToGrid="0">
      <p:cViewPr varScale="1">
        <p:scale>
          <a:sx n="70" d="100"/>
          <a:sy n="70" d="100"/>
        </p:scale>
        <p:origin x="1166" y="62"/>
      </p:cViewPr>
      <p:guideLst>
        <p:guide orient="horz" pos="2160"/>
        <p:guide pos="3840"/>
      </p:guideLst>
    </p:cSldViewPr>
  </p:slideViewPr>
  <p:outlineViewPr>
    <p:cViewPr>
      <p:scale>
        <a:sx n="33" d="100"/>
        <a:sy n="33" d="100"/>
      </p:scale>
      <p:origin x="0" y="-9725"/>
    </p:cViewPr>
  </p:outlineViewPr>
  <p:notesTextViewPr>
    <p:cViewPr>
      <p:scale>
        <a:sx n="3" d="2"/>
        <a:sy n="3" d="2"/>
      </p:scale>
      <p:origin x="0" y="0"/>
    </p:cViewPr>
  </p:notesTextViewPr>
  <p:notesViewPr>
    <p:cSldViewPr snapToGrid="0">
      <p:cViewPr varScale="1">
        <p:scale>
          <a:sx n="85" d="100"/>
          <a:sy n="85" d="100"/>
        </p:scale>
        <p:origin x="3874" y="5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6.fntdata"/><Relationship Id="rId20" Type="http://schemas.openxmlformats.org/officeDocument/2006/relationships/slide" Target="slides/slide15.xml"/><Relationship Id="rId41"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4.fntdata"/><Relationship Id="rId52" Type="http://schemas.openxmlformats.org/officeDocument/2006/relationships/font" Target="fonts/font12.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sz="2000" noProof="0"/>
              <a:t>P95 Response Time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Foglio1!$B$1</c:f>
              <c:strCache>
                <c:ptCount val="1"/>
                <c:pt idx="0">
                  <c:v>Conf-1</c:v>
                </c:pt>
              </c:strCache>
            </c:strRef>
          </c:tx>
          <c:spPr>
            <a:solidFill>
              <a:srgbClr val="FF475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Foglio1!$B$2:$B$4</c:f>
              <c:numCache>
                <c:formatCode>General</c:formatCode>
                <c:ptCount val="3"/>
                <c:pt idx="0">
                  <c:v>3.79</c:v>
                </c:pt>
                <c:pt idx="1">
                  <c:v>7.0000000000000007E-2</c:v>
                </c:pt>
                <c:pt idx="2">
                  <c:v>3.81</c:v>
                </c:pt>
              </c:numCache>
            </c:numRef>
          </c:val>
          <c:extLst>
            <c:ext xmlns:c16="http://schemas.microsoft.com/office/drawing/2014/chart" uri="{C3380CC4-5D6E-409C-BE32-E72D297353CC}">
              <c16:uniqueId val="{00000000-E03E-4C03-8A53-D2B10815BE7F}"/>
            </c:ext>
          </c:extLst>
        </c:ser>
        <c:ser>
          <c:idx val="1"/>
          <c:order val="1"/>
          <c:tx>
            <c:strRef>
              <c:f>Foglio1!$C$1</c:f>
              <c:strCache>
                <c:ptCount val="1"/>
                <c:pt idx="0">
                  <c:v>Conf-2</c:v>
                </c:pt>
              </c:strCache>
            </c:strRef>
          </c:tx>
          <c:spPr>
            <a:solidFill>
              <a:srgbClr val="98DB7C"/>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Foglio1!$C$2:$C$4</c:f>
              <c:numCache>
                <c:formatCode>General</c:formatCode>
                <c:ptCount val="3"/>
                <c:pt idx="0">
                  <c:v>3.82</c:v>
                </c:pt>
                <c:pt idx="1">
                  <c:v>0.08</c:v>
                </c:pt>
                <c:pt idx="2">
                  <c:v>3.79</c:v>
                </c:pt>
              </c:numCache>
            </c:numRef>
          </c:val>
          <c:extLst>
            <c:ext xmlns:c16="http://schemas.microsoft.com/office/drawing/2014/chart" uri="{C3380CC4-5D6E-409C-BE32-E72D297353CC}">
              <c16:uniqueId val="{00000001-E03E-4C03-8A53-D2B10815BE7F}"/>
            </c:ext>
          </c:extLst>
        </c:ser>
        <c:ser>
          <c:idx val="2"/>
          <c:order val="2"/>
          <c:tx>
            <c:strRef>
              <c:f>Foglio1!$D$1</c:f>
              <c:strCache>
                <c:ptCount val="1"/>
                <c:pt idx="0">
                  <c:v>Conf-3</c:v>
                </c:pt>
              </c:strCache>
            </c:strRef>
          </c:tx>
          <c:spPr>
            <a:solidFill>
              <a:srgbClr val="0083F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Foglio1!$D$2:$D$4</c:f>
              <c:numCache>
                <c:formatCode>General</c:formatCode>
                <c:ptCount val="3"/>
                <c:pt idx="0">
                  <c:v>3.8</c:v>
                </c:pt>
                <c:pt idx="1">
                  <c:v>0.08</c:v>
                </c:pt>
                <c:pt idx="2">
                  <c:v>3.82</c:v>
                </c:pt>
              </c:numCache>
            </c:numRef>
          </c:val>
          <c:extLst>
            <c:ext xmlns:c16="http://schemas.microsoft.com/office/drawing/2014/chart" uri="{C3380CC4-5D6E-409C-BE32-E72D297353CC}">
              <c16:uniqueId val="{00000000-CDB8-43BB-B299-13F9964D3A41}"/>
            </c:ext>
          </c:extLst>
        </c:ser>
        <c:dLbls>
          <c:dLblPos val="outEnd"/>
          <c:showLegendKey val="0"/>
          <c:showVal val="1"/>
          <c:showCatName val="0"/>
          <c:showSerName val="0"/>
          <c:showPercent val="0"/>
          <c:showBubbleSize val="0"/>
        </c:dLbls>
        <c:gapWidth val="444"/>
        <c:overlap val="-90"/>
        <c:axId val="117872704"/>
        <c:axId val="117870208"/>
      </c:barChart>
      <c:catAx>
        <c:axId val="11787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noProof="0"/>
                  <a:t>Value (s)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1178727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sz="2000" noProof="0"/>
              <a:t>JVM</a:t>
            </a:r>
            <a:r>
              <a:rPr lang="en-GB" sz="2000" baseline="0" noProof="0"/>
              <a:t> memory usage</a:t>
            </a:r>
            <a:endParaRPr lang="en-GB" sz="2000" noProof="0"/>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Foglio1!$B$1</c:f>
              <c:strCache>
                <c:ptCount val="1"/>
                <c:pt idx="0">
                  <c:v>Conf-1</c:v>
                </c:pt>
              </c:strCache>
            </c:strRef>
          </c:tx>
          <c:spPr>
            <a:solidFill>
              <a:srgbClr val="FF475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Foglio1!$B$2:$B$4</c:f>
              <c:numCache>
                <c:formatCode>General</c:formatCode>
                <c:ptCount val="3"/>
                <c:pt idx="0">
                  <c:v>96.5</c:v>
                </c:pt>
                <c:pt idx="1">
                  <c:v>341</c:v>
                </c:pt>
                <c:pt idx="2">
                  <c:v>90.15</c:v>
                </c:pt>
              </c:numCache>
            </c:numRef>
          </c:val>
          <c:extLst>
            <c:ext xmlns:c16="http://schemas.microsoft.com/office/drawing/2014/chart" uri="{C3380CC4-5D6E-409C-BE32-E72D297353CC}">
              <c16:uniqueId val="{00000000-E03E-4C03-8A53-D2B10815BE7F}"/>
            </c:ext>
          </c:extLst>
        </c:ser>
        <c:ser>
          <c:idx val="1"/>
          <c:order val="1"/>
          <c:tx>
            <c:strRef>
              <c:f>Foglio1!$C$1</c:f>
              <c:strCache>
                <c:ptCount val="1"/>
                <c:pt idx="0">
                  <c:v>Conf-2</c:v>
                </c:pt>
              </c:strCache>
            </c:strRef>
          </c:tx>
          <c:spPr>
            <a:solidFill>
              <a:srgbClr val="98DB7C"/>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Foglio1!$C$2:$C$4</c:f>
              <c:numCache>
                <c:formatCode>General</c:formatCode>
                <c:ptCount val="3"/>
                <c:pt idx="0">
                  <c:v>102</c:v>
                </c:pt>
                <c:pt idx="1">
                  <c:v>93.72</c:v>
                </c:pt>
                <c:pt idx="2">
                  <c:v>64.42</c:v>
                </c:pt>
              </c:numCache>
            </c:numRef>
          </c:val>
          <c:extLst>
            <c:ext xmlns:c16="http://schemas.microsoft.com/office/drawing/2014/chart" uri="{C3380CC4-5D6E-409C-BE32-E72D297353CC}">
              <c16:uniqueId val="{00000001-E03E-4C03-8A53-D2B10815BE7F}"/>
            </c:ext>
          </c:extLst>
        </c:ser>
        <c:ser>
          <c:idx val="2"/>
          <c:order val="2"/>
          <c:tx>
            <c:strRef>
              <c:f>Foglio1!$D$1</c:f>
              <c:strCache>
                <c:ptCount val="1"/>
                <c:pt idx="0">
                  <c:v>Conf-3</c:v>
                </c:pt>
              </c:strCache>
            </c:strRef>
          </c:tx>
          <c:spPr>
            <a:solidFill>
              <a:srgbClr val="0083F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Foglio1!$D$2:$D$4</c:f>
              <c:numCache>
                <c:formatCode>General</c:formatCode>
                <c:ptCount val="3"/>
                <c:pt idx="0">
                  <c:v>138</c:v>
                </c:pt>
                <c:pt idx="1">
                  <c:v>183</c:v>
                </c:pt>
                <c:pt idx="2">
                  <c:v>46.76</c:v>
                </c:pt>
              </c:numCache>
            </c:numRef>
          </c:val>
          <c:extLst>
            <c:ext xmlns:c16="http://schemas.microsoft.com/office/drawing/2014/chart" uri="{C3380CC4-5D6E-409C-BE32-E72D297353CC}">
              <c16:uniqueId val="{00000000-49EA-4148-8E39-04F3C945910F}"/>
            </c:ext>
          </c:extLst>
        </c:ser>
        <c:dLbls>
          <c:dLblPos val="outEnd"/>
          <c:showLegendKey val="0"/>
          <c:showVal val="1"/>
          <c:showCatName val="0"/>
          <c:showSerName val="0"/>
          <c:showPercent val="0"/>
          <c:showBubbleSize val="0"/>
        </c:dLbls>
        <c:gapWidth val="444"/>
        <c:overlap val="-90"/>
        <c:axId val="117872704"/>
        <c:axId val="117870208"/>
      </c:barChart>
      <c:catAx>
        <c:axId val="11787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noProof="0"/>
                  <a:t>Value (MB)</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1178727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sz="2000" noProof="0"/>
              <a:t>CPU usage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Foglio1!$B$1</c:f>
              <c:strCache>
                <c:ptCount val="1"/>
                <c:pt idx="0">
                  <c:v>Conf-1</c:v>
                </c:pt>
              </c:strCache>
            </c:strRef>
          </c:tx>
          <c:spPr>
            <a:solidFill>
              <a:srgbClr val="FF475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Foglio1!$B$2:$B$4</c:f>
              <c:numCache>
                <c:formatCode>General</c:formatCode>
                <c:ptCount val="3"/>
                <c:pt idx="0">
                  <c:v>0.19</c:v>
                </c:pt>
                <c:pt idx="1">
                  <c:v>0.01</c:v>
                </c:pt>
                <c:pt idx="2">
                  <c:v>1E-3</c:v>
                </c:pt>
              </c:numCache>
            </c:numRef>
          </c:val>
          <c:extLst>
            <c:ext xmlns:c16="http://schemas.microsoft.com/office/drawing/2014/chart" uri="{C3380CC4-5D6E-409C-BE32-E72D297353CC}">
              <c16:uniqueId val="{00000000-E03E-4C03-8A53-D2B10815BE7F}"/>
            </c:ext>
          </c:extLst>
        </c:ser>
        <c:ser>
          <c:idx val="1"/>
          <c:order val="1"/>
          <c:tx>
            <c:strRef>
              <c:f>Foglio1!$C$1</c:f>
              <c:strCache>
                <c:ptCount val="1"/>
                <c:pt idx="0">
                  <c:v>Conf-2</c:v>
                </c:pt>
              </c:strCache>
            </c:strRef>
          </c:tx>
          <c:spPr>
            <a:solidFill>
              <a:srgbClr val="98DB7C"/>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Foglio1!$C$2:$C$4</c:f>
              <c:numCache>
                <c:formatCode>General</c:formatCode>
                <c:ptCount val="3"/>
                <c:pt idx="0">
                  <c:v>0.18</c:v>
                </c:pt>
                <c:pt idx="1">
                  <c:v>0.02</c:v>
                </c:pt>
                <c:pt idx="2">
                  <c:v>1E-3</c:v>
                </c:pt>
              </c:numCache>
            </c:numRef>
          </c:val>
          <c:extLst>
            <c:ext xmlns:c16="http://schemas.microsoft.com/office/drawing/2014/chart" uri="{C3380CC4-5D6E-409C-BE32-E72D297353CC}">
              <c16:uniqueId val="{00000001-E03E-4C03-8A53-D2B10815BE7F}"/>
            </c:ext>
          </c:extLst>
        </c:ser>
        <c:ser>
          <c:idx val="2"/>
          <c:order val="2"/>
          <c:tx>
            <c:strRef>
              <c:f>Foglio1!$D$1</c:f>
              <c:strCache>
                <c:ptCount val="1"/>
                <c:pt idx="0">
                  <c:v>Conf-3</c:v>
                </c:pt>
              </c:strCache>
            </c:strRef>
          </c:tx>
          <c:spPr>
            <a:solidFill>
              <a:srgbClr val="0083F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Foglio1!$D$2:$D$4</c:f>
              <c:numCache>
                <c:formatCode>General</c:formatCode>
                <c:ptCount val="3"/>
                <c:pt idx="0">
                  <c:v>0.2</c:v>
                </c:pt>
                <c:pt idx="1">
                  <c:v>0.01</c:v>
                </c:pt>
                <c:pt idx="2">
                  <c:v>1E-3</c:v>
                </c:pt>
              </c:numCache>
            </c:numRef>
          </c:val>
          <c:extLst>
            <c:ext xmlns:c16="http://schemas.microsoft.com/office/drawing/2014/chart" uri="{C3380CC4-5D6E-409C-BE32-E72D297353CC}">
              <c16:uniqueId val="{00000000-C9F4-41C1-9DB9-4FE95FEBBDB3}"/>
            </c:ext>
          </c:extLst>
        </c:ser>
        <c:dLbls>
          <c:dLblPos val="outEnd"/>
          <c:showLegendKey val="0"/>
          <c:showVal val="1"/>
          <c:showCatName val="0"/>
          <c:showSerName val="0"/>
          <c:showPercent val="0"/>
          <c:showBubbleSize val="0"/>
        </c:dLbls>
        <c:gapWidth val="444"/>
        <c:overlap val="-90"/>
        <c:axId val="117872704"/>
        <c:axId val="117870208"/>
      </c:barChart>
      <c:catAx>
        <c:axId val="11787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noProof="0"/>
                  <a:t>Value (0-1)</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1178727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sz="2000" noProof="0"/>
              <a:t>P95 Response Time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Foglio1!$B$1</c:f>
              <c:strCache>
                <c:ptCount val="1"/>
                <c:pt idx="0">
                  <c:v>Conf-1</c:v>
                </c:pt>
              </c:strCache>
            </c:strRef>
          </c:tx>
          <c:spPr>
            <a:solidFill>
              <a:srgbClr val="FF475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Foglio1!$B$2:$B$4</c:f>
              <c:numCache>
                <c:formatCode>General</c:formatCode>
                <c:ptCount val="3"/>
                <c:pt idx="0">
                  <c:v>3.79</c:v>
                </c:pt>
                <c:pt idx="1">
                  <c:v>7.0000000000000007E-2</c:v>
                </c:pt>
                <c:pt idx="2">
                  <c:v>3.81</c:v>
                </c:pt>
              </c:numCache>
            </c:numRef>
          </c:val>
          <c:extLst>
            <c:ext xmlns:c16="http://schemas.microsoft.com/office/drawing/2014/chart" uri="{C3380CC4-5D6E-409C-BE32-E72D297353CC}">
              <c16:uniqueId val="{00000000-E03E-4C03-8A53-D2B10815BE7F}"/>
            </c:ext>
          </c:extLst>
        </c:ser>
        <c:ser>
          <c:idx val="1"/>
          <c:order val="1"/>
          <c:tx>
            <c:strRef>
              <c:f>Foglio1!$C$1</c:f>
              <c:strCache>
                <c:ptCount val="1"/>
                <c:pt idx="0">
                  <c:v>Conf-2</c:v>
                </c:pt>
              </c:strCache>
            </c:strRef>
          </c:tx>
          <c:spPr>
            <a:solidFill>
              <a:srgbClr val="98DB7C"/>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Foglio1!$C$2:$C$4</c:f>
              <c:numCache>
                <c:formatCode>General</c:formatCode>
                <c:ptCount val="3"/>
                <c:pt idx="0">
                  <c:v>3.82</c:v>
                </c:pt>
                <c:pt idx="1">
                  <c:v>0.08</c:v>
                </c:pt>
                <c:pt idx="2">
                  <c:v>3.79</c:v>
                </c:pt>
              </c:numCache>
            </c:numRef>
          </c:val>
          <c:extLst>
            <c:ext xmlns:c16="http://schemas.microsoft.com/office/drawing/2014/chart" uri="{C3380CC4-5D6E-409C-BE32-E72D297353CC}">
              <c16:uniqueId val="{00000001-E03E-4C03-8A53-D2B10815BE7F}"/>
            </c:ext>
          </c:extLst>
        </c:ser>
        <c:ser>
          <c:idx val="2"/>
          <c:order val="2"/>
          <c:tx>
            <c:strRef>
              <c:f>Foglio1!$D$1</c:f>
              <c:strCache>
                <c:ptCount val="1"/>
                <c:pt idx="0">
                  <c:v>Conf-3</c:v>
                </c:pt>
              </c:strCache>
            </c:strRef>
          </c:tx>
          <c:spPr>
            <a:solidFill>
              <a:srgbClr val="0083F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Foglio1!$D$2:$D$4</c:f>
              <c:numCache>
                <c:formatCode>General</c:formatCode>
                <c:ptCount val="3"/>
                <c:pt idx="0">
                  <c:v>3.8</c:v>
                </c:pt>
                <c:pt idx="1">
                  <c:v>0.08</c:v>
                </c:pt>
                <c:pt idx="2">
                  <c:v>3.82</c:v>
                </c:pt>
              </c:numCache>
            </c:numRef>
          </c:val>
          <c:extLst>
            <c:ext xmlns:c16="http://schemas.microsoft.com/office/drawing/2014/chart" uri="{C3380CC4-5D6E-409C-BE32-E72D297353CC}">
              <c16:uniqueId val="{00000000-CDB8-43BB-B299-13F9964D3A41}"/>
            </c:ext>
          </c:extLst>
        </c:ser>
        <c:dLbls>
          <c:dLblPos val="outEnd"/>
          <c:showLegendKey val="0"/>
          <c:showVal val="1"/>
          <c:showCatName val="0"/>
          <c:showSerName val="0"/>
          <c:showPercent val="0"/>
          <c:showBubbleSize val="0"/>
        </c:dLbls>
        <c:gapWidth val="444"/>
        <c:overlap val="-90"/>
        <c:axId val="117872704"/>
        <c:axId val="117870208"/>
      </c:barChart>
      <c:catAx>
        <c:axId val="11787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noProof="0"/>
                  <a:t>Value (s)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1178727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sz="2000" noProof="0"/>
              <a:t>JVM</a:t>
            </a:r>
            <a:r>
              <a:rPr lang="en-GB" sz="2000" baseline="0" noProof="0"/>
              <a:t> memory usage</a:t>
            </a:r>
            <a:endParaRPr lang="en-GB" sz="2000" noProof="0"/>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Foglio1!$B$1</c:f>
              <c:strCache>
                <c:ptCount val="1"/>
                <c:pt idx="0">
                  <c:v>Conf-1</c:v>
                </c:pt>
              </c:strCache>
            </c:strRef>
          </c:tx>
          <c:spPr>
            <a:solidFill>
              <a:srgbClr val="FF475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Foglio1!$B$2:$B$4</c:f>
              <c:numCache>
                <c:formatCode>General</c:formatCode>
                <c:ptCount val="3"/>
                <c:pt idx="0">
                  <c:v>96.5</c:v>
                </c:pt>
                <c:pt idx="1">
                  <c:v>341</c:v>
                </c:pt>
                <c:pt idx="2">
                  <c:v>90.15</c:v>
                </c:pt>
              </c:numCache>
            </c:numRef>
          </c:val>
          <c:extLst>
            <c:ext xmlns:c16="http://schemas.microsoft.com/office/drawing/2014/chart" uri="{C3380CC4-5D6E-409C-BE32-E72D297353CC}">
              <c16:uniqueId val="{00000000-A943-4598-A095-389FEE765C89}"/>
            </c:ext>
          </c:extLst>
        </c:ser>
        <c:ser>
          <c:idx val="1"/>
          <c:order val="1"/>
          <c:tx>
            <c:strRef>
              <c:f>Foglio1!$C$1</c:f>
              <c:strCache>
                <c:ptCount val="1"/>
                <c:pt idx="0">
                  <c:v>Conf-2</c:v>
                </c:pt>
              </c:strCache>
            </c:strRef>
          </c:tx>
          <c:spPr>
            <a:solidFill>
              <a:srgbClr val="98DB7C"/>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Foglio1!$C$2:$C$4</c:f>
              <c:numCache>
                <c:formatCode>General</c:formatCode>
                <c:ptCount val="3"/>
                <c:pt idx="0">
                  <c:v>102</c:v>
                </c:pt>
                <c:pt idx="1">
                  <c:v>93.72</c:v>
                </c:pt>
                <c:pt idx="2">
                  <c:v>64.42</c:v>
                </c:pt>
              </c:numCache>
            </c:numRef>
          </c:val>
          <c:extLst>
            <c:ext xmlns:c16="http://schemas.microsoft.com/office/drawing/2014/chart" uri="{C3380CC4-5D6E-409C-BE32-E72D297353CC}">
              <c16:uniqueId val="{00000001-A943-4598-A095-389FEE765C89}"/>
            </c:ext>
          </c:extLst>
        </c:ser>
        <c:ser>
          <c:idx val="2"/>
          <c:order val="2"/>
          <c:tx>
            <c:strRef>
              <c:f>Foglio1!$D$1</c:f>
              <c:strCache>
                <c:ptCount val="1"/>
                <c:pt idx="0">
                  <c:v>Conf-3</c:v>
                </c:pt>
              </c:strCache>
            </c:strRef>
          </c:tx>
          <c:spPr>
            <a:solidFill>
              <a:srgbClr val="0083F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Foglio1!$D$2:$D$4</c:f>
              <c:numCache>
                <c:formatCode>General</c:formatCode>
                <c:ptCount val="3"/>
                <c:pt idx="0">
                  <c:v>138</c:v>
                </c:pt>
                <c:pt idx="1">
                  <c:v>183</c:v>
                </c:pt>
                <c:pt idx="2">
                  <c:v>46.76</c:v>
                </c:pt>
              </c:numCache>
            </c:numRef>
          </c:val>
          <c:extLst>
            <c:ext xmlns:c16="http://schemas.microsoft.com/office/drawing/2014/chart" uri="{C3380CC4-5D6E-409C-BE32-E72D297353CC}">
              <c16:uniqueId val="{00000002-A943-4598-A095-389FEE765C89}"/>
            </c:ext>
          </c:extLst>
        </c:ser>
        <c:dLbls>
          <c:dLblPos val="outEnd"/>
          <c:showLegendKey val="0"/>
          <c:showVal val="1"/>
          <c:showCatName val="0"/>
          <c:showSerName val="0"/>
          <c:showPercent val="0"/>
          <c:showBubbleSize val="0"/>
        </c:dLbls>
        <c:gapWidth val="444"/>
        <c:overlap val="-90"/>
        <c:axId val="117872704"/>
        <c:axId val="117870208"/>
      </c:barChart>
      <c:catAx>
        <c:axId val="11787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noProof="0"/>
                  <a:t>Value (MB)</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1178727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sz="2000" noProof="0"/>
              <a:t>CPU usage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Foglio1!$B$1</c:f>
              <c:strCache>
                <c:ptCount val="1"/>
                <c:pt idx="0">
                  <c:v>Conf-1</c:v>
                </c:pt>
              </c:strCache>
            </c:strRef>
          </c:tx>
          <c:spPr>
            <a:solidFill>
              <a:schemeClr val="accent1"/>
            </a:solidFill>
            <a:ln>
              <a:noFill/>
            </a:ln>
            <a:effectLst/>
          </c:spPr>
          <c:invertIfNegative val="0"/>
          <c:dPt>
            <c:idx val="0"/>
            <c:invertIfNegative val="0"/>
            <c:bubble3D val="0"/>
            <c:spPr>
              <a:solidFill>
                <a:srgbClr val="FF4755"/>
              </a:solidFill>
              <a:ln>
                <a:noFill/>
              </a:ln>
              <a:effectLst/>
            </c:spPr>
            <c:extLst>
              <c:ext xmlns:c16="http://schemas.microsoft.com/office/drawing/2014/chart" uri="{C3380CC4-5D6E-409C-BE32-E72D297353CC}">
                <c16:uniqueId val="{00000001-DEF0-4013-8621-E5E6886BDEA1}"/>
              </c:ext>
            </c:extLst>
          </c:dPt>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Foglio1!$B$2:$B$4</c:f>
              <c:numCache>
                <c:formatCode>General</c:formatCode>
                <c:ptCount val="3"/>
                <c:pt idx="0">
                  <c:v>0.19</c:v>
                </c:pt>
                <c:pt idx="1">
                  <c:v>0.01</c:v>
                </c:pt>
                <c:pt idx="2">
                  <c:v>1E-3</c:v>
                </c:pt>
              </c:numCache>
            </c:numRef>
          </c:val>
          <c:extLst>
            <c:ext xmlns:c16="http://schemas.microsoft.com/office/drawing/2014/chart" uri="{C3380CC4-5D6E-409C-BE32-E72D297353CC}">
              <c16:uniqueId val="{00000002-DEF0-4013-8621-E5E6886BDEA1}"/>
            </c:ext>
          </c:extLst>
        </c:ser>
        <c:ser>
          <c:idx val="1"/>
          <c:order val="1"/>
          <c:tx>
            <c:strRef>
              <c:f>Foglio1!$C$1</c:f>
              <c:strCache>
                <c:ptCount val="1"/>
                <c:pt idx="0">
                  <c:v>Conf-2</c:v>
                </c:pt>
              </c:strCache>
            </c:strRef>
          </c:tx>
          <c:spPr>
            <a:solidFill>
              <a:srgbClr val="98DB7C"/>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Foglio1!$C$2:$C$4</c:f>
              <c:numCache>
                <c:formatCode>General</c:formatCode>
                <c:ptCount val="3"/>
                <c:pt idx="0">
                  <c:v>0.18</c:v>
                </c:pt>
                <c:pt idx="1">
                  <c:v>0.02</c:v>
                </c:pt>
                <c:pt idx="2">
                  <c:v>1E-3</c:v>
                </c:pt>
              </c:numCache>
            </c:numRef>
          </c:val>
          <c:extLst>
            <c:ext xmlns:c16="http://schemas.microsoft.com/office/drawing/2014/chart" uri="{C3380CC4-5D6E-409C-BE32-E72D297353CC}">
              <c16:uniqueId val="{00000003-DEF0-4013-8621-E5E6886BDEA1}"/>
            </c:ext>
          </c:extLst>
        </c:ser>
        <c:ser>
          <c:idx val="2"/>
          <c:order val="2"/>
          <c:tx>
            <c:strRef>
              <c:f>Foglio1!$D$1</c:f>
              <c:strCache>
                <c:ptCount val="1"/>
                <c:pt idx="0">
                  <c:v>Conf-3</c:v>
                </c:pt>
              </c:strCache>
            </c:strRef>
          </c:tx>
          <c:spPr>
            <a:solidFill>
              <a:srgbClr val="0083F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Foglio1!$D$2:$D$4</c:f>
              <c:numCache>
                <c:formatCode>General</c:formatCode>
                <c:ptCount val="3"/>
                <c:pt idx="0">
                  <c:v>0.2</c:v>
                </c:pt>
                <c:pt idx="1">
                  <c:v>0.01</c:v>
                </c:pt>
                <c:pt idx="2">
                  <c:v>1E-3</c:v>
                </c:pt>
              </c:numCache>
            </c:numRef>
          </c:val>
          <c:extLst>
            <c:ext xmlns:c16="http://schemas.microsoft.com/office/drawing/2014/chart" uri="{C3380CC4-5D6E-409C-BE32-E72D297353CC}">
              <c16:uniqueId val="{00000004-DEF0-4013-8621-E5E6886BDEA1}"/>
            </c:ext>
          </c:extLst>
        </c:ser>
        <c:dLbls>
          <c:dLblPos val="outEnd"/>
          <c:showLegendKey val="0"/>
          <c:showVal val="1"/>
          <c:showCatName val="0"/>
          <c:showSerName val="0"/>
          <c:showPercent val="0"/>
          <c:showBubbleSize val="0"/>
        </c:dLbls>
        <c:gapWidth val="444"/>
        <c:overlap val="-90"/>
        <c:axId val="117872704"/>
        <c:axId val="117870208"/>
      </c:barChart>
      <c:catAx>
        <c:axId val="11787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noProof="0"/>
                  <a:t>Value (0-1)</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1178727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sz="2000" noProof="0"/>
              <a:t>P95 Response Time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Foglio1!$B$1</c:f>
              <c:strCache>
                <c:ptCount val="1"/>
                <c:pt idx="0">
                  <c:v>Conf-1</c:v>
                </c:pt>
              </c:strCache>
            </c:strRef>
          </c:tx>
          <c:spPr>
            <a:solidFill>
              <a:srgbClr val="FF475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Foglio1!$B$2:$B$4</c:f>
              <c:numCache>
                <c:formatCode>General</c:formatCode>
                <c:ptCount val="3"/>
                <c:pt idx="0">
                  <c:v>3.79</c:v>
                </c:pt>
                <c:pt idx="1">
                  <c:v>7.0000000000000007E-2</c:v>
                </c:pt>
                <c:pt idx="2">
                  <c:v>3.81</c:v>
                </c:pt>
              </c:numCache>
            </c:numRef>
          </c:val>
          <c:extLst>
            <c:ext xmlns:c16="http://schemas.microsoft.com/office/drawing/2014/chart" uri="{C3380CC4-5D6E-409C-BE32-E72D297353CC}">
              <c16:uniqueId val="{00000000-E03E-4C03-8A53-D2B10815BE7F}"/>
            </c:ext>
          </c:extLst>
        </c:ser>
        <c:ser>
          <c:idx val="1"/>
          <c:order val="1"/>
          <c:tx>
            <c:strRef>
              <c:f>Foglio1!$C$1</c:f>
              <c:strCache>
                <c:ptCount val="1"/>
                <c:pt idx="0">
                  <c:v>Conf-2</c:v>
                </c:pt>
              </c:strCache>
            </c:strRef>
          </c:tx>
          <c:spPr>
            <a:solidFill>
              <a:srgbClr val="98DB7C"/>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Foglio1!$C$2:$C$4</c:f>
              <c:numCache>
                <c:formatCode>General</c:formatCode>
                <c:ptCount val="3"/>
                <c:pt idx="0">
                  <c:v>3.82</c:v>
                </c:pt>
                <c:pt idx="1">
                  <c:v>0.08</c:v>
                </c:pt>
                <c:pt idx="2">
                  <c:v>3.79</c:v>
                </c:pt>
              </c:numCache>
            </c:numRef>
          </c:val>
          <c:extLst>
            <c:ext xmlns:c16="http://schemas.microsoft.com/office/drawing/2014/chart" uri="{C3380CC4-5D6E-409C-BE32-E72D297353CC}">
              <c16:uniqueId val="{00000001-E03E-4C03-8A53-D2B10815BE7F}"/>
            </c:ext>
          </c:extLst>
        </c:ser>
        <c:ser>
          <c:idx val="2"/>
          <c:order val="2"/>
          <c:tx>
            <c:strRef>
              <c:f>Foglio1!$D$1</c:f>
              <c:strCache>
                <c:ptCount val="1"/>
                <c:pt idx="0">
                  <c:v>Conf-3</c:v>
                </c:pt>
              </c:strCache>
            </c:strRef>
          </c:tx>
          <c:spPr>
            <a:solidFill>
              <a:srgbClr val="0083F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Foglio1!$A$2:$A$4</c:f>
              <c:strCache>
                <c:ptCount val="3"/>
                <c:pt idx="0">
                  <c:v>imagestore</c:v>
                </c:pt>
                <c:pt idx="1">
                  <c:v>image-processor</c:v>
                </c:pt>
                <c:pt idx="2">
                  <c:v>ui</c:v>
                </c:pt>
              </c:strCache>
            </c:strRef>
          </c:cat>
          <c:val>
            <c:numRef>
              <c:f>Foglio1!$D$2:$D$4</c:f>
              <c:numCache>
                <c:formatCode>General</c:formatCode>
                <c:ptCount val="3"/>
                <c:pt idx="0">
                  <c:v>3.8</c:v>
                </c:pt>
                <c:pt idx="1">
                  <c:v>0.08</c:v>
                </c:pt>
                <c:pt idx="2">
                  <c:v>3.82</c:v>
                </c:pt>
              </c:numCache>
            </c:numRef>
          </c:val>
          <c:extLst>
            <c:ext xmlns:c16="http://schemas.microsoft.com/office/drawing/2014/chart" uri="{C3380CC4-5D6E-409C-BE32-E72D297353CC}">
              <c16:uniqueId val="{00000000-CDB8-43BB-B299-13F9964D3A41}"/>
            </c:ext>
          </c:extLst>
        </c:ser>
        <c:dLbls>
          <c:dLblPos val="outEnd"/>
          <c:showLegendKey val="0"/>
          <c:showVal val="1"/>
          <c:showCatName val="0"/>
          <c:showSerName val="0"/>
          <c:showPercent val="0"/>
          <c:showBubbleSize val="0"/>
        </c:dLbls>
        <c:gapWidth val="444"/>
        <c:overlap val="-90"/>
        <c:axId val="117872704"/>
        <c:axId val="117870208"/>
      </c:barChart>
      <c:catAx>
        <c:axId val="11787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noProof="0"/>
                  <a:t>Value (s)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1178727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380469259793"/>
          <c:y val="0.15454949108045563"/>
          <c:w val="0.43027739564202838"/>
          <c:h val="0.93010325655281967"/>
        </c:manualLayout>
      </c:layout>
      <c:doughnutChart>
        <c:varyColors val="1"/>
        <c:ser>
          <c:idx val="0"/>
          <c:order val="0"/>
          <c:tx>
            <c:strRef>
              <c:f>Foglio1!$B$1</c:f>
              <c:strCache>
                <c:ptCount val="1"/>
                <c:pt idx="0">
                  <c:v>Code Lines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2-1A08-4726-94A1-C6AFCE19F281}"/>
              </c:ext>
            </c:extLst>
          </c:dPt>
          <c:dPt>
            <c:idx val="1"/>
            <c:bubble3D val="0"/>
            <c:spPr>
              <a:solidFill>
                <a:schemeClr val="accent2"/>
              </a:solidFill>
              <a:ln w="19050">
                <a:noFill/>
              </a:ln>
              <a:effectLst/>
            </c:spPr>
            <c:extLst>
              <c:ext xmlns:c16="http://schemas.microsoft.com/office/drawing/2014/chart" uri="{C3380CC4-5D6E-409C-BE32-E72D297353CC}">
                <c16:uniqueId val="{00000003-6D02-4F3F-9508-CA25BD22106D}"/>
              </c:ext>
            </c:extLst>
          </c:dPt>
          <c:dPt>
            <c:idx val="2"/>
            <c:bubble3D val="0"/>
            <c:spPr>
              <a:solidFill>
                <a:schemeClr val="accent3"/>
              </a:solidFill>
              <a:ln w="19050">
                <a:noFill/>
              </a:ln>
              <a:effectLst/>
            </c:spPr>
            <c:extLst>
              <c:ext xmlns:c16="http://schemas.microsoft.com/office/drawing/2014/chart" uri="{C3380CC4-5D6E-409C-BE32-E72D297353CC}">
                <c16:uniqueId val="{00000005-6D02-4F3F-9508-CA25BD22106D}"/>
              </c:ext>
            </c:extLst>
          </c:dPt>
          <c:dLbls>
            <c:delete val="1"/>
          </c:dLbls>
          <c:cat>
            <c:strRef>
              <c:f>Foglio1!$A$2:$A$4</c:f>
              <c:strCache>
                <c:ptCount val="3"/>
                <c:pt idx="0">
                  <c:v>Marionettist Backend (Java)</c:v>
                </c:pt>
                <c:pt idx="1">
                  <c:v>Marionettist Frontend (JavaScript)</c:v>
                </c:pt>
                <c:pt idx="2">
                  <c:v>Marionette Tool (Java)</c:v>
                </c:pt>
              </c:strCache>
            </c:strRef>
          </c:cat>
          <c:val>
            <c:numRef>
              <c:f>Foglio1!$B$2:$B$4</c:f>
              <c:numCache>
                <c:formatCode>General</c:formatCode>
                <c:ptCount val="3"/>
                <c:pt idx="0">
                  <c:v>5841</c:v>
                </c:pt>
                <c:pt idx="1">
                  <c:v>1163</c:v>
                </c:pt>
                <c:pt idx="2">
                  <c:v>1816</c:v>
                </c:pt>
              </c:numCache>
            </c:numRef>
          </c:val>
          <c:extLst>
            <c:ext xmlns:c16="http://schemas.microsoft.com/office/drawing/2014/chart" uri="{C3380CC4-5D6E-409C-BE32-E72D297353CC}">
              <c16:uniqueId val="{00000000-1A08-4726-94A1-C6AFCE19F281}"/>
            </c:ext>
          </c:extLst>
        </c:ser>
        <c:dLbls>
          <c:showLegendKey val="0"/>
          <c:showVal val="1"/>
          <c:showCatName val="0"/>
          <c:showSerName val="0"/>
          <c:showPercent val="0"/>
          <c:showBubbleSize val="0"/>
          <c:showLeaderLines val="1"/>
        </c:dLbls>
        <c:firstSliceAng val="0"/>
        <c:holeSize val="7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2F874-A982-4EC3-BD4B-BD59E32C66C1}" type="datetimeFigureOut">
              <a:rPr lang="it-IT" smtClean="0"/>
              <a:t>22/10/2025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062F2E-6FDF-4A6B-AB76-08EC33B12539}" type="slidenum">
              <a:rPr lang="it-IT" smtClean="0"/>
              <a:t>‹#›</a:t>
            </a:fld>
            <a:endParaRPr lang="it-IT"/>
          </a:p>
        </p:txBody>
      </p:sp>
    </p:spTree>
    <p:extLst>
      <p:ext uri="{BB962C8B-B14F-4D97-AF65-F5344CB8AC3E}">
        <p14:creationId xmlns:p14="http://schemas.microsoft.com/office/powerpoint/2010/main" val="1517886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everyone. I’m Matteo Sissa and today I’ll be talking about my master’s thesis project which is called Marionette. It was developed under the supervision of professor Matteo Camilli who is here in the committee</a:t>
            </a:r>
          </a:p>
        </p:txBody>
      </p:sp>
      <p:sp>
        <p:nvSpPr>
          <p:cNvPr id="4" name="Slide Number Placeholder 3"/>
          <p:cNvSpPr>
            <a:spLocks noGrp="1"/>
          </p:cNvSpPr>
          <p:nvPr>
            <p:ph type="sldNum" sz="quarter" idx="5"/>
          </p:nvPr>
        </p:nvSpPr>
        <p:spPr/>
        <p:txBody>
          <a:bodyPr/>
          <a:lstStyle/>
          <a:p>
            <a:fld id="{A8062F2E-6FDF-4A6B-AB76-08EC33B12539}" type="slidenum">
              <a:rPr lang="it-IT" smtClean="0"/>
              <a:t>1</a:t>
            </a:fld>
            <a:endParaRPr lang="it-IT"/>
          </a:p>
        </p:txBody>
      </p:sp>
    </p:spTree>
    <p:extLst>
      <p:ext uri="{BB962C8B-B14F-4D97-AF65-F5344CB8AC3E}">
        <p14:creationId xmlns:p14="http://schemas.microsoft.com/office/powerpoint/2010/main" val="1728313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presentation is split into three sections.</a:t>
            </a:r>
          </a:p>
          <a:p>
            <a:endParaRPr lang="en-GB" dirty="0"/>
          </a:p>
          <a:p>
            <a:r>
              <a:rPr lang="en-GB" dirty="0"/>
              <a:t>First, we’re going to identify the problem. Then, describe the Marionette framework and how it tackles the issue. Finally, we’ll see some experiments and the results obtained.</a:t>
            </a:r>
          </a:p>
        </p:txBody>
      </p:sp>
      <p:sp>
        <p:nvSpPr>
          <p:cNvPr id="4" name="Slide Number Placeholder 3"/>
          <p:cNvSpPr>
            <a:spLocks noGrp="1"/>
          </p:cNvSpPr>
          <p:nvPr>
            <p:ph type="sldNum" sz="quarter" idx="5"/>
          </p:nvPr>
        </p:nvSpPr>
        <p:spPr/>
        <p:txBody>
          <a:bodyPr/>
          <a:lstStyle/>
          <a:p>
            <a:fld id="{A8062F2E-6FDF-4A6B-AB76-08EC33B12539}" type="slidenum">
              <a:rPr lang="it-IT" smtClean="0"/>
              <a:t>2</a:t>
            </a:fld>
            <a:endParaRPr lang="it-IT"/>
          </a:p>
        </p:txBody>
      </p:sp>
    </p:spTree>
    <p:extLst>
      <p:ext uri="{BB962C8B-B14F-4D97-AF65-F5344CB8AC3E}">
        <p14:creationId xmlns:p14="http://schemas.microsoft.com/office/powerpoint/2010/main" val="1224243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65348-79D6-606E-41B8-FC249F8C5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44C19-2D66-BB55-726F-137BEAFF1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4AE83-47F2-A006-8736-39F292447D93}"/>
              </a:ext>
            </a:extLst>
          </p:cNvPr>
          <p:cNvSpPr>
            <a:spLocks noGrp="1"/>
          </p:cNvSpPr>
          <p:nvPr>
            <p:ph type="body" idx="1"/>
          </p:nvPr>
        </p:nvSpPr>
        <p:spPr/>
        <p:txBody>
          <a:bodyPr/>
          <a:lstStyle/>
          <a:p>
            <a:r>
              <a:rPr lang="en-GB" dirty="0"/>
              <a:t>The presentation is divided into three sections.</a:t>
            </a:r>
          </a:p>
          <a:p>
            <a:endParaRPr lang="en-GB" dirty="0"/>
          </a:p>
          <a:p>
            <a:r>
              <a:rPr lang="en-GB" dirty="0"/>
              <a:t>First, we’re going to identify the problem. Then, describe the Marionette framework and how it tackles the issue. Finally, we’ll see some experiments and the results obtained.</a:t>
            </a:r>
          </a:p>
          <a:p>
            <a:endParaRPr lang="en-GB" dirty="0"/>
          </a:p>
        </p:txBody>
      </p:sp>
      <p:sp>
        <p:nvSpPr>
          <p:cNvPr id="4" name="Slide Number Placeholder 3">
            <a:extLst>
              <a:ext uri="{FF2B5EF4-FFF2-40B4-BE49-F238E27FC236}">
                <a16:creationId xmlns:a16="http://schemas.microsoft.com/office/drawing/2014/main" id="{4A2C4B4C-22B6-A434-5464-24A2FDCD10CC}"/>
              </a:ext>
            </a:extLst>
          </p:cNvPr>
          <p:cNvSpPr>
            <a:spLocks noGrp="1"/>
          </p:cNvSpPr>
          <p:nvPr>
            <p:ph type="sldNum" sz="quarter" idx="5"/>
          </p:nvPr>
        </p:nvSpPr>
        <p:spPr/>
        <p:txBody>
          <a:bodyPr/>
          <a:lstStyle/>
          <a:p>
            <a:fld id="{A8062F2E-6FDF-4A6B-AB76-08EC33B12539}" type="slidenum">
              <a:rPr lang="it-IT" smtClean="0"/>
              <a:t>3</a:t>
            </a:fld>
            <a:endParaRPr lang="it-IT"/>
          </a:p>
        </p:txBody>
      </p:sp>
    </p:spTree>
    <p:extLst>
      <p:ext uri="{BB962C8B-B14F-4D97-AF65-F5344CB8AC3E}">
        <p14:creationId xmlns:p14="http://schemas.microsoft.com/office/powerpoint/2010/main" val="314282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12C0F-2C9E-2721-272A-8B4518CB2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4C155-D17E-F7B5-AE5F-16C267504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83DC3-E68C-D13B-2D80-298BA1D3A9C8}"/>
              </a:ext>
            </a:extLst>
          </p:cNvPr>
          <p:cNvSpPr>
            <a:spLocks noGrp="1"/>
          </p:cNvSpPr>
          <p:nvPr>
            <p:ph type="body" idx="1"/>
          </p:nvPr>
        </p:nvSpPr>
        <p:spPr/>
        <p:txBody>
          <a:bodyPr/>
          <a:lstStyle/>
          <a:p>
            <a:r>
              <a:rPr lang="en-GB" dirty="0"/>
              <a:t>The presentation is divided into three sections.</a:t>
            </a:r>
          </a:p>
          <a:p>
            <a:endParaRPr lang="en-GB" dirty="0"/>
          </a:p>
          <a:p>
            <a:r>
              <a:rPr lang="en-GB" dirty="0"/>
              <a:t>First, we’re going to identify the problem. Then, describe how the Marionette </a:t>
            </a:r>
            <a:r>
              <a:rPr lang="en-GB"/>
              <a:t>framework tackles </a:t>
            </a:r>
            <a:r>
              <a:rPr lang="en-GB" dirty="0"/>
              <a:t>the issue. Finally, we’ll see some experiments and the results obtained.</a:t>
            </a:r>
          </a:p>
          <a:p>
            <a:endParaRPr lang="en-GB" dirty="0"/>
          </a:p>
        </p:txBody>
      </p:sp>
      <p:sp>
        <p:nvSpPr>
          <p:cNvPr id="4" name="Slide Number Placeholder 3">
            <a:extLst>
              <a:ext uri="{FF2B5EF4-FFF2-40B4-BE49-F238E27FC236}">
                <a16:creationId xmlns:a16="http://schemas.microsoft.com/office/drawing/2014/main" id="{73289378-AA6E-4F6B-D1E8-2F2E53A63415}"/>
              </a:ext>
            </a:extLst>
          </p:cNvPr>
          <p:cNvSpPr>
            <a:spLocks noGrp="1"/>
          </p:cNvSpPr>
          <p:nvPr>
            <p:ph type="sldNum" sz="quarter" idx="5"/>
          </p:nvPr>
        </p:nvSpPr>
        <p:spPr/>
        <p:txBody>
          <a:bodyPr/>
          <a:lstStyle/>
          <a:p>
            <a:fld id="{A8062F2E-6FDF-4A6B-AB76-08EC33B12539}" type="slidenum">
              <a:rPr lang="it-IT" smtClean="0"/>
              <a:t>4</a:t>
            </a:fld>
            <a:endParaRPr lang="it-IT"/>
          </a:p>
        </p:txBody>
      </p:sp>
    </p:spTree>
    <p:extLst>
      <p:ext uri="{BB962C8B-B14F-4D97-AF65-F5344CB8AC3E}">
        <p14:creationId xmlns:p14="http://schemas.microsoft.com/office/powerpoint/2010/main" val="2860758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Mute</a:t>
            </a:r>
          </a:p>
        </p:txBody>
      </p:sp>
      <p:sp>
        <p:nvSpPr>
          <p:cNvPr id="4" name="Slide Number Placeholder 3"/>
          <p:cNvSpPr>
            <a:spLocks noGrp="1"/>
          </p:cNvSpPr>
          <p:nvPr>
            <p:ph type="sldNum" sz="quarter" idx="5"/>
          </p:nvPr>
        </p:nvSpPr>
        <p:spPr/>
        <p:txBody>
          <a:bodyPr/>
          <a:lstStyle/>
          <a:p>
            <a:fld id="{A8062F2E-6FDF-4A6B-AB76-08EC33B12539}" type="slidenum">
              <a:rPr lang="it-IT" smtClean="0"/>
              <a:t>5</a:t>
            </a:fld>
            <a:endParaRPr lang="it-IT"/>
          </a:p>
        </p:txBody>
      </p:sp>
    </p:spTree>
    <p:extLst>
      <p:ext uri="{BB962C8B-B14F-4D97-AF65-F5344CB8AC3E}">
        <p14:creationId xmlns:p14="http://schemas.microsoft.com/office/powerpoint/2010/main" val="3320317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question that drove the investigation for this thesis is the following: “</a:t>
            </a:r>
            <a:r>
              <a:rPr lang="en-GB" sz="1200" noProof="0" dirty="0"/>
              <a:t>Is it possible to achieve fine-grained, runtime behavioural control in a microservice system?”</a:t>
            </a:r>
            <a:endParaRPr lang="en-GB" dirty="0"/>
          </a:p>
        </p:txBody>
      </p:sp>
      <p:sp>
        <p:nvSpPr>
          <p:cNvPr id="4" name="Slide Number Placeholder 3"/>
          <p:cNvSpPr>
            <a:spLocks noGrp="1"/>
          </p:cNvSpPr>
          <p:nvPr>
            <p:ph type="sldNum" sz="quarter" idx="5"/>
          </p:nvPr>
        </p:nvSpPr>
        <p:spPr/>
        <p:txBody>
          <a:bodyPr/>
          <a:lstStyle/>
          <a:p>
            <a:fld id="{A8062F2E-6FDF-4A6B-AB76-08EC33B12539}" type="slidenum">
              <a:rPr lang="it-IT" smtClean="0"/>
              <a:t>6</a:t>
            </a:fld>
            <a:endParaRPr lang="it-IT"/>
          </a:p>
        </p:txBody>
      </p:sp>
    </p:spTree>
    <p:extLst>
      <p:ext uri="{BB962C8B-B14F-4D97-AF65-F5344CB8AC3E}">
        <p14:creationId xmlns:p14="http://schemas.microsoft.com/office/powerpoint/2010/main" val="3643719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possible to highlight some keywords and break it down into parts.</a:t>
            </a:r>
          </a:p>
        </p:txBody>
      </p:sp>
      <p:sp>
        <p:nvSpPr>
          <p:cNvPr id="4" name="Slide Number Placeholder 3"/>
          <p:cNvSpPr>
            <a:spLocks noGrp="1"/>
          </p:cNvSpPr>
          <p:nvPr>
            <p:ph type="sldNum" sz="quarter" idx="5"/>
          </p:nvPr>
        </p:nvSpPr>
        <p:spPr/>
        <p:txBody>
          <a:bodyPr/>
          <a:lstStyle/>
          <a:p>
            <a:fld id="{A8062F2E-6FDF-4A6B-AB76-08EC33B12539}" type="slidenum">
              <a:rPr lang="it-IT" smtClean="0"/>
              <a:t>7</a:t>
            </a:fld>
            <a:endParaRPr lang="it-IT"/>
          </a:p>
        </p:txBody>
      </p:sp>
    </p:spTree>
    <p:extLst>
      <p:ext uri="{BB962C8B-B14F-4D97-AF65-F5344CB8AC3E}">
        <p14:creationId xmlns:p14="http://schemas.microsoft.com/office/powerpoint/2010/main" val="4204614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context of a microservice system, this project aims to obtain </a:t>
            </a:r>
            <a:r>
              <a:rPr lang="en-US" dirty="0" err="1"/>
              <a:t>behavioural</a:t>
            </a:r>
            <a:r>
              <a:rPr lang="en-US" dirty="0"/>
              <a:t> flexibility and control.</a:t>
            </a:r>
          </a:p>
          <a:p>
            <a:endParaRPr lang="en-US" dirty="0"/>
          </a:p>
          <a:p>
            <a:r>
              <a:rPr lang="en-US" dirty="0"/>
              <a:t>This control should be at a fine-grained level, more precisely at the method or function level.</a:t>
            </a:r>
          </a:p>
          <a:p>
            <a:endParaRPr lang="en-US" dirty="0"/>
          </a:p>
          <a:p>
            <a:r>
              <a:rPr lang="en-US" dirty="0"/>
              <a:t>Finally, it should happen at runtime, without any need for code recompilation or redeployment.</a:t>
            </a:r>
            <a:endParaRPr lang="en-GB" dirty="0"/>
          </a:p>
        </p:txBody>
      </p:sp>
      <p:sp>
        <p:nvSpPr>
          <p:cNvPr id="4" name="Slide Number Placeholder 3"/>
          <p:cNvSpPr>
            <a:spLocks noGrp="1"/>
          </p:cNvSpPr>
          <p:nvPr>
            <p:ph type="sldNum" sz="quarter" idx="5"/>
          </p:nvPr>
        </p:nvSpPr>
        <p:spPr/>
        <p:txBody>
          <a:bodyPr/>
          <a:lstStyle/>
          <a:p>
            <a:fld id="{A8062F2E-6FDF-4A6B-AB76-08EC33B12539}" type="slidenum">
              <a:rPr lang="it-IT" smtClean="0"/>
              <a:t>8</a:t>
            </a:fld>
            <a:endParaRPr lang="it-IT"/>
          </a:p>
        </p:txBody>
      </p:sp>
    </p:spTree>
    <p:extLst>
      <p:ext uri="{BB962C8B-B14F-4D97-AF65-F5344CB8AC3E}">
        <p14:creationId xmlns:p14="http://schemas.microsoft.com/office/powerpoint/2010/main" val="751012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2924-0761-572F-D09F-9934173DD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D649D-F07B-6C2F-11F3-CEBB6DA99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FDC65-2EFD-7899-91E2-FB8809F0A15D}"/>
              </a:ext>
            </a:extLst>
          </p:cNvPr>
          <p:cNvSpPr>
            <a:spLocks noGrp="1"/>
          </p:cNvSpPr>
          <p:nvPr>
            <p:ph type="body" idx="1"/>
          </p:nvPr>
        </p:nvSpPr>
        <p:spPr/>
        <p:txBody>
          <a:bodyPr/>
          <a:lstStyle/>
          <a:p>
            <a:r>
              <a:rPr lang="en-US" dirty="0"/>
              <a:t>So, in the context of a microservice system, this project aims to obtain </a:t>
            </a:r>
            <a:r>
              <a:rPr lang="en-US" dirty="0" err="1"/>
              <a:t>behavioural</a:t>
            </a:r>
            <a:r>
              <a:rPr lang="en-US" dirty="0"/>
              <a:t> flexibility and control.</a:t>
            </a:r>
          </a:p>
          <a:p>
            <a:endParaRPr lang="en-US" dirty="0"/>
          </a:p>
          <a:p>
            <a:r>
              <a:rPr lang="en-US" dirty="0"/>
              <a:t>This control should be at a fine-grained level, more precisely at the method or function level.</a:t>
            </a:r>
          </a:p>
          <a:p>
            <a:endParaRPr lang="en-US" dirty="0"/>
          </a:p>
          <a:p>
            <a:r>
              <a:rPr lang="en-US" dirty="0"/>
              <a:t>Finally, it should happen at runtime, without any need for code recompilation or redeployment.</a:t>
            </a:r>
            <a:endParaRPr lang="en-GB" dirty="0"/>
          </a:p>
          <a:p>
            <a:endParaRPr lang="en-GB" dirty="0"/>
          </a:p>
        </p:txBody>
      </p:sp>
      <p:sp>
        <p:nvSpPr>
          <p:cNvPr id="4" name="Slide Number Placeholder 3">
            <a:extLst>
              <a:ext uri="{FF2B5EF4-FFF2-40B4-BE49-F238E27FC236}">
                <a16:creationId xmlns:a16="http://schemas.microsoft.com/office/drawing/2014/main" id="{BC419C3A-8086-4B7E-0F57-4D5DCE8CDB36}"/>
              </a:ext>
            </a:extLst>
          </p:cNvPr>
          <p:cNvSpPr>
            <a:spLocks noGrp="1"/>
          </p:cNvSpPr>
          <p:nvPr>
            <p:ph type="sldNum" sz="quarter" idx="5"/>
          </p:nvPr>
        </p:nvSpPr>
        <p:spPr/>
        <p:txBody>
          <a:bodyPr/>
          <a:lstStyle/>
          <a:p>
            <a:fld id="{A8062F2E-6FDF-4A6B-AB76-08EC33B12539}" type="slidenum">
              <a:rPr lang="it-IT" smtClean="0"/>
              <a:t>9</a:t>
            </a:fld>
            <a:endParaRPr lang="it-IT"/>
          </a:p>
        </p:txBody>
      </p:sp>
    </p:spTree>
    <p:extLst>
      <p:ext uri="{BB962C8B-B14F-4D97-AF65-F5344CB8AC3E}">
        <p14:creationId xmlns:p14="http://schemas.microsoft.com/office/powerpoint/2010/main" val="1264140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B83FA-D223-9293-0C12-553E4EEE6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CF1A1-09AC-9AC5-A0F5-85166DA30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7EAE2-BCEB-7891-012D-53C44B8EB9EE}"/>
              </a:ext>
            </a:extLst>
          </p:cNvPr>
          <p:cNvSpPr>
            <a:spLocks noGrp="1"/>
          </p:cNvSpPr>
          <p:nvPr>
            <p:ph type="body" idx="1"/>
          </p:nvPr>
        </p:nvSpPr>
        <p:spPr/>
        <p:txBody>
          <a:bodyPr/>
          <a:lstStyle/>
          <a:p>
            <a:r>
              <a:rPr lang="en-US" dirty="0"/>
              <a:t>So, in the context of a microservice system, this project aims to obtain </a:t>
            </a:r>
            <a:r>
              <a:rPr lang="en-US" dirty="0" err="1"/>
              <a:t>behavioural</a:t>
            </a:r>
            <a:r>
              <a:rPr lang="en-US" dirty="0"/>
              <a:t> flexibility and control.</a:t>
            </a:r>
          </a:p>
          <a:p>
            <a:endParaRPr lang="en-US" dirty="0"/>
          </a:p>
          <a:p>
            <a:r>
              <a:rPr lang="en-US" dirty="0"/>
              <a:t>This control should be at a fine-grained level, more precisely at the method or function level.</a:t>
            </a:r>
          </a:p>
          <a:p>
            <a:endParaRPr lang="en-US" dirty="0"/>
          </a:p>
          <a:p>
            <a:r>
              <a:rPr lang="en-US" dirty="0"/>
              <a:t>Finally, it should happen at runtime, without any need for code recompilation or redeployment.</a:t>
            </a:r>
            <a:endParaRPr lang="en-GB" dirty="0"/>
          </a:p>
          <a:p>
            <a:endParaRPr lang="en-GB" dirty="0"/>
          </a:p>
        </p:txBody>
      </p:sp>
      <p:sp>
        <p:nvSpPr>
          <p:cNvPr id="4" name="Slide Number Placeholder 3">
            <a:extLst>
              <a:ext uri="{FF2B5EF4-FFF2-40B4-BE49-F238E27FC236}">
                <a16:creationId xmlns:a16="http://schemas.microsoft.com/office/drawing/2014/main" id="{A3A47227-A219-39B5-5F6D-DF1E274355AD}"/>
              </a:ext>
            </a:extLst>
          </p:cNvPr>
          <p:cNvSpPr>
            <a:spLocks noGrp="1"/>
          </p:cNvSpPr>
          <p:nvPr>
            <p:ph type="sldNum" sz="quarter" idx="5"/>
          </p:nvPr>
        </p:nvSpPr>
        <p:spPr/>
        <p:txBody>
          <a:bodyPr/>
          <a:lstStyle/>
          <a:p>
            <a:fld id="{A8062F2E-6FDF-4A6B-AB76-08EC33B12539}" type="slidenum">
              <a:rPr lang="it-IT" smtClean="0"/>
              <a:t>10</a:t>
            </a:fld>
            <a:endParaRPr lang="it-IT"/>
          </a:p>
        </p:txBody>
      </p:sp>
    </p:spTree>
    <p:extLst>
      <p:ext uri="{BB962C8B-B14F-4D97-AF65-F5344CB8AC3E}">
        <p14:creationId xmlns:p14="http://schemas.microsoft.com/office/powerpoint/2010/main" val="706172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36ED9-DE49-568C-278C-712A1F71F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1765D-85A7-B896-932C-EAFFDC711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D620E-2FC3-489E-1FB5-CB407C7C7EE2}"/>
              </a:ext>
            </a:extLst>
          </p:cNvPr>
          <p:cNvSpPr>
            <a:spLocks noGrp="1"/>
          </p:cNvSpPr>
          <p:nvPr>
            <p:ph type="body" idx="1"/>
          </p:nvPr>
        </p:nvSpPr>
        <p:spPr/>
        <p:txBody>
          <a:bodyPr/>
          <a:lstStyle/>
          <a:p>
            <a:r>
              <a:rPr lang="en-GB" dirty="0"/>
              <a:t>This is the high-level picture of the goal we would like to reach.</a:t>
            </a:r>
          </a:p>
          <a:p>
            <a:endParaRPr lang="en-GB" dirty="0"/>
          </a:p>
          <a:p>
            <a:r>
              <a:rPr lang="en-GB" dirty="0"/>
              <a:t>On the right-hand side there is the deployed microservice application, changing in behaviour.</a:t>
            </a:r>
          </a:p>
          <a:p>
            <a:endParaRPr lang="en-GB" dirty="0"/>
          </a:p>
          <a:p>
            <a:r>
              <a:rPr lang="en-GB" dirty="0"/>
              <a:t>On the left-hand side, the behavioural configuration manager is an external service that offers an intuitive graphical interface for behavioural configuration and connects to the services within the application to control them.</a:t>
            </a:r>
          </a:p>
        </p:txBody>
      </p:sp>
      <p:sp>
        <p:nvSpPr>
          <p:cNvPr id="4" name="Slide Number Placeholder 3">
            <a:extLst>
              <a:ext uri="{FF2B5EF4-FFF2-40B4-BE49-F238E27FC236}">
                <a16:creationId xmlns:a16="http://schemas.microsoft.com/office/drawing/2014/main" id="{FC23EB98-ADFC-48E4-1887-27D61D6578F5}"/>
              </a:ext>
            </a:extLst>
          </p:cNvPr>
          <p:cNvSpPr>
            <a:spLocks noGrp="1"/>
          </p:cNvSpPr>
          <p:nvPr>
            <p:ph type="sldNum" sz="quarter" idx="5"/>
          </p:nvPr>
        </p:nvSpPr>
        <p:spPr/>
        <p:txBody>
          <a:bodyPr/>
          <a:lstStyle/>
          <a:p>
            <a:fld id="{A8062F2E-6FDF-4A6B-AB76-08EC33B12539}" type="slidenum">
              <a:rPr lang="it-IT" smtClean="0"/>
              <a:t>11</a:t>
            </a:fld>
            <a:endParaRPr lang="it-IT"/>
          </a:p>
        </p:txBody>
      </p:sp>
    </p:spTree>
    <p:extLst>
      <p:ext uri="{BB962C8B-B14F-4D97-AF65-F5344CB8AC3E}">
        <p14:creationId xmlns:p14="http://schemas.microsoft.com/office/powerpoint/2010/main" val="1784927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B30E-7FDE-CB11-2CDD-4E8BDA8D6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AD901-06BA-EC72-3D04-1F212DEE0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2F7B7-DF84-C9CC-85D9-E0BFD7FB467D}"/>
              </a:ext>
            </a:extLst>
          </p:cNvPr>
          <p:cNvSpPr>
            <a:spLocks noGrp="1"/>
          </p:cNvSpPr>
          <p:nvPr>
            <p:ph type="body" idx="1"/>
          </p:nvPr>
        </p:nvSpPr>
        <p:spPr/>
        <p:txBody>
          <a:bodyPr/>
          <a:lstStyle/>
          <a:p>
            <a:r>
              <a:rPr lang="en-GB" dirty="0"/>
              <a:t>The first contribution of this thesis is a development support tool that allows developers to define alternative implementations of the same method in the codebase of a microservice and it automatically takes care of transforming the source code to expose the control of the variants to external managers.</a:t>
            </a:r>
          </a:p>
          <a:p>
            <a:endParaRPr lang="en-GB" dirty="0"/>
          </a:p>
          <a:p>
            <a:r>
              <a:rPr lang="en-GB" dirty="0"/>
              <a:t>The tool is developed to work on java-based projects, so that is why I’m using object oriented jargon in the explanation, like classes or methods.</a:t>
            </a:r>
          </a:p>
          <a:p>
            <a:endParaRPr lang="en-GB" dirty="0"/>
          </a:p>
          <a:p>
            <a:r>
              <a:rPr lang="en-GB" dirty="0"/>
              <a:t>So the first step is to make the developer define some variant implementation for a method. </a:t>
            </a:r>
          </a:p>
          <a:p>
            <a:endParaRPr lang="en-GB" dirty="0"/>
          </a:p>
          <a:p>
            <a:r>
              <a:rPr lang="en-GB" dirty="0"/>
              <a:t>In the slide we can see the example of an image processing method. </a:t>
            </a:r>
          </a:p>
          <a:p>
            <a:r>
              <a:rPr lang="en-GB" dirty="0"/>
              <a:t>On the left-hand side, there is the original implementation, while on the right-hand side, the user places the variant implementation in a different class file (while switching slide).</a:t>
            </a:r>
          </a:p>
        </p:txBody>
      </p:sp>
      <p:sp>
        <p:nvSpPr>
          <p:cNvPr id="4" name="Slide Number Placeholder 3">
            <a:extLst>
              <a:ext uri="{FF2B5EF4-FFF2-40B4-BE49-F238E27FC236}">
                <a16:creationId xmlns:a16="http://schemas.microsoft.com/office/drawing/2014/main" id="{14D201A7-4B69-E9E8-9D0A-C682FC93751D}"/>
              </a:ext>
            </a:extLst>
          </p:cNvPr>
          <p:cNvSpPr>
            <a:spLocks noGrp="1"/>
          </p:cNvSpPr>
          <p:nvPr>
            <p:ph type="sldNum" sz="quarter" idx="5"/>
          </p:nvPr>
        </p:nvSpPr>
        <p:spPr/>
        <p:txBody>
          <a:bodyPr/>
          <a:lstStyle/>
          <a:p>
            <a:fld id="{A8062F2E-6FDF-4A6B-AB76-08EC33B12539}" type="slidenum">
              <a:rPr lang="it-IT" smtClean="0"/>
              <a:t>13</a:t>
            </a:fld>
            <a:endParaRPr lang="it-IT"/>
          </a:p>
        </p:txBody>
      </p:sp>
    </p:spTree>
    <p:extLst>
      <p:ext uri="{BB962C8B-B14F-4D97-AF65-F5344CB8AC3E}">
        <p14:creationId xmlns:p14="http://schemas.microsoft.com/office/powerpoint/2010/main" val="710514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4E47-8284-C7CA-F730-73D383199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981F4-8B48-F5D7-8B91-F5C505BF0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204C2-236B-476A-0E9B-0FA52D58A4B0}"/>
              </a:ext>
            </a:extLst>
          </p:cNvPr>
          <p:cNvSpPr>
            <a:spLocks noGrp="1"/>
          </p:cNvSpPr>
          <p:nvPr>
            <p:ph type="body" idx="1"/>
          </p:nvPr>
        </p:nvSpPr>
        <p:spPr/>
        <p:txBody>
          <a:bodyPr/>
          <a:lstStyle/>
          <a:p>
            <a:r>
              <a:rPr lang="en-US" dirty="0"/>
              <a:t>It is possible to add multiple variants for the same method as well as have multiple methods with variants in the same microservice</a:t>
            </a:r>
            <a:endParaRPr lang="en-GB" dirty="0"/>
          </a:p>
        </p:txBody>
      </p:sp>
      <p:sp>
        <p:nvSpPr>
          <p:cNvPr id="4" name="Slide Number Placeholder 3">
            <a:extLst>
              <a:ext uri="{FF2B5EF4-FFF2-40B4-BE49-F238E27FC236}">
                <a16:creationId xmlns:a16="http://schemas.microsoft.com/office/drawing/2014/main" id="{01FB2745-E86C-BA05-3C4F-C9EB5E7C3718}"/>
              </a:ext>
            </a:extLst>
          </p:cNvPr>
          <p:cNvSpPr>
            <a:spLocks noGrp="1"/>
          </p:cNvSpPr>
          <p:nvPr>
            <p:ph type="sldNum" sz="quarter" idx="5"/>
          </p:nvPr>
        </p:nvSpPr>
        <p:spPr/>
        <p:txBody>
          <a:bodyPr/>
          <a:lstStyle/>
          <a:p>
            <a:fld id="{A8062F2E-6FDF-4A6B-AB76-08EC33B12539}" type="slidenum">
              <a:rPr lang="it-IT" smtClean="0"/>
              <a:t>14</a:t>
            </a:fld>
            <a:endParaRPr lang="it-IT"/>
          </a:p>
        </p:txBody>
      </p:sp>
    </p:spTree>
    <p:extLst>
      <p:ext uri="{BB962C8B-B14F-4D97-AF65-F5344CB8AC3E}">
        <p14:creationId xmlns:p14="http://schemas.microsoft.com/office/powerpoint/2010/main" val="3763725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now consider this to be the whole codebase of the microservice, in which the variants have been defined.</a:t>
            </a:r>
          </a:p>
          <a:p>
            <a:endParaRPr lang="en-US" dirty="0"/>
          </a:p>
          <a:p>
            <a:r>
              <a:rPr lang="en-US" dirty="0"/>
              <a:t>When the development support tool takes over, it first incorporates into the codebase additional components that expose the </a:t>
            </a:r>
            <a:r>
              <a:rPr lang="en-US" dirty="0" err="1"/>
              <a:t>behavioural</a:t>
            </a:r>
            <a:r>
              <a:rPr lang="en-US" dirty="0"/>
              <a:t> control to external agents (while changing slide).</a:t>
            </a:r>
            <a:endParaRPr lang="en-GB" dirty="0"/>
          </a:p>
        </p:txBody>
      </p:sp>
      <p:sp>
        <p:nvSpPr>
          <p:cNvPr id="4" name="Slide Number Placeholder 3"/>
          <p:cNvSpPr>
            <a:spLocks noGrp="1"/>
          </p:cNvSpPr>
          <p:nvPr>
            <p:ph type="sldNum" sz="quarter" idx="5"/>
          </p:nvPr>
        </p:nvSpPr>
        <p:spPr/>
        <p:txBody>
          <a:bodyPr/>
          <a:lstStyle/>
          <a:p>
            <a:fld id="{A8062F2E-6FDF-4A6B-AB76-08EC33B12539}" type="slidenum">
              <a:rPr lang="it-IT" smtClean="0"/>
              <a:t>15</a:t>
            </a:fld>
            <a:endParaRPr lang="it-IT"/>
          </a:p>
        </p:txBody>
      </p:sp>
    </p:spTree>
    <p:extLst>
      <p:ext uri="{BB962C8B-B14F-4D97-AF65-F5344CB8AC3E}">
        <p14:creationId xmlns:p14="http://schemas.microsoft.com/office/powerpoint/2010/main" val="654772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BehaviourRegistry</a:t>
            </a:r>
            <a:r>
              <a:rPr lang="en-GB" dirty="0"/>
              <a:t> is the central data structure that dynamically keeps the mapping between any method with variants and the currently used alternative.</a:t>
            </a:r>
          </a:p>
          <a:p>
            <a:endParaRPr lang="en-GB" dirty="0"/>
          </a:p>
          <a:p>
            <a:r>
              <a:rPr lang="en-GB" dirty="0"/>
              <a:t>The </a:t>
            </a:r>
            <a:r>
              <a:rPr lang="en-GB" dirty="0" err="1"/>
              <a:t>BehaviourController</a:t>
            </a:r>
            <a:r>
              <a:rPr lang="en-GB" dirty="0"/>
              <a:t> exposes the control of these mappings to external agents via HTTP calls.</a:t>
            </a:r>
          </a:p>
          <a:p>
            <a:endParaRPr lang="en-GB" dirty="0"/>
          </a:p>
          <a:p>
            <a:r>
              <a:rPr lang="en-GB" dirty="0"/>
              <a:t>Finally, a source code transformation process takes place in the original codebase to make sure that all methods with variants first query the </a:t>
            </a:r>
            <a:r>
              <a:rPr lang="en-GB" dirty="0" err="1"/>
              <a:t>BehaviourRegistry</a:t>
            </a:r>
            <a:r>
              <a:rPr lang="en-GB" dirty="0"/>
              <a:t> to know which alternative is currently active, and then dispatch the call to the correct implementation.</a:t>
            </a:r>
          </a:p>
        </p:txBody>
      </p:sp>
      <p:sp>
        <p:nvSpPr>
          <p:cNvPr id="4" name="Slide Number Placeholder 3"/>
          <p:cNvSpPr>
            <a:spLocks noGrp="1"/>
          </p:cNvSpPr>
          <p:nvPr>
            <p:ph type="sldNum" sz="quarter" idx="5"/>
          </p:nvPr>
        </p:nvSpPr>
        <p:spPr/>
        <p:txBody>
          <a:bodyPr/>
          <a:lstStyle/>
          <a:p>
            <a:fld id="{A8062F2E-6FDF-4A6B-AB76-08EC33B12539}" type="slidenum">
              <a:rPr lang="it-IT" smtClean="0"/>
              <a:t>16</a:t>
            </a:fld>
            <a:endParaRPr lang="it-IT"/>
          </a:p>
        </p:txBody>
      </p:sp>
    </p:spTree>
    <p:extLst>
      <p:ext uri="{BB962C8B-B14F-4D97-AF65-F5344CB8AC3E}">
        <p14:creationId xmlns:p14="http://schemas.microsoft.com/office/powerpoint/2010/main" val="2013607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Thanks to this first contribution, we can instrument microservices and externalise control of their behaviour.</a:t>
            </a:r>
          </a:p>
          <a:p>
            <a:endParaRPr lang="en-GB" dirty="0"/>
          </a:p>
          <a:p>
            <a:r>
              <a:rPr lang="en-GB" dirty="0"/>
              <a:t>As a second contribution of this project, we developed a separate service, called “The </a:t>
            </a:r>
            <a:r>
              <a:rPr lang="en-GB" dirty="0" err="1"/>
              <a:t>Marionettist</a:t>
            </a:r>
            <a:r>
              <a:rPr lang="en-GB" dirty="0"/>
              <a:t>”, which automatically connects to the </a:t>
            </a:r>
            <a:r>
              <a:rPr lang="en-GB" dirty="0" err="1"/>
              <a:t>BehaviourController</a:t>
            </a:r>
            <a:r>
              <a:rPr lang="en-GB" dirty="0"/>
              <a:t> components and offers an intuitive graphical interface for configuration management.</a:t>
            </a:r>
          </a:p>
        </p:txBody>
      </p:sp>
      <p:sp>
        <p:nvSpPr>
          <p:cNvPr id="4" name="Slide Number Placeholder 3"/>
          <p:cNvSpPr>
            <a:spLocks noGrp="1"/>
          </p:cNvSpPr>
          <p:nvPr>
            <p:ph type="sldNum" sz="quarter" idx="5"/>
          </p:nvPr>
        </p:nvSpPr>
        <p:spPr/>
        <p:txBody>
          <a:bodyPr/>
          <a:lstStyle/>
          <a:p>
            <a:fld id="{A8062F2E-6FDF-4A6B-AB76-08EC33B12539}" type="slidenum">
              <a:rPr lang="it-IT" smtClean="0"/>
              <a:t>17</a:t>
            </a:fld>
            <a:endParaRPr lang="it-IT"/>
          </a:p>
        </p:txBody>
      </p:sp>
    </p:spTree>
    <p:extLst>
      <p:ext uri="{BB962C8B-B14F-4D97-AF65-F5344CB8AC3E}">
        <p14:creationId xmlns:p14="http://schemas.microsoft.com/office/powerpoint/2010/main" val="3113291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4CD6-75C2-3C50-B87E-D25E1A29D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521F1-92A7-BBCC-606E-90E260A3AB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99907-EB5B-3D69-1133-729215E4F506}"/>
              </a:ext>
            </a:extLst>
          </p:cNvPr>
          <p:cNvSpPr>
            <a:spLocks noGrp="1"/>
          </p:cNvSpPr>
          <p:nvPr>
            <p:ph type="body" idx="1"/>
          </p:nvPr>
        </p:nvSpPr>
        <p:spPr/>
        <p:txBody>
          <a:bodyPr/>
          <a:lstStyle/>
          <a:p>
            <a:r>
              <a:rPr lang="en-GB" dirty="0"/>
              <a:t>On top of the Marionette technology, we then wondered where it was possible to design an automated A/B/n testing pipeline.</a:t>
            </a:r>
          </a:p>
          <a:p>
            <a:endParaRPr lang="en-GB" dirty="0"/>
          </a:p>
          <a:p>
            <a:r>
              <a:rPr lang="en-GB" dirty="0"/>
              <a:t>Indeed, we now have the possibility to define variants of behaviour at the method level scattered across the microservices of an application. Therefore, we can try to compare all possible combinations of these behaviours based on some metrics.</a:t>
            </a:r>
          </a:p>
        </p:txBody>
      </p:sp>
      <p:sp>
        <p:nvSpPr>
          <p:cNvPr id="4" name="Slide Number Placeholder 3">
            <a:extLst>
              <a:ext uri="{FF2B5EF4-FFF2-40B4-BE49-F238E27FC236}">
                <a16:creationId xmlns:a16="http://schemas.microsoft.com/office/drawing/2014/main" id="{E7FF9916-1F6B-AD0A-6BB6-DC7B5D7DE643}"/>
              </a:ext>
            </a:extLst>
          </p:cNvPr>
          <p:cNvSpPr>
            <a:spLocks noGrp="1"/>
          </p:cNvSpPr>
          <p:nvPr>
            <p:ph type="sldNum" sz="quarter" idx="5"/>
          </p:nvPr>
        </p:nvSpPr>
        <p:spPr/>
        <p:txBody>
          <a:bodyPr/>
          <a:lstStyle/>
          <a:p>
            <a:fld id="{A8062F2E-6FDF-4A6B-AB76-08EC33B12539}" type="slidenum">
              <a:rPr lang="it-IT" smtClean="0"/>
              <a:t>18</a:t>
            </a:fld>
            <a:endParaRPr lang="it-IT"/>
          </a:p>
        </p:txBody>
      </p:sp>
    </p:spTree>
    <p:extLst>
      <p:ext uri="{BB962C8B-B14F-4D97-AF65-F5344CB8AC3E}">
        <p14:creationId xmlns:p14="http://schemas.microsoft.com/office/powerpoint/2010/main" val="936369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A668D-2B62-8DA5-2C4D-5F0D019EB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89FD-817C-EA3E-0515-8181F33B9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11D9B-AD60-CC0E-B8C8-7C50D9D7343F}"/>
              </a:ext>
            </a:extLst>
          </p:cNvPr>
          <p:cNvSpPr>
            <a:spLocks noGrp="1"/>
          </p:cNvSpPr>
          <p:nvPr>
            <p:ph type="body" idx="1"/>
          </p:nvPr>
        </p:nvSpPr>
        <p:spPr/>
        <p:txBody>
          <a:bodyPr/>
          <a:lstStyle/>
          <a:p>
            <a:r>
              <a:rPr lang="en-US" dirty="0"/>
              <a:t>The A/B/n testing pipeline was integrated in the </a:t>
            </a:r>
            <a:r>
              <a:rPr lang="en-US" dirty="0" err="1"/>
              <a:t>Marionettist</a:t>
            </a:r>
            <a:r>
              <a:rPr lang="en-US" dirty="0"/>
              <a:t> service.</a:t>
            </a:r>
          </a:p>
          <a:p>
            <a:r>
              <a:rPr lang="en-US" dirty="0"/>
              <a:t>It first generates all possible system-level configurations, and it equally splits the total time allocated for the test across configurations. Then it runs a loop of three steps for each configuration.</a:t>
            </a:r>
          </a:p>
          <a:p>
            <a:endParaRPr lang="en-US" dirty="0"/>
          </a:p>
          <a:p>
            <a:r>
              <a:rPr lang="en-US" dirty="0"/>
              <a:t>First, it applies the current configuration on the microservices. It then waits for the allocated time slot to observe how the application performs. Finally, it extracts runtime metrics that will be used for comparison.</a:t>
            </a:r>
          </a:p>
          <a:p>
            <a:endParaRPr lang="en-US" dirty="0"/>
          </a:p>
          <a:p>
            <a:r>
              <a:rPr lang="en-US" dirty="0"/>
              <a:t>It is relevant to notice that the metrics extracted from the running system, as well as the total duration of the test, are parametrizable by the user.</a:t>
            </a:r>
          </a:p>
          <a:p>
            <a:endParaRPr lang="en-US" dirty="0"/>
          </a:p>
          <a:p>
            <a:r>
              <a:rPr lang="en-GB" dirty="0"/>
              <a:t>At the end, the pipeline produces a ranking of the three top performing ones based on the monitored metrics. The ranking is generated by comparing the configurations with a lexicographic strategy. The system first compares configurations against the first metric defined by the user in order of priority. Only when there is a tie, the second metric is employed and so on so forth.</a:t>
            </a:r>
          </a:p>
        </p:txBody>
      </p:sp>
      <p:sp>
        <p:nvSpPr>
          <p:cNvPr id="4" name="Slide Number Placeholder 3">
            <a:extLst>
              <a:ext uri="{FF2B5EF4-FFF2-40B4-BE49-F238E27FC236}">
                <a16:creationId xmlns:a16="http://schemas.microsoft.com/office/drawing/2014/main" id="{BEA82D14-987E-1EAE-71C6-72A02E7E5675}"/>
              </a:ext>
            </a:extLst>
          </p:cNvPr>
          <p:cNvSpPr>
            <a:spLocks noGrp="1"/>
          </p:cNvSpPr>
          <p:nvPr>
            <p:ph type="sldNum" sz="quarter" idx="5"/>
          </p:nvPr>
        </p:nvSpPr>
        <p:spPr/>
        <p:txBody>
          <a:bodyPr/>
          <a:lstStyle/>
          <a:p>
            <a:fld id="{A8062F2E-6FDF-4A6B-AB76-08EC33B12539}" type="slidenum">
              <a:rPr lang="it-IT" smtClean="0"/>
              <a:t>19</a:t>
            </a:fld>
            <a:endParaRPr lang="it-IT"/>
          </a:p>
        </p:txBody>
      </p:sp>
    </p:spTree>
    <p:extLst>
      <p:ext uri="{BB962C8B-B14F-4D97-AF65-F5344CB8AC3E}">
        <p14:creationId xmlns:p14="http://schemas.microsoft.com/office/powerpoint/2010/main" val="3759078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now employ the technology on a real microservice-based application.</a:t>
            </a:r>
          </a:p>
        </p:txBody>
      </p:sp>
      <p:sp>
        <p:nvSpPr>
          <p:cNvPr id="4" name="Slide Number Placeholder 3"/>
          <p:cNvSpPr>
            <a:spLocks noGrp="1"/>
          </p:cNvSpPr>
          <p:nvPr>
            <p:ph type="sldNum" sz="quarter" idx="5"/>
          </p:nvPr>
        </p:nvSpPr>
        <p:spPr/>
        <p:txBody>
          <a:bodyPr/>
          <a:lstStyle/>
          <a:p>
            <a:fld id="{A8062F2E-6FDF-4A6B-AB76-08EC33B12539}" type="slidenum">
              <a:rPr lang="it-IT" smtClean="0"/>
              <a:t>20</a:t>
            </a:fld>
            <a:endParaRPr lang="it-IT"/>
          </a:p>
        </p:txBody>
      </p:sp>
    </p:spTree>
    <p:extLst>
      <p:ext uri="{BB962C8B-B14F-4D97-AF65-F5344CB8AC3E}">
        <p14:creationId xmlns:p14="http://schemas.microsoft.com/office/powerpoint/2010/main" val="35351055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experimentation was run on a custom application, called the Outfit App. </a:t>
            </a:r>
          </a:p>
          <a:p>
            <a:endParaRPr lang="en-GB" dirty="0"/>
          </a:p>
          <a:p>
            <a:r>
              <a:rPr lang="en-GB" dirty="0"/>
              <a:t>This application allows users to see a gallery of pictures about outfit ideas and upload images of their favourite outfits.</a:t>
            </a:r>
          </a:p>
          <a:p>
            <a:endParaRPr lang="en-GB" dirty="0"/>
          </a:p>
          <a:p>
            <a:r>
              <a:rPr lang="en-GB" dirty="0"/>
              <a:t>It is composed of three microservices. All images uploaded by users are stored in the Image store service. The image processor on top extracts images from the image store, processes them to enhance their appearance and returns them to the UI service, which builds the UI for the user.</a:t>
            </a:r>
          </a:p>
        </p:txBody>
      </p:sp>
      <p:sp>
        <p:nvSpPr>
          <p:cNvPr id="4" name="Slide Number Placeholder 3"/>
          <p:cNvSpPr>
            <a:spLocks noGrp="1"/>
          </p:cNvSpPr>
          <p:nvPr>
            <p:ph type="sldNum" sz="quarter" idx="5"/>
          </p:nvPr>
        </p:nvSpPr>
        <p:spPr/>
        <p:txBody>
          <a:bodyPr/>
          <a:lstStyle/>
          <a:p>
            <a:fld id="{A8062F2E-6FDF-4A6B-AB76-08EC33B12539}" type="slidenum">
              <a:rPr lang="it-IT" smtClean="0"/>
              <a:t>21</a:t>
            </a:fld>
            <a:endParaRPr lang="it-IT"/>
          </a:p>
        </p:txBody>
      </p:sp>
    </p:spTree>
    <p:extLst>
      <p:ext uri="{BB962C8B-B14F-4D97-AF65-F5344CB8AC3E}">
        <p14:creationId xmlns:p14="http://schemas.microsoft.com/office/powerpoint/2010/main" val="11357802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injected four variation points across the services of the outfit app.</a:t>
            </a:r>
          </a:p>
          <a:p>
            <a:endParaRPr lang="en-GB" dirty="0"/>
          </a:p>
          <a:p>
            <a:r>
              <a:rPr lang="en-GB" dirty="0"/>
              <a:t>The UI service contains a more or less complex version of the UI.</a:t>
            </a:r>
          </a:p>
          <a:p>
            <a:endParaRPr lang="en-GB" dirty="0"/>
          </a:p>
          <a:p>
            <a:r>
              <a:rPr lang="en-GB" dirty="0"/>
              <a:t>The image store service can use compression to reduce the size of pictures uploaded by users or leave them untouched.</a:t>
            </a:r>
          </a:p>
          <a:p>
            <a:endParaRPr lang="en-GB" dirty="0"/>
          </a:p>
          <a:p>
            <a:r>
              <a:rPr lang="en-GB" dirty="0"/>
              <a:t>The image processor service contains two versions of the image processing algorithm. The Manual version applies raw bit a bit manipulation, while the other one leverages an external library specialised in image processing.</a:t>
            </a:r>
          </a:p>
          <a:p>
            <a:endParaRPr lang="en-GB" dirty="0"/>
          </a:p>
          <a:p>
            <a:r>
              <a:rPr lang="en-GB" dirty="0"/>
              <a:t>Moreover, it is possible to enable or disable a caching feature in the </a:t>
            </a:r>
            <a:r>
              <a:rPr lang="en-GB" dirty="0" err="1"/>
              <a:t>imageprocessor</a:t>
            </a:r>
            <a:r>
              <a:rPr lang="en-GB" dirty="0"/>
              <a:t>. With the cache disabled, the image processor fetches fresh images from the </a:t>
            </a:r>
            <a:r>
              <a:rPr lang="en-GB" dirty="0" err="1"/>
              <a:t>imagestore</a:t>
            </a:r>
            <a:r>
              <a:rPr lang="en-GB" dirty="0"/>
              <a:t> for each user request, while with the cache active, it is possible to share already processed images across user requests.</a:t>
            </a:r>
          </a:p>
          <a:p>
            <a:endParaRPr lang="en-GB" dirty="0"/>
          </a:p>
          <a:p>
            <a:r>
              <a:rPr lang="en-GB" dirty="0"/>
              <a:t>These four variation points generate 16 total combinations at the system-level.</a:t>
            </a:r>
          </a:p>
          <a:p>
            <a:endParaRPr lang="en-GB" dirty="0"/>
          </a:p>
          <a:p>
            <a:r>
              <a:rPr lang="en-GB" dirty="0"/>
              <a:t>The collected metrics are the response time, the JVM memory usage and the CPU usage.</a:t>
            </a:r>
          </a:p>
          <a:p>
            <a:endParaRPr lang="en-GB" dirty="0"/>
          </a:p>
          <a:p>
            <a:r>
              <a:rPr lang="en-GB" dirty="0"/>
              <a:t>The experiment ran for 8 hours, which means that each configuration was tested for half an hour.</a:t>
            </a:r>
          </a:p>
        </p:txBody>
      </p:sp>
      <p:sp>
        <p:nvSpPr>
          <p:cNvPr id="4" name="Slide Number Placeholder 3"/>
          <p:cNvSpPr>
            <a:spLocks noGrp="1"/>
          </p:cNvSpPr>
          <p:nvPr>
            <p:ph type="sldNum" sz="quarter" idx="5"/>
          </p:nvPr>
        </p:nvSpPr>
        <p:spPr/>
        <p:txBody>
          <a:bodyPr/>
          <a:lstStyle/>
          <a:p>
            <a:fld id="{A8062F2E-6FDF-4A6B-AB76-08EC33B12539}" type="slidenum">
              <a:rPr lang="it-IT" smtClean="0"/>
              <a:t>22</a:t>
            </a:fld>
            <a:endParaRPr lang="it-IT"/>
          </a:p>
        </p:txBody>
      </p:sp>
    </p:spTree>
    <p:extLst>
      <p:ext uri="{BB962C8B-B14F-4D97-AF65-F5344CB8AC3E}">
        <p14:creationId xmlns:p14="http://schemas.microsoft.com/office/powerpoint/2010/main" val="2072630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28C20-7A7D-12D6-4B8A-68EA70992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D389-0F7E-5B9F-32B0-B2331C118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A12100-3B94-6959-B4AF-A367B8469476}"/>
              </a:ext>
            </a:extLst>
          </p:cNvPr>
          <p:cNvSpPr>
            <a:spLocks noGrp="1"/>
          </p:cNvSpPr>
          <p:nvPr>
            <p:ph type="body" idx="1"/>
          </p:nvPr>
        </p:nvSpPr>
        <p:spPr/>
        <p:txBody>
          <a:bodyPr/>
          <a:lstStyle/>
          <a:p>
            <a:r>
              <a:rPr lang="en-US" dirty="0"/>
              <a:t>These are the top three configurations coming out from the experiment.</a:t>
            </a:r>
          </a:p>
          <a:p>
            <a:endParaRPr lang="en-US" dirty="0"/>
          </a:p>
          <a:p>
            <a:r>
              <a:rPr lang="en-US" dirty="0"/>
              <a:t>We can notice that some </a:t>
            </a:r>
            <a:r>
              <a:rPr lang="en-US" dirty="0" err="1"/>
              <a:t>behavioural</a:t>
            </a:r>
            <a:r>
              <a:rPr lang="en-US" dirty="0"/>
              <a:t> choices remain consistent across top configurations, like for the UI and Image store services.</a:t>
            </a:r>
          </a:p>
          <a:p>
            <a:endParaRPr lang="en-US" dirty="0"/>
          </a:p>
          <a:p>
            <a:r>
              <a:rPr lang="en-US" dirty="0"/>
              <a:t>On the other hand, the configuration in the image processor is more variable and reveals a tradeoff that we can better </a:t>
            </a:r>
            <a:r>
              <a:rPr lang="en-US" dirty="0" err="1"/>
              <a:t>analyse</a:t>
            </a:r>
            <a:r>
              <a:rPr lang="en-US" dirty="0"/>
              <a:t> through data.</a:t>
            </a:r>
            <a:endParaRPr lang="en-GB" dirty="0"/>
          </a:p>
        </p:txBody>
      </p:sp>
      <p:sp>
        <p:nvSpPr>
          <p:cNvPr id="4" name="Slide Number Placeholder 3">
            <a:extLst>
              <a:ext uri="{FF2B5EF4-FFF2-40B4-BE49-F238E27FC236}">
                <a16:creationId xmlns:a16="http://schemas.microsoft.com/office/drawing/2014/main" id="{D0612BDF-3870-E84B-E779-948295BA957F}"/>
              </a:ext>
            </a:extLst>
          </p:cNvPr>
          <p:cNvSpPr>
            <a:spLocks noGrp="1"/>
          </p:cNvSpPr>
          <p:nvPr>
            <p:ph type="sldNum" sz="quarter" idx="5"/>
          </p:nvPr>
        </p:nvSpPr>
        <p:spPr/>
        <p:txBody>
          <a:bodyPr/>
          <a:lstStyle/>
          <a:p>
            <a:fld id="{A8062F2E-6FDF-4A6B-AB76-08EC33B12539}" type="slidenum">
              <a:rPr lang="it-IT" smtClean="0"/>
              <a:t>23</a:t>
            </a:fld>
            <a:endParaRPr lang="it-IT"/>
          </a:p>
        </p:txBody>
      </p:sp>
    </p:spTree>
    <p:extLst>
      <p:ext uri="{BB962C8B-B14F-4D97-AF65-F5344CB8AC3E}">
        <p14:creationId xmlns:p14="http://schemas.microsoft.com/office/powerpoint/2010/main" val="155728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4521F-4331-2032-3AFD-A6715B96A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78C5B-F790-BE12-68C3-F8ACEA345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8A875-7586-71FD-628A-0D610DA7E42D}"/>
              </a:ext>
            </a:extLst>
          </p:cNvPr>
          <p:cNvSpPr>
            <a:spLocks noGrp="1"/>
          </p:cNvSpPr>
          <p:nvPr>
            <p:ph type="body" idx="1"/>
          </p:nvPr>
        </p:nvSpPr>
        <p:spPr/>
        <p:txBody>
          <a:bodyPr/>
          <a:lstStyle/>
          <a:p>
            <a:r>
              <a:rPr lang="en-GB" dirty="0"/>
              <a:t>This is one of the plot that is automatically generated by the system at the end of the test.</a:t>
            </a:r>
          </a:p>
          <a:p>
            <a:endParaRPr lang="en-GB" dirty="0"/>
          </a:p>
          <a:p>
            <a:r>
              <a:rPr lang="en-GB" dirty="0"/>
              <a:t>There is a subplot for each metric. Each subplot has the list of services on the x-axis and each colour corresponds to a different system-level configuration, in order of ranking.</a:t>
            </a:r>
          </a:p>
        </p:txBody>
      </p:sp>
      <p:sp>
        <p:nvSpPr>
          <p:cNvPr id="4" name="Slide Number Placeholder 3">
            <a:extLst>
              <a:ext uri="{FF2B5EF4-FFF2-40B4-BE49-F238E27FC236}">
                <a16:creationId xmlns:a16="http://schemas.microsoft.com/office/drawing/2014/main" id="{6115426B-9048-2C79-C6CE-EF8EC419474C}"/>
              </a:ext>
            </a:extLst>
          </p:cNvPr>
          <p:cNvSpPr>
            <a:spLocks noGrp="1"/>
          </p:cNvSpPr>
          <p:nvPr>
            <p:ph type="sldNum" sz="quarter" idx="5"/>
          </p:nvPr>
        </p:nvSpPr>
        <p:spPr/>
        <p:txBody>
          <a:bodyPr/>
          <a:lstStyle/>
          <a:p>
            <a:fld id="{A8062F2E-6FDF-4A6B-AB76-08EC33B12539}" type="slidenum">
              <a:rPr lang="it-IT" smtClean="0"/>
              <a:t>24</a:t>
            </a:fld>
            <a:endParaRPr lang="it-IT"/>
          </a:p>
        </p:txBody>
      </p:sp>
    </p:spTree>
    <p:extLst>
      <p:ext uri="{BB962C8B-B14F-4D97-AF65-F5344CB8AC3E}">
        <p14:creationId xmlns:p14="http://schemas.microsoft.com/office/powerpoint/2010/main" val="1635436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75736-F88D-90BF-9A1A-173A69A95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037C1-81B5-FC54-AE8A-620DE24F3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296A5-D46D-DE19-2FC0-5D367D6F2537}"/>
              </a:ext>
            </a:extLst>
          </p:cNvPr>
          <p:cNvSpPr>
            <a:spLocks noGrp="1"/>
          </p:cNvSpPr>
          <p:nvPr>
            <p:ph type="body" idx="1"/>
          </p:nvPr>
        </p:nvSpPr>
        <p:spPr/>
        <p:txBody>
          <a:bodyPr/>
          <a:lstStyle/>
          <a:p>
            <a:r>
              <a:rPr lang="en-US" dirty="0"/>
              <a:t>If we focus on the response time, we can see that the results are quite uniform across configurations.</a:t>
            </a:r>
          </a:p>
          <a:p>
            <a:endParaRPr lang="en-US" dirty="0"/>
          </a:p>
          <a:p>
            <a:r>
              <a:rPr lang="en-US" dirty="0"/>
              <a:t>This originally surprised me because I designed the cache component in the image processor as an improvement on the response time.</a:t>
            </a:r>
          </a:p>
          <a:p>
            <a:endParaRPr lang="en-US" dirty="0"/>
          </a:p>
          <a:p>
            <a:r>
              <a:rPr lang="en-US" dirty="0"/>
              <a:t>A more accurate analysis of the code made me </a:t>
            </a:r>
            <a:r>
              <a:rPr lang="en-US" dirty="0" err="1"/>
              <a:t>realise</a:t>
            </a:r>
            <a:r>
              <a:rPr lang="en-US" dirty="0"/>
              <a:t> that the cache was not that impactful on the response time because it had to manage thread safety through a locking-based mechanism. The read-write lock blocks any concurrent read and write operation while a write is in progress.</a:t>
            </a:r>
            <a:endParaRPr lang="en-GB" dirty="0"/>
          </a:p>
        </p:txBody>
      </p:sp>
      <p:sp>
        <p:nvSpPr>
          <p:cNvPr id="4" name="Slide Number Placeholder 3">
            <a:extLst>
              <a:ext uri="{FF2B5EF4-FFF2-40B4-BE49-F238E27FC236}">
                <a16:creationId xmlns:a16="http://schemas.microsoft.com/office/drawing/2014/main" id="{1ABE8B8F-2FD9-0FE0-CD94-91329AAD4C7F}"/>
              </a:ext>
            </a:extLst>
          </p:cNvPr>
          <p:cNvSpPr>
            <a:spLocks noGrp="1"/>
          </p:cNvSpPr>
          <p:nvPr>
            <p:ph type="sldNum" sz="quarter" idx="5"/>
          </p:nvPr>
        </p:nvSpPr>
        <p:spPr/>
        <p:txBody>
          <a:bodyPr/>
          <a:lstStyle/>
          <a:p>
            <a:fld id="{A8062F2E-6FDF-4A6B-AB76-08EC33B12539}" type="slidenum">
              <a:rPr lang="it-IT" smtClean="0"/>
              <a:t>25</a:t>
            </a:fld>
            <a:endParaRPr lang="it-IT"/>
          </a:p>
        </p:txBody>
      </p:sp>
    </p:spTree>
    <p:extLst>
      <p:ext uri="{BB962C8B-B14F-4D97-AF65-F5344CB8AC3E}">
        <p14:creationId xmlns:p14="http://schemas.microsoft.com/office/powerpoint/2010/main" val="754522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1DBFE-2E1D-F304-562B-33B144ED5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4D84F-CD4E-06C2-3964-80C17DC88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9A53E-321A-5F39-49CD-F2D3F5A9F103}"/>
              </a:ext>
            </a:extLst>
          </p:cNvPr>
          <p:cNvSpPr>
            <a:spLocks noGrp="1"/>
          </p:cNvSpPr>
          <p:nvPr>
            <p:ph type="body" idx="1"/>
          </p:nvPr>
        </p:nvSpPr>
        <p:spPr/>
        <p:txBody>
          <a:bodyPr/>
          <a:lstStyle/>
          <a:p>
            <a:r>
              <a:rPr lang="en-US" dirty="0"/>
              <a:t>If we focus on the response time, we can see that the results are quite uniform across configurations.</a:t>
            </a:r>
          </a:p>
          <a:p>
            <a:endParaRPr lang="en-US" dirty="0"/>
          </a:p>
          <a:p>
            <a:r>
              <a:rPr lang="en-US" dirty="0"/>
              <a:t>This originally surprised me because I designed the cache component in the image processor as an improvement on the response time.</a:t>
            </a:r>
          </a:p>
          <a:p>
            <a:endParaRPr lang="en-US" dirty="0"/>
          </a:p>
          <a:p>
            <a:r>
              <a:rPr lang="en-US" dirty="0"/>
              <a:t>A more accurate analysis of the code made me </a:t>
            </a:r>
            <a:r>
              <a:rPr lang="en-US" dirty="0" err="1"/>
              <a:t>realise</a:t>
            </a:r>
            <a:r>
              <a:rPr lang="en-US" dirty="0"/>
              <a:t> that the cache was not that impactful on the response time because it had to manage thread safety through a locking-based mechanism. The read-write lock blocks any concurrent read and write operation while a write is in progress.</a:t>
            </a:r>
            <a:endParaRPr lang="en-GB" dirty="0"/>
          </a:p>
        </p:txBody>
      </p:sp>
      <p:sp>
        <p:nvSpPr>
          <p:cNvPr id="4" name="Slide Number Placeholder 3">
            <a:extLst>
              <a:ext uri="{FF2B5EF4-FFF2-40B4-BE49-F238E27FC236}">
                <a16:creationId xmlns:a16="http://schemas.microsoft.com/office/drawing/2014/main" id="{D8544D8F-95D8-BBD6-AE98-CF4CF50C9E86}"/>
              </a:ext>
            </a:extLst>
          </p:cNvPr>
          <p:cNvSpPr>
            <a:spLocks noGrp="1"/>
          </p:cNvSpPr>
          <p:nvPr>
            <p:ph type="sldNum" sz="quarter" idx="5"/>
          </p:nvPr>
        </p:nvSpPr>
        <p:spPr/>
        <p:txBody>
          <a:bodyPr/>
          <a:lstStyle/>
          <a:p>
            <a:fld id="{A8062F2E-6FDF-4A6B-AB76-08EC33B12539}" type="slidenum">
              <a:rPr lang="it-IT" smtClean="0"/>
              <a:t>26</a:t>
            </a:fld>
            <a:endParaRPr lang="it-IT"/>
          </a:p>
        </p:txBody>
      </p:sp>
    </p:spTree>
    <p:extLst>
      <p:ext uri="{BB962C8B-B14F-4D97-AF65-F5344CB8AC3E}">
        <p14:creationId xmlns:p14="http://schemas.microsoft.com/office/powerpoint/2010/main" val="28629952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A05FA-9367-DFB9-3740-F98E34068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A1A3B-FD14-B050-CE8C-D46D28474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A31003-D654-346A-90CF-A7EC500792EF}"/>
              </a:ext>
            </a:extLst>
          </p:cNvPr>
          <p:cNvSpPr>
            <a:spLocks noGrp="1"/>
          </p:cNvSpPr>
          <p:nvPr>
            <p:ph type="body" idx="1"/>
          </p:nvPr>
        </p:nvSpPr>
        <p:spPr/>
        <p:txBody>
          <a:bodyPr/>
          <a:lstStyle/>
          <a:p>
            <a:r>
              <a:rPr lang="en-GB" dirty="0"/>
              <a:t>Now let’s focus our attention on the memory and </a:t>
            </a:r>
            <a:r>
              <a:rPr lang="en-GB" dirty="0" err="1"/>
              <a:t>cpu</a:t>
            </a:r>
            <a:r>
              <a:rPr lang="en-GB" dirty="0"/>
              <a:t> usage.</a:t>
            </a:r>
          </a:p>
          <a:p>
            <a:endParaRPr lang="en-GB" dirty="0"/>
          </a:p>
          <a:p>
            <a:r>
              <a:rPr lang="en-GB" dirty="0"/>
              <a:t>We can narrow down the analysis to the image processor which is the only service changing in configuration.</a:t>
            </a:r>
          </a:p>
        </p:txBody>
      </p:sp>
      <p:sp>
        <p:nvSpPr>
          <p:cNvPr id="4" name="Slide Number Placeholder 3">
            <a:extLst>
              <a:ext uri="{FF2B5EF4-FFF2-40B4-BE49-F238E27FC236}">
                <a16:creationId xmlns:a16="http://schemas.microsoft.com/office/drawing/2014/main" id="{78008725-A4DB-23F0-BAAE-9E7A6AD2D01A}"/>
              </a:ext>
            </a:extLst>
          </p:cNvPr>
          <p:cNvSpPr>
            <a:spLocks noGrp="1"/>
          </p:cNvSpPr>
          <p:nvPr>
            <p:ph type="sldNum" sz="quarter" idx="5"/>
          </p:nvPr>
        </p:nvSpPr>
        <p:spPr/>
        <p:txBody>
          <a:bodyPr/>
          <a:lstStyle/>
          <a:p>
            <a:fld id="{A8062F2E-6FDF-4A6B-AB76-08EC33B12539}" type="slidenum">
              <a:rPr lang="it-IT" smtClean="0"/>
              <a:t>27</a:t>
            </a:fld>
            <a:endParaRPr lang="it-IT"/>
          </a:p>
        </p:txBody>
      </p:sp>
    </p:spTree>
    <p:extLst>
      <p:ext uri="{BB962C8B-B14F-4D97-AF65-F5344CB8AC3E}">
        <p14:creationId xmlns:p14="http://schemas.microsoft.com/office/powerpoint/2010/main" val="25154074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4649-7B11-5ADF-7D71-61E4E2116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D966F-FA1C-0B65-3F97-C080A56C4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4E903-7381-8848-A866-08B1C830FEA1}"/>
              </a:ext>
            </a:extLst>
          </p:cNvPr>
          <p:cNvSpPr>
            <a:spLocks noGrp="1"/>
          </p:cNvSpPr>
          <p:nvPr>
            <p:ph type="body" idx="1"/>
          </p:nvPr>
        </p:nvSpPr>
        <p:spPr/>
        <p:txBody>
          <a:bodyPr/>
          <a:lstStyle/>
          <a:p>
            <a:r>
              <a:rPr lang="en-GB" dirty="0"/>
              <a:t>The data shows that avoiding the cache increases memory consumption, which is understandable since for every user request, the image processor must fetch the images again and reprocess them.</a:t>
            </a:r>
          </a:p>
          <a:p>
            <a:endParaRPr lang="en-GB" dirty="0"/>
          </a:p>
          <a:p>
            <a:r>
              <a:rPr lang="en-GB" dirty="0"/>
              <a:t>On the other hand, the absence of the cache to be managed halves the </a:t>
            </a:r>
            <a:r>
              <a:rPr lang="en-GB" dirty="0" err="1"/>
              <a:t>cpu</a:t>
            </a:r>
            <a:r>
              <a:rPr lang="en-GB" dirty="0"/>
              <a:t> usage.</a:t>
            </a:r>
          </a:p>
        </p:txBody>
      </p:sp>
      <p:sp>
        <p:nvSpPr>
          <p:cNvPr id="4" name="Slide Number Placeholder 3">
            <a:extLst>
              <a:ext uri="{FF2B5EF4-FFF2-40B4-BE49-F238E27FC236}">
                <a16:creationId xmlns:a16="http://schemas.microsoft.com/office/drawing/2014/main" id="{BD3FE0FC-9E32-177A-2002-72C903C295F2}"/>
              </a:ext>
            </a:extLst>
          </p:cNvPr>
          <p:cNvSpPr>
            <a:spLocks noGrp="1"/>
          </p:cNvSpPr>
          <p:nvPr>
            <p:ph type="sldNum" sz="quarter" idx="5"/>
          </p:nvPr>
        </p:nvSpPr>
        <p:spPr/>
        <p:txBody>
          <a:bodyPr/>
          <a:lstStyle/>
          <a:p>
            <a:fld id="{A8062F2E-6FDF-4A6B-AB76-08EC33B12539}" type="slidenum">
              <a:rPr lang="it-IT" smtClean="0"/>
              <a:t>28</a:t>
            </a:fld>
            <a:endParaRPr lang="it-IT"/>
          </a:p>
        </p:txBody>
      </p:sp>
    </p:spTree>
    <p:extLst>
      <p:ext uri="{BB962C8B-B14F-4D97-AF65-F5344CB8AC3E}">
        <p14:creationId xmlns:p14="http://schemas.microsoft.com/office/powerpoint/2010/main" val="2304110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34279-2C6C-08C6-F41F-0CF0262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85793-B4BA-F5D1-8301-00340552CA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B282B-68E7-6EA6-751A-4BDEC4C6FA79}"/>
              </a:ext>
            </a:extLst>
          </p:cNvPr>
          <p:cNvSpPr>
            <a:spLocks noGrp="1"/>
          </p:cNvSpPr>
          <p:nvPr>
            <p:ph type="body" idx="1"/>
          </p:nvPr>
        </p:nvSpPr>
        <p:spPr/>
        <p:txBody>
          <a:bodyPr/>
          <a:lstStyle/>
          <a:p>
            <a:r>
              <a:rPr lang="en-GB" dirty="0"/>
              <a:t>The second part of the experimentation was about measuring the overhead introduced by the marionette instrumentation. By comparing the execution time of three different methods before and after the source code transformation, we obtained consistent results between 4 and 6% of relative overhead. </a:t>
            </a:r>
          </a:p>
          <a:p>
            <a:endParaRPr lang="en-GB" dirty="0"/>
          </a:p>
          <a:p>
            <a:r>
              <a:rPr lang="en-GB" dirty="0"/>
              <a:t>Therefore, when adopting the framework, developers should ponder whether the behavioural flexibility offered by the system outweighs the relatively small execution overhead.</a:t>
            </a:r>
          </a:p>
        </p:txBody>
      </p:sp>
      <p:sp>
        <p:nvSpPr>
          <p:cNvPr id="4" name="Slide Number Placeholder 3">
            <a:extLst>
              <a:ext uri="{FF2B5EF4-FFF2-40B4-BE49-F238E27FC236}">
                <a16:creationId xmlns:a16="http://schemas.microsoft.com/office/drawing/2014/main" id="{C2951CD4-4DEE-1A26-C38A-963D81E70A8E}"/>
              </a:ext>
            </a:extLst>
          </p:cNvPr>
          <p:cNvSpPr>
            <a:spLocks noGrp="1"/>
          </p:cNvSpPr>
          <p:nvPr>
            <p:ph type="sldNum" sz="quarter" idx="5"/>
          </p:nvPr>
        </p:nvSpPr>
        <p:spPr/>
        <p:txBody>
          <a:bodyPr/>
          <a:lstStyle/>
          <a:p>
            <a:fld id="{A8062F2E-6FDF-4A6B-AB76-08EC33B12539}" type="slidenum">
              <a:rPr lang="it-IT" smtClean="0"/>
              <a:t>29</a:t>
            </a:fld>
            <a:endParaRPr lang="it-IT"/>
          </a:p>
        </p:txBody>
      </p:sp>
    </p:spTree>
    <p:extLst>
      <p:ext uri="{BB962C8B-B14F-4D97-AF65-F5344CB8AC3E}">
        <p14:creationId xmlns:p14="http://schemas.microsoft.com/office/powerpoint/2010/main" val="368859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ran some analysis on the source code to try to quantify the development gains when adopting the Marionette framework. The codebase, as of now, contains more than 8 thousands lines of code if we count all components of the solution. This represents substantial development effort that is taken care of automatically by adopting the framework directly.</a:t>
            </a:r>
            <a:endParaRPr lang="en-GB" dirty="0"/>
          </a:p>
        </p:txBody>
      </p:sp>
      <p:sp>
        <p:nvSpPr>
          <p:cNvPr id="4" name="Slide Number Placeholder 3"/>
          <p:cNvSpPr>
            <a:spLocks noGrp="1"/>
          </p:cNvSpPr>
          <p:nvPr>
            <p:ph type="sldNum" sz="quarter" idx="5"/>
          </p:nvPr>
        </p:nvSpPr>
        <p:spPr/>
        <p:txBody>
          <a:bodyPr/>
          <a:lstStyle/>
          <a:p>
            <a:fld id="{A8062F2E-6FDF-4A6B-AB76-08EC33B12539}" type="slidenum">
              <a:rPr lang="it-IT" smtClean="0"/>
              <a:t>30</a:t>
            </a:fld>
            <a:endParaRPr lang="it-IT"/>
          </a:p>
        </p:txBody>
      </p:sp>
    </p:spTree>
    <p:extLst>
      <p:ext uri="{BB962C8B-B14F-4D97-AF65-F5344CB8AC3E}">
        <p14:creationId xmlns:p14="http://schemas.microsoft.com/office/powerpoint/2010/main" val="24733592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BA602-956B-89C8-01F1-D99D924BD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62F3B-15EE-2A42-FFFA-3686B42F7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D818D-F6A7-B793-817E-168E915804D9}"/>
              </a:ext>
            </a:extLst>
          </p:cNvPr>
          <p:cNvSpPr>
            <a:spLocks noGrp="1"/>
          </p:cNvSpPr>
          <p:nvPr>
            <p:ph type="body" idx="1"/>
          </p:nvPr>
        </p:nvSpPr>
        <p:spPr/>
        <p:txBody>
          <a:bodyPr/>
          <a:lstStyle/>
          <a:p>
            <a:r>
              <a:rPr lang="en-GB" dirty="0"/>
              <a:t>So these are the conclusions that we can draw at the end of the experimentation on the advantages of the A/B/n testing pipeline.</a:t>
            </a:r>
          </a:p>
        </p:txBody>
      </p:sp>
      <p:sp>
        <p:nvSpPr>
          <p:cNvPr id="4" name="Slide Number Placeholder 3">
            <a:extLst>
              <a:ext uri="{FF2B5EF4-FFF2-40B4-BE49-F238E27FC236}">
                <a16:creationId xmlns:a16="http://schemas.microsoft.com/office/drawing/2014/main" id="{676C48DA-7831-9661-4696-D8D028EB13E1}"/>
              </a:ext>
            </a:extLst>
          </p:cNvPr>
          <p:cNvSpPr>
            <a:spLocks noGrp="1"/>
          </p:cNvSpPr>
          <p:nvPr>
            <p:ph type="sldNum" sz="quarter" idx="5"/>
          </p:nvPr>
        </p:nvSpPr>
        <p:spPr/>
        <p:txBody>
          <a:bodyPr/>
          <a:lstStyle/>
          <a:p>
            <a:fld id="{A8062F2E-6FDF-4A6B-AB76-08EC33B12539}" type="slidenum">
              <a:rPr lang="it-IT" smtClean="0"/>
              <a:t>31</a:t>
            </a:fld>
            <a:endParaRPr lang="it-IT"/>
          </a:p>
        </p:txBody>
      </p:sp>
    </p:spTree>
    <p:extLst>
      <p:ext uri="{BB962C8B-B14F-4D97-AF65-F5344CB8AC3E}">
        <p14:creationId xmlns:p14="http://schemas.microsoft.com/office/powerpoint/2010/main" val="22849211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61728-4B86-5FBE-4680-A77CFC848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E0484-1C58-AA03-62C3-B404A8CF0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EADED-8042-1525-C185-EE68C4BC27A2}"/>
              </a:ext>
            </a:extLst>
          </p:cNvPr>
          <p:cNvSpPr>
            <a:spLocks noGrp="1"/>
          </p:cNvSpPr>
          <p:nvPr>
            <p:ph type="body" idx="1"/>
          </p:nvPr>
        </p:nvSpPr>
        <p:spPr/>
        <p:txBody>
          <a:bodyPr/>
          <a:lstStyle/>
          <a:p>
            <a:r>
              <a:rPr lang="en-US" dirty="0"/>
              <a:t>First, the pipeline supports developers in the decision-making process of system-level configurations. Some </a:t>
            </a:r>
            <a:r>
              <a:rPr lang="en-US" dirty="0" err="1"/>
              <a:t>behavioural</a:t>
            </a:r>
            <a:r>
              <a:rPr lang="en-US" dirty="0"/>
              <a:t> selections are consistent across top configurations, while others show tradeoffs to be </a:t>
            </a:r>
            <a:r>
              <a:rPr lang="en-US" dirty="0" err="1"/>
              <a:t>analysed</a:t>
            </a:r>
            <a:r>
              <a:rPr lang="en-US" dirty="0"/>
              <a:t> through data.</a:t>
            </a:r>
          </a:p>
          <a:p>
            <a:endParaRPr lang="en-US" dirty="0"/>
          </a:p>
          <a:p>
            <a:r>
              <a:rPr lang="en-US" dirty="0"/>
              <a:t>Then, the pipeline enables the comparison at a fine granularity, at the method level.</a:t>
            </a:r>
          </a:p>
          <a:p>
            <a:endParaRPr lang="en-US" dirty="0"/>
          </a:p>
          <a:p>
            <a:r>
              <a:rPr lang="en-US" dirty="0"/>
              <a:t>Finally, the operational complexity is greatly reduced compared to traditional </a:t>
            </a:r>
            <a:r>
              <a:rPr lang="en-US" dirty="0" err="1"/>
              <a:t>Abn</a:t>
            </a:r>
            <a:r>
              <a:rPr lang="en-US" dirty="0"/>
              <a:t> testing frameworks. No need to manage multiple deployments of the same service or route user traffic.</a:t>
            </a:r>
            <a:endParaRPr lang="en-GB" dirty="0"/>
          </a:p>
        </p:txBody>
      </p:sp>
      <p:sp>
        <p:nvSpPr>
          <p:cNvPr id="4" name="Slide Number Placeholder 3">
            <a:extLst>
              <a:ext uri="{FF2B5EF4-FFF2-40B4-BE49-F238E27FC236}">
                <a16:creationId xmlns:a16="http://schemas.microsoft.com/office/drawing/2014/main" id="{F19591AE-8221-5377-FDC4-6F59E95D7FDF}"/>
              </a:ext>
            </a:extLst>
          </p:cNvPr>
          <p:cNvSpPr>
            <a:spLocks noGrp="1"/>
          </p:cNvSpPr>
          <p:nvPr>
            <p:ph type="sldNum" sz="quarter" idx="5"/>
          </p:nvPr>
        </p:nvSpPr>
        <p:spPr/>
        <p:txBody>
          <a:bodyPr/>
          <a:lstStyle/>
          <a:p>
            <a:fld id="{A8062F2E-6FDF-4A6B-AB76-08EC33B12539}" type="slidenum">
              <a:rPr lang="it-IT" smtClean="0"/>
              <a:t>32</a:t>
            </a:fld>
            <a:endParaRPr lang="it-IT"/>
          </a:p>
        </p:txBody>
      </p:sp>
    </p:spTree>
    <p:extLst>
      <p:ext uri="{BB962C8B-B14F-4D97-AF65-F5344CB8AC3E}">
        <p14:creationId xmlns:p14="http://schemas.microsoft.com/office/powerpoint/2010/main" val="4664827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062F2E-6FDF-4A6B-AB76-08EC33B12539}" type="slidenum">
              <a:rPr lang="it-IT" smtClean="0"/>
              <a:t>33</a:t>
            </a:fld>
            <a:endParaRPr lang="it-IT"/>
          </a:p>
        </p:txBody>
      </p:sp>
    </p:spTree>
    <p:extLst>
      <p:ext uri="{BB962C8B-B14F-4D97-AF65-F5344CB8AC3E}">
        <p14:creationId xmlns:p14="http://schemas.microsoft.com/office/powerpoint/2010/main" val="586091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dice_A">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p:nvPr>
        </p:nvSpPr>
        <p:spPr>
          <a:xfrm>
            <a:off x="334964" y="808073"/>
            <a:ext cx="2163688" cy="840083"/>
          </a:xfrm>
        </p:spPr>
        <p:txBody>
          <a:bodyPr/>
          <a:lstStyle>
            <a:lvl1pPr>
              <a:defRPr/>
            </a:lvl1pPr>
          </a:lstStyle>
          <a:p>
            <a:endParaRPr lang="it-IT"/>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400"/>
            </a:lvl1pPr>
            <a:lvl2pPr>
              <a:defRPr sz="1400"/>
            </a:lvl2pPr>
            <a:lvl3pPr>
              <a:defRPr sz="1400"/>
            </a:lvl3pPr>
            <a:lvl4pPr>
              <a:defRPr sz="1400"/>
            </a:lvl4pPr>
            <a:lvl5pPr>
              <a:defRPr sz="1400"/>
            </a:lvl5pPr>
          </a:lstStyle>
          <a:p>
            <a:pPr lvl="0"/>
            <a:endParaRPr lang="it-IT"/>
          </a:p>
        </p:txBody>
      </p:sp>
      <p:sp>
        <p:nvSpPr>
          <p:cNvPr id="9" name="Segnaposto testo 8">
            <a:extLst>
              <a:ext uri="{FF2B5EF4-FFF2-40B4-BE49-F238E27FC236}">
                <a16:creationId xmlns:a16="http://schemas.microsoft.com/office/drawing/2014/main" id="{2AF746B8-16B5-4251-938A-CD03C89D3CC0}"/>
              </a:ext>
            </a:extLst>
          </p:cNvPr>
          <p:cNvSpPr>
            <a:spLocks noGrp="1"/>
          </p:cNvSpPr>
          <p:nvPr>
            <p:ph type="body" sz="quarter" idx="15" hasCustomPrompt="1"/>
          </p:nvPr>
        </p:nvSpPr>
        <p:spPr>
          <a:xfrm>
            <a:off x="3216276" y="2060575"/>
            <a:ext cx="8640762" cy="4429125"/>
          </a:xfrm>
        </p:spPr>
        <p:txBody>
          <a:bodyPr>
            <a:noAutofit/>
          </a:bodyPr>
          <a:lstStyle>
            <a:lvl1pPr marL="342900" indent="-342900">
              <a:buFont typeface="+mj-lt"/>
              <a:buAutoNum type="arabicPeriod"/>
              <a:defRPr sz="1400" b="1">
                <a:solidFill>
                  <a:schemeClr val="tx2"/>
                </a:solidFill>
              </a:defRPr>
            </a:lvl1pPr>
            <a:lvl2pPr marL="360000" indent="0">
              <a:buFont typeface="+mj-lt"/>
              <a:buNone/>
              <a:defRPr sz="1400"/>
            </a:lvl2pPr>
            <a:lvl3pPr marL="1257300" indent="-3429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it-IT"/>
              <a:t>Titolo Sezione</a:t>
            </a:r>
          </a:p>
          <a:p>
            <a:pPr lvl="1"/>
            <a:r>
              <a:rPr lang="it-IT"/>
              <a:t>Titolo Capitolo</a:t>
            </a:r>
          </a:p>
          <a:p>
            <a:pPr lvl="1"/>
            <a:r>
              <a:rPr lang="it-IT"/>
              <a:t>Titolo Capitolo</a:t>
            </a:r>
          </a:p>
          <a:p>
            <a:pPr lvl="1"/>
            <a:endParaRPr lang="it-IT"/>
          </a:p>
          <a:p>
            <a:pPr lvl="0"/>
            <a:r>
              <a:rPr lang="it-IT"/>
              <a:t>Titolo Sezione</a:t>
            </a:r>
          </a:p>
          <a:p>
            <a:pPr lvl="1"/>
            <a:r>
              <a:rPr lang="it-IT"/>
              <a:t>Titolo Capitolo</a:t>
            </a:r>
          </a:p>
          <a:p>
            <a:pPr lvl="1"/>
            <a:r>
              <a:rPr lang="it-IT"/>
              <a:t>Titolo Capitolo</a:t>
            </a:r>
          </a:p>
          <a:p>
            <a:pPr lvl="1"/>
            <a:endParaRPr lang="it-IT"/>
          </a:p>
          <a:p>
            <a:pPr lvl="0"/>
            <a:r>
              <a:rPr lang="it-IT"/>
              <a:t>Titolo Sezione</a:t>
            </a:r>
          </a:p>
          <a:p>
            <a:pPr lvl="1"/>
            <a:r>
              <a:rPr lang="it-IT"/>
              <a:t>Titolo Capitolo</a:t>
            </a:r>
          </a:p>
          <a:p>
            <a:pPr lvl="1"/>
            <a:r>
              <a:rPr lang="it-IT"/>
              <a:t>Titolo Capitolo</a:t>
            </a:r>
          </a:p>
          <a:p>
            <a:pPr lvl="1"/>
            <a:endParaRPr lang="it-IT"/>
          </a:p>
          <a:p>
            <a:pPr lvl="1"/>
            <a:endParaRPr lang="it-IT"/>
          </a:p>
        </p:txBody>
      </p:sp>
    </p:spTree>
    <p:extLst>
      <p:ext uri="{BB962C8B-B14F-4D97-AF65-F5344CB8AC3E}">
        <p14:creationId xmlns:p14="http://schemas.microsoft.com/office/powerpoint/2010/main" val="881974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ice_B">
    <p:bg>
      <p:bgPr>
        <a:solidFill>
          <a:srgbClr val="F3F3F3"/>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hasCustomPrompt="1"/>
          </p:nvPr>
        </p:nvSpPr>
        <p:spPr>
          <a:xfrm>
            <a:off x="334963" y="812652"/>
            <a:ext cx="11522075" cy="840083"/>
          </a:xfrm>
          <a:prstGeom prst="rect">
            <a:avLst/>
          </a:prstGeom>
        </p:spPr>
        <p:txBody>
          <a:bodyPr/>
          <a:lstStyle>
            <a:lvl1pPr>
              <a:defRPr/>
            </a:lvl1pPr>
          </a:lstStyle>
          <a:p>
            <a:r>
              <a:rPr lang="it-IT"/>
              <a:t>Indice</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en-US"/>
              <a:t>POLITECNICO DI MILANO</a:t>
            </a:r>
            <a:endParaRPr lang="it-IT"/>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8" name="Segnaposto testo 7">
            <a:extLst>
              <a:ext uri="{FF2B5EF4-FFF2-40B4-BE49-F238E27FC236}">
                <a16:creationId xmlns:a16="http://schemas.microsoft.com/office/drawing/2014/main" id="{D1CFA815-ACBE-4524-9331-D296F8E0F9B7}"/>
              </a:ext>
            </a:extLst>
          </p:cNvPr>
          <p:cNvSpPr>
            <a:spLocks noGrp="1"/>
          </p:cNvSpPr>
          <p:nvPr>
            <p:ph type="body" sz="quarter" idx="13" hasCustomPrompt="1"/>
          </p:nvPr>
        </p:nvSpPr>
        <p:spPr>
          <a:xfrm>
            <a:off x="334963" y="3054988"/>
            <a:ext cx="1890652"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sezione</a:t>
            </a:r>
          </a:p>
        </p:txBody>
      </p:sp>
      <p:sp>
        <p:nvSpPr>
          <p:cNvPr id="9" name="Segnaposto testo 7">
            <a:extLst>
              <a:ext uri="{FF2B5EF4-FFF2-40B4-BE49-F238E27FC236}">
                <a16:creationId xmlns:a16="http://schemas.microsoft.com/office/drawing/2014/main" id="{75158ADB-01E3-4A38-A321-CD450AEEEFC4}"/>
              </a:ext>
            </a:extLst>
          </p:cNvPr>
          <p:cNvSpPr>
            <a:spLocks noGrp="1"/>
          </p:cNvSpPr>
          <p:nvPr>
            <p:ph type="body" sz="quarter" idx="14" hasCustomPrompt="1"/>
          </p:nvPr>
        </p:nvSpPr>
        <p:spPr>
          <a:xfrm>
            <a:off x="249865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sezione</a:t>
            </a:r>
          </a:p>
        </p:txBody>
      </p:sp>
      <p:sp>
        <p:nvSpPr>
          <p:cNvPr id="10" name="Segnaposto testo 7">
            <a:extLst>
              <a:ext uri="{FF2B5EF4-FFF2-40B4-BE49-F238E27FC236}">
                <a16:creationId xmlns:a16="http://schemas.microsoft.com/office/drawing/2014/main" id="{C2B0DC0F-1C21-45C1-8F2A-00A6E1341864}"/>
              </a:ext>
            </a:extLst>
          </p:cNvPr>
          <p:cNvSpPr>
            <a:spLocks noGrp="1"/>
          </p:cNvSpPr>
          <p:nvPr>
            <p:ph type="body" sz="quarter" idx="15" hasCustomPrompt="1"/>
          </p:nvPr>
        </p:nvSpPr>
        <p:spPr>
          <a:xfrm>
            <a:off x="466234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sezione</a:t>
            </a:r>
          </a:p>
        </p:txBody>
      </p:sp>
      <p:sp>
        <p:nvSpPr>
          <p:cNvPr id="11" name="Segnaposto testo 7">
            <a:extLst>
              <a:ext uri="{FF2B5EF4-FFF2-40B4-BE49-F238E27FC236}">
                <a16:creationId xmlns:a16="http://schemas.microsoft.com/office/drawing/2014/main" id="{76250419-1EAD-4278-97B7-1BA8F0752598}"/>
              </a:ext>
            </a:extLst>
          </p:cNvPr>
          <p:cNvSpPr>
            <a:spLocks noGrp="1"/>
          </p:cNvSpPr>
          <p:nvPr>
            <p:ph type="body" sz="quarter" idx="16" hasCustomPrompt="1"/>
          </p:nvPr>
        </p:nvSpPr>
        <p:spPr>
          <a:xfrm>
            <a:off x="682603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sezione</a:t>
            </a:r>
          </a:p>
        </p:txBody>
      </p:sp>
      <p:sp>
        <p:nvSpPr>
          <p:cNvPr id="12" name="Segnaposto testo 7">
            <a:extLst>
              <a:ext uri="{FF2B5EF4-FFF2-40B4-BE49-F238E27FC236}">
                <a16:creationId xmlns:a16="http://schemas.microsoft.com/office/drawing/2014/main" id="{DCD9C49F-F44E-4E82-864B-742438DCAE60}"/>
              </a:ext>
            </a:extLst>
          </p:cNvPr>
          <p:cNvSpPr>
            <a:spLocks noGrp="1"/>
          </p:cNvSpPr>
          <p:nvPr>
            <p:ph type="body" sz="quarter" idx="17" hasCustomPrompt="1"/>
          </p:nvPr>
        </p:nvSpPr>
        <p:spPr>
          <a:xfrm>
            <a:off x="898972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sezione</a:t>
            </a:r>
            <a:br>
              <a:rPr lang="it-IT"/>
            </a:br>
            <a:endParaRPr lang="it-IT"/>
          </a:p>
        </p:txBody>
      </p:sp>
      <p:sp>
        <p:nvSpPr>
          <p:cNvPr id="13" name="Segnaposto testo 7">
            <a:extLst>
              <a:ext uri="{FF2B5EF4-FFF2-40B4-BE49-F238E27FC236}">
                <a16:creationId xmlns:a16="http://schemas.microsoft.com/office/drawing/2014/main" id="{7F91CD7E-BBFD-483F-A271-EC1D28C8A87E}"/>
              </a:ext>
            </a:extLst>
          </p:cNvPr>
          <p:cNvSpPr>
            <a:spLocks noGrp="1"/>
          </p:cNvSpPr>
          <p:nvPr>
            <p:ph type="body" sz="quarter" idx="18" hasCustomPrompt="1"/>
          </p:nvPr>
        </p:nvSpPr>
        <p:spPr>
          <a:xfrm>
            <a:off x="334963"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lvl="0"/>
            <a:endParaRPr lang="it-IT"/>
          </a:p>
        </p:txBody>
      </p:sp>
      <p:sp>
        <p:nvSpPr>
          <p:cNvPr id="18" name="Segnaposto testo 7">
            <a:extLst>
              <a:ext uri="{FF2B5EF4-FFF2-40B4-BE49-F238E27FC236}">
                <a16:creationId xmlns:a16="http://schemas.microsoft.com/office/drawing/2014/main" id="{50290743-6926-46ED-BE46-501A4F78CC6E}"/>
              </a:ext>
            </a:extLst>
          </p:cNvPr>
          <p:cNvSpPr>
            <a:spLocks noGrp="1"/>
          </p:cNvSpPr>
          <p:nvPr>
            <p:ph type="body" sz="quarter" idx="23" hasCustomPrompt="1"/>
          </p:nvPr>
        </p:nvSpPr>
        <p:spPr>
          <a:xfrm rot="16200000">
            <a:off x="191706"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01</a:t>
            </a:r>
          </a:p>
        </p:txBody>
      </p:sp>
      <p:sp>
        <p:nvSpPr>
          <p:cNvPr id="19" name="Segnaposto testo 7">
            <a:extLst>
              <a:ext uri="{FF2B5EF4-FFF2-40B4-BE49-F238E27FC236}">
                <a16:creationId xmlns:a16="http://schemas.microsoft.com/office/drawing/2014/main" id="{9AA91E9E-F4C5-4318-8BFC-5E627DF7F53E}"/>
              </a:ext>
            </a:extLst>
          </p:cNvPr>
          <p:cNvSpPr>
            <a:spLocks noGrp="1"/>
          </p:cNvSpPr>
          <p:nvPr>
            <p:ph type="body" sz="quarter" idx="24" hasCustomPrompt="1"/>
          </p:nvPr>
        </p:nvSpPr>
        <p:spPr>
          <a:xfrm rot="16200000">
            <a:off x="2324033"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02</a:t>
            </a:r>
          </a:p>
        </p:txBody>
      </p:sp>
      <p:sp>
        <p:nvSpPr>
          <p:cNvPr id="20" name="Segnaposto testo 7">
            <a:extLst>
              <a:ext uri="{FF2B5EF4-FFF2-40B4-BE49-F238E27FC236}">
                <a16:creationId xmlns:a16="http://schemas.microsoft.com/office/drawing/2014/main" id="{D6F57CB6-9F04-49B6-939C-D13BA7FB06A8}"/>
              </a:ext>
            </a:extLst>
          </p:cNvPr>
          <p:cNvSpPr>
            <a:spLocks noGrp="1"/>
          </p:cNvSpPr>
          <p:nvPr>
            <p:ph type="body" sz="quarter" idx="25" hasCustomPrompt="1"/>
          </p:nvPr>
        </p:nvSpPr>
        <p:spPr>
          <a:xfrm rot="16200000">
            <a:off x="4515027"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03</a:t>
            </a:r>
          </a:p>
        </p:txBody>
      </p:sp>
      <p:sp>
        <p:nvSpPr>
          <p:cNvPr id="21" name="Segnaposto testo 7">
            <a:extLst>
              <a:ext uri="{FF2B5EF4-FFF2-40B4-BE49-F238E27FC236}">
                <a16:creationId xmlns:a16="http://schemas.microsoft.com/office/drawing/2014/main" id="{6C01B50D-1661-4131-BCDF-441CC2214451}"/>
              </a:ext>
            </a:extLst>
          </p:cNvPr>
          <p:cNvSpPr>
            <a:spLocks noGrp="1"/>
          </p:cNvSpPr>
          <p:nvPr>
            <p:ph type="body" sz="quarter" idx="26" hasCustomPrompt="1"/>
          </p:nvPr>
        </p:nvSpPr>
        <p:spPr>
          <a:xfrm rot="16200000">
            <a:off x="6674762"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04</a:t>
            </a:r>
          </a:p>
        </p:txBody>
      </p:sp>
      <p:sp>
        <p:nvSpPr>
          <p:cNvPr id="22" name="Segnaposto testo 7">
            <a:extLst>
              <a:ext uri="{FF2B5EF4-FFF2-40B4-BE49-F238E27FC236}">
                <a16:creationId xmlns:a16="http://schemas.microsoft.com/office/drawing/2014/main" id="{2D503613-5D8F-4B95-8EB3-13963149108F}"/>
              </a:ext>
            </a:extLst>
          </p:cNvPr>
          <p:cNvSpPr>
            <a:spLocks noGrp="1"/>
          </p:cNvSpPr>
          <p:nvPr>
            <p:ph type="body" sz="quarter" idx="27" hasCustomPrompt="1"/>
          </p:nvPr>
        </p:nvSpPr>
        <p:spPr>
          <a:xfrm rot="16200000">
            <a:off x="8846462"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05</a:t>
            </a:r>
          </a:p>
        </p:txBody>
      </p:sp>
      <p:sp>
        <p:nvSpPr>
          <p:cNvPr id="23" name="Segnaposto testo 7">
            <a:extLst>
              <a:ext uri="{FF2B5EF4-FFF2-40B4-BE49-F238E27FC236}">
                <a16:creationId xmlns:a16="http://schemas.microsoft.com/office/drawing/2014/main" id="{D6AE53A6-5645-44EC-B619-20693E3FE519}"/>
              </a:ext>
            </a:extLst>
          </p:cNvPr>
          <p:cNvSpPr>
            <a:spLocks noGrp="1"/>
          </p:cNvSpPr>
          <p:nvPr>
            <p:ph type="body" sz="quarter" idx="28" hasCustomPrompt="1"/>
          </p:nvPr>
        </p:nvSpPr>
        <p:spPr>
          <a:xfrm>
            <a:off x="249865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lvl="0"/>
            <a:endParaRPr lang="it-IT"/>
          </a:p>
        </p:txBody>
      </p:sp>
      <p:sp>
        <p:nvSpPr>
          <p:cNvPr id="24" name="Segnaposto testo 7">
            <a:extLst>
              <a:ext uri="{FF2B5EF4-FFF2-40B4-BE49-F238E27FC236}">
                <a16:creationId xmlns:a16="http://schemas.microsoft.com/office/drawing/2014/main" id="{26F8B43E-3092-43FC-A7B0-45C3ACC71E5B}"/>
              </a:ext>
            </a:extLst>
          </p:cNvPr>
          <p:cNvSpPr>
            <a:spLocks noGrp="1"/>
          </p:cNvSpPr>
          <p:nvPr>
            <p:ph type="body" sz="quarter" idx="29" hasCustomPrompt="1"/>
          </p:nvPr>
        </p:nvSpPr>
        <p:spPr>
          <a:xfrm>
            <a:off x="466234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lvl="0"/>
            <a:endParaRPr lang="it-IT"/>
          </a:p>
        </p:txBody>
      </p:sp>
      <p:sp>
        <p:nvSpPr>
          <p:cNvPr id="25" name="Segnaposto testo 7">
            <a:extLst>
              <a:ext uri="{FF2B5EF4-FFF2-40B4-BE49-F238E27FC236}">
                <a16:creationId xmlns:a16="http://schemas.microsoft.com/office/drawing/2014/main" id="{96EAA45D-80FC-4DF6-AC23-808A2DB73D45}"/>
              </a:ext>
            </a:extLst>
          </p:cNvPr>
          <p:cNvSpPr>
            <a:spLocks noGrp="1"/>
          </p:cNvSpPr>
          <p:nvPr>
            <p:ph type="body" sz="quarter" idx="30" hasCustomPrompt="1"/>
          </p:nvPr>
        </p:nvSpPr>
        <p:spPr>
          <a:xfrm>
            <a:off x="682603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lvl="0"/>
            <a:endParaRPr lang="it-IT"/>
          </a:p>
        </p:txBody>
      </p:sp>
      <p:sp>
        <p:nvSpPr>
          <p:cNvPr id="26" name="Segnaposto testo 7">
            <a:extLst>
              <a:ext uri="{FF2B5EF4-FFF2-40B4-BE49-F238E27FC236}">
                <a16:creationId xmlns:a16="http://schemas.microsoft.com/office/drawing/2014/main" id="{95E95A4E-A14D-4872-961D-4BFE57914A65}"/>
              </a:ext>
            </a:extLst>
          </p:cNvPr>
          <p:cNvSpPr>
            <a:spLocks noGrp="1"/>
          </p:cNvSpPr>
          <p:nvPr>
            <p:ph type="body" sz="quarter" idx="31" hasCustomPrompt="1"/>
          </p:nvPr>
        </p:nvSpPr>
        <p:spPr>
          <a:xfrm>
            <a:off x="898972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a:t>Titolo argomento</a:t>
            </a:r>
          </a:p>
          <a:p>
            <a:pPr lvl="0"/>
            <a:endParaRPr lang="it-IT"/>
          </a:p>
        </p:txBody>
      </p:sp>
    </p:spTree>
    <p:extLst>
      <p:ext uri="{BB962C8B-B14F-4D97-AF65-F5344CB8AC3E}">
        <p14:creationId xmlns:p14="http://schemas.microsoft.com/office/powerpoint/2010/main" val="2556153609"/>
      </p:ext>
    </p:extLst>
  </p:cSld>
  <p:clrMapOvr>
    <a:masterClrMapping/>
  </p:clrMapOvr>
  <p:extLst>
    <p:ext uri="{DCECCB84-F9BA-43D5-87BE-67443E8EF086}">
      <p15:sldGuideLst xmlns:p15="http://schemas.microsoft.com/office/powerpoint/2012/main">
        <p15:guide id="1" pos="300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orio_A">
    <p:bg>
      <p:bgPr>
        <a:solidFill>
          <a:schemeClr val="accent1"/>
        </a:solidFill>
        <a:effectLst/>
      </p:bgPr>
    </p:bg>
    <p:spTree>
      <p:nvGrpSpPr>
        <p:cNvPr id="1" name=""/>
        <p:cNvGrpSpPr/>
        <p:nvPr/>
      </p:nvGrpSpPr>
      <p:grpSpPr>
        <a:xfrm>
          <a:off x="0" y="0"/>
          <a:ext cx="0" cy="0"/>
          <a:chOff x="0" y="0"/>
          <a:chExt cx="0" cy="0"/>
        </a:xfrm>
      </p:grpSpPr>
      <p:sp>
        <p:nvSpPr>
          <p:cNvPr id="11" name="Ovale 10">
            <a:extLst>
              <a:ext uri="{FF2B5EF4-FFF2-40B4-BE49-F238E27FC236}">
                <a16:creationId xmlns:a16="http://schemas.microsoft.com/office/drawing/2014/main" id="{35E14663-8764-4DCE-B9CB-7C9A4CEA9BB5}"/>
              </a:ext>
            </a:extLst>
          </p:cNvPr>
          <p:cNvSpPr/>
          <p:nvPr userDrawn="1"/>
        </p:nvSpPr>
        <p:spPr>
          <a:xfrm rot="6083929">
            <a:off x="1311375" y="1414011"/>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a:latin typeface="Manrope" pitchFamily="2" charset="0"/>
            </a:endParaRPr>
          </a:p>
        </p:txBody>
      </p:sp>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99008"/>
          </a:xfrm>
        </p:spPr>
        <p:txBody>
          <a:bodyPr anchor="ctr"/>
          <a:lstStyle>
            <a:lvl1pPr>
              <a:defRPr>
                <a:solidFill>
                  <a:schemeClr val="bg1"/>
                </a:solidFill>
              </a:defRPr>
            </a:lvl1pPr>
          </a:lstStyle>
          <a:p>
            <a:r>
              <a:rPr lang="it-IT"/>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765931" y="3961597"/>
            <a:ext cx="3091107" cy="2359025"/>
          </a:xfrm>
        </p:spPr>
        <p:txBody>
          <a:bodyPr anchor="b">
            <a:normAutofit/>
          </a:bodyPr>
          <a:lstStyle>
            <a:lvl1pPr algn="r">
              <a:defRPr sz="9600">
                <a:solidFill>
                  <a:schemeClr val="bg1"/>
                </a:solidFill>
              </a:defRPr>
            </a:lvl1pPr>
          </a:lstStyle>
          <a:p>
            <a:pPr lvl="0"/>
            <a:r>
              <a:rPr lang="it-IT"/>
              <a:t>00</a:t>
            </a:r>
          </a:p>
        </p:txBody>
      </p:sp>
    </p:spTree>
    <p:extLst>
      <p:ext uri="{BB962C8B-B14F-4D97-AF65-F5344CB8AC3E}">
        <p14:creationId xmlns:p14="http://schemas.microsoft.com/office/powerpoint/2010/main" val="3051853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sorio_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99008"/>
          </a:xfrm>
        </p:spPr>
        <p:txBody>
          <a:bodyPr anchor="ctr"/>
          <a:lstStyle>
            <a:lvl1pPr>
              <a:defRPr>
                <a:solidFill>
                  <a:schemeClr val="bg1"/>
                </a:solidFill>
              </a:defRPr>
            </a:lvl1pPr>
          </a:lstStyle>
          <a:p>
            <a:r>
              <a:rPr lang="it-IT"/>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932985" y="3961597"/>
            <a:ext cx="2924053" cy="2359025"/>
          </a:xfrm>
        </p:spPr>
        <p:txBody>
          <a:bodyPr anchor="b">
            <a:normAutofit/>
          </a:bodyPr>
          <a:lstStyle>
            <a:lvl1pPr algn="r">
              <a:defRPr sz="9600">
                <a:solidFill>
                  <a:schemeClr val="bg1"/>
                </a:solidFill>
              </a:defRPr>
            </a:lvl1pPr>
          </a:lstStyle>
          <a:p>
            <a:pPr lvl="0"/>
            <a:r>
              <a:rPr lang="it-IT"/>
              <a:t>00</a:t>
            </a:r>
          </a:p>
        </p:txBody>
      </p:sp>
    </p:spTree>
    <p:extLst>
      <p:ext uri="{BB962C8B-B14F-4D97-AF65-F5344CB8AC3E}">
        <p14:creationId xmlns:p14="http://schemas.microsoft.com/office/powerpoint/2010/main" val="322318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sorio_C">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84268"/>
          </a:xfrm>
        </p:spPr>
        <p:txBody>
          <a:bodyPr anchor="ctr"/>
          <a:lstStyle>
            <a:lvl1pPr>
              <a:defRPr>
                <a:solidFill>
                  <a:schemeClr val="tx2"/>
                </a:solidFill>
              </a:defRPr>
            </a:lvl1pPr>
          </a:lstStyle>
          <a:p>
            <a:r>
              <a:rPr lang="it-IT"/>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220808" y="3961597"/>
            <a:ext cx="3636230" cy="2359025"/>
          </a:xfrm>
        </p:spPr>
        <p:txBody>
          <a:bodyPr anchor="b">
            <a:normAutofit/>
          </a:bodyPr>
          <a:lstStyle>
            <a:lvl1pPr algn="r">
              <a:defRPr sz="9600">
                <a:solidFill>
                  <a:schemeClr val="tx2"/>
                </a:solidFill>
              </a:defRPr>
            </a:lvl1pPr>
          </a:lstStyle>
          <a:p>
            <a:pPr lvl="0"/>
            <a:r>
              <a:rPr lang="it-IT"/>
              <a:t>00</a:t>
            </a:r>
          </a:p>
        </p:txBody>
      </p:sp>
    </p:spTree>
    <p:extLst>
      <p:ext uri="{BB962C8B-B14F-4D97-AF65-F5344CB8AC3E}">
        <p14:creationId xmlns:p14="http://schemas.microsoft.com/office/powerpoint/2010/main" val="355723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_finale_A">
    <p:bg>
      <p:bgPr>
        <a:solidFill>
          <a:schemeClr val="accent1"/>
        </a:solidFill>
        <a:effectLst/>
      </p:bgPr>
    </p:bg>
    <p:spTree>
      <p:nvGrpSpPr>
        <p:cNvPr id="1" name=""/>
        <p:cNvGrpSpPr/>
        <p:nvPr/>
      </p:nvGrpSpPr>
      <p:grpSpPr>
        <a:xfrm>
          <a:off x="0" y="0"/>
          <a:ext cx="0" cy="0"/>
          <a:chOff x="0" y="0"/>
          <a:chExt cx="0" cy="0"/>
        </a:xfrm>
      </p:grpSpPr>
      <p:sp>
        <p:nvSpPr>
          <p:cNvPr id="10" name="Ovale 9">
            <a:extLst>
              <a:ext uri="{FF2B5EF4-FFF2-40B4-BE49-F238E27FC236}">
                <a16:creationId xmlns:a16="http://schemas.microsoft.com/office/drawing/2014/main" id="{29206C3E-8262-4BAC-A209-F4327335E1F0}"/>
              </a:ext>
            </a:extLst>
          </p:cNvPr>
          <p:cNvSpPr/>
          <p:nvPr userDrawn="1"/>
        </p:nvSpPr>
        <p:spPr>
          <a:xfrm rot="11483929">
            <a:off x="1293786" y="-5274490"/>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a:latin typeface="Manrope" pitchFamily="2" charset="0"/>
            </a:endParaRPr>
          </a:p>
        </p:txBody>
      </p:sp>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4295077"/>
            <a:ext cx="8640763" cy="1299008"/>
          </a:xfrm>
        </p:spPr>
        <p:txBody>
          <a:bodyPr anchor="ctr"/>
          <a:lstStyle>
            <a:lvl1pPr>
              <a:defRPr>
                <a:solidFill>
                  <a:schemeClr val="bg1"/>
                </a:solidFill>
              </a:defRPr>
            </a:lvl1pPr>
          </a:lstStyle>
          <a:p>
            <a:r>
              <a:rPr lang="it-IT"/>
              <a:t>Chiusura / Ringraziamenti</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4295076"/>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4295076"/>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5594084"/>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1" name="Ovale 10">
            <a:extLst>
              <a:ext uri="{FF2B5EF4-FFF2-40B4-BE49-F238E27FC236}">
                <a16:creationId xmlns:a16="http://schemas.microsoft.com/office/drawing/2014/main" id="{E4786A85-B23B-420C-9463-CF262A126A21}"/>
              </a:ext>
            </a:extLst>
          </p:cNvPr>
          <p:cNvSpPr/>
          <p:nvPr userDrawn="1"/>
        </p:nvSpPr>
        <p:spPr>
          <a:xfrm rot="11483929">
            <a:off x="652366" y="5545716"/>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a:latin typeface="Manrope" pitchFamily="2" charset="0"/>
            </a:endParaRPr>
          </a:p>
        </p:txBody>
      </p:sp>
    </p:spTree>
    <p:extLst>
      <p:ext uri="{BB962C8B-B14F-4D97-AF65-F5344CB8AC3E}">
        <p14:creationId xmlns:p14="http://schemas.microsoft.com/office/powerpoint/2010/main" val="297177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_finale_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4295077"/>
            <a:ext cx="8640763" cy="1299008"/>
          </a:xfrm>
        </p:spPr>
        <p:txBody>
          <a:bodyPr anchor="ctr"/>
          <a:lstStyle>
            <a:lvl1pPr>
              <a:defRPr>
                <a:solidFill>
                  <a:schemeClr val="bg1"/>
                </a:solidFill>
              </a:defRPr>
            </a:lvl1pPr>
          </a:lstStyle>
          <a:p>
            <a:r>
              <a:rPr lang="it-IT"/>
              <a:t>Chiusura / Ringraziamenti</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4295076"/>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4295076"/>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5594084"/>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49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gina base_ testo 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4" y="808073"/>
            <a:ext cx="8640000" cy="840083"/>
          </a:xfrm>
        </p:spPr>
        <p:txBody>
          <a:bodyPr/>
          <a:lstStyle/>
          <a:p>
            <a:endParaRPr lang="it-IT"/>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5"/>
            <a:ext cx="8640000" cy="4429125"/>
          </a:xfrm>
        </p:spPr>
        <p:txBody>
          <a:bodyPr/>
          <a:lstStyle/>
          <a:p>
            <a:pPr lvl="0"/>
            <a:endParaRPr lang="it-IT"/>
          </a:p>
        </p:txBody>
      </p:sp>
    </p:spTree>
    <p:extLst>
      <p:ext uri="{BB962C8B-B14F-4D97-AF65-F5344CB8AC3E}">
        <p14:creationId xmlns:p14="http://schemas.microsoft.com/office/powerpoint/2010/main" val="1678769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gina base_ testo B">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3" y="808073"/>
            <a:ext cx="11522075" cy="840083"/>
          </a:xfrm>
        </p:spPr>
        <p:txBody>
          <a:bodyPr/>
          <a:lstStyle/>
          <a:p>
            <a:endParaRPr lang="it-IT"/>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5"/>
            <a:ext cx="5330113" cy="4429125"/>
          </a:xfrm>
        </p:spPr>
        <p:txBody>
          <a:bodyPr/>
          <a:lstStyle/>
          <a:p>
            <a:pPr lvl="0"/>
            <a:endParaRPr lang="it-IT"/>
          </a:p>
        </p:txBody>
      </p:sp>
      <p:sp>
        <p:nvSpPr>
          <p:cNvPr id="10" name="Segnaposto testo 6">
            <a:extLst>
              <a:ext uri="{FF2B5EF4-FFF2-40B4-BE49-F238E27FC236}">
                <a16:creationId xmlns:a16="http://schemas.microsoft.com/office/drawing/2014/main" id="{A91EDD17-1F39-46F2-A6AE-0DA93D9DE767}"/>
              </a:ext>
            </a:extLst>
          </p:cNvPr>
          <p:cNvSpPr>
            <a:spLocks noGrp="1"/>
          </p:cNvSpPr>
          <p:nvPr>
            <p:ph type="body" sz="quarter" idx="14"/>
          </p:nvPr>
        </p:nvSpPr>
        <p:spPr>
          <a:xfrm>
            <a:off x="6300000" y="2060575"/>
            <a:ext cx="5330113" cy="4429125"/>
          </a:xfrm>
        </p:spPr>
        <p:txBody>
          <a:bodyPr/>
          <a:lstStyle/>
          <a:p>
            <a:pPr lvl="0"/>
            <a:endParaRPr lang="it-IT"/>
          </a:p>
        </p:txBody>
      </p:sp>
    </p:spTree>
    <p:extLst>
      <p:ext uri="{BB962C8B-B14F-4D97-AF65-F5344CB8AC3E}">
        <p14:creationId xmlns:p14="http://schemas.microsoft.com/office/powerpoint/2010/main" val="40180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gina base_ testo C">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3" y="808073"/>
            <a:ext cx="11522075" cy="840083"/>
          </a:xfrm>
        </p:spPr>
        <p:txBody>
          <a:bodyPr/>
          <a:lstStyle/>
          <a:p>
            <a:endParaRPr lang="it-IT"/>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216275" y="2060575"/>
            <a:ext cx="8640762" cy="4429125"/>
          </a:xfrm>
        </p:spPr>
        <p:txBody>
          <a:bodyPr/>
          <a:lstStyle/>
          <a:p>
            <a:pPr lvl="0"/>
            <a:endParaRPr lang="it-IT"/>
          </a:p>
        </p:txBody>
      </p:sp>
      <p:sp>
        <p:nvSpPr>
          <p:cNvPr id="8" name="Segnaposto testo 6">
            <a:extLst>
              <a:ext uri="{FF2B5EF4-FFF2-40B4-BE49-F238E27FC236}">
                <a16:creationId xmlns:a16="http://schemas.microsoft.com/office/drawing/2014/main" id="{E3A4E093-361F-4C37-B47B-B067A8415F3A}"/>
              </a:ext>
            </a:extLst>
          </p:cNvPr>
          <p:cNvSpPr>
            <a:spLocks noGrp="1"/>
          </p:cNvSpPr>
          <p:nvPr>
            <p:ph type="body" sz="quarter" idx="14" hasCustomPrompt="1"/>
          </p:nvPr>
        </p:nvSpPr>
        <p:spPr>
          <a:xfrm>
            <a:off x="334964" y="2060575"/>
            <a:ext cx="2601668" cy="4429125"/>
          </a:xfrm>
        </p:spPr>
        <p:txBody>
          <a:bodyPr/>
          <a:lstStyle>
            <a:lvl1pPr marL="342900" indent="-342900">
              <a:buAutoNum type="arabicPeriod"/>
              <a:defRPr b="1"/>
            </a:lvl1pPr>
          </a:lstStyle>
          <a:p>
            <a:pPr lvl="0"/>
            <a:r>
              <a:rPr lang="it-IT" err="1"/>
              <a:t>Lorem</a:t>
            </a:r>
            <a:r>
              <a:rPr lang="it-IT"/>
              <a:t> </a:t>
            </a:r>
            <a:r>
              <a:rPr lang="it-IT" err="1"/>
              <a:t>ipsum</a:t>
            </a:r>
            <a:endParaRPr lang="it-IT"/>
          </a:p>
          <a:p>
            <a:pPr lvl="0"/>
            <a:r>
              <a:rPr lang="it-IT" err="1"/>
              <a:t>Lorem</a:t>
            </a:r>
            <a:r>
              <a:rPr lang="it-IT"/>
              <a:t> </a:t>
            </a:r>
            <a:r>
              <a:rPr lang="it-IT" err="1"/>
              <a:t>ipsum</a:t>
            </a:r>
            <a:endParaRPr lang="it-IT"/>
          </a:p>
          <a:p>
            <a:pPr lvl="0"/>
            <a:r>
              <a:rPr lang="it-IT" err="1"/>
              <a:t>Lorem</a:t>
            </a:r>
            <a:r>
              <a:rPr lang="it-IT"/>
              <a:t> ipsum</a:t>
            </a:r>
          </a:p>
        </p:txBody>
      </p:sp>
    </p:spTree>
    <p:extLst>
      <p:ext uri="{BB962C8B-B14F-4D97-AF65-F5344CB8AC3E}">
        <p14:creationId xmlns:p14="http://schemas.microsoft.com/office/powerpoint/2010/main" val="470807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agina base_Ogget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11522075" cy="840083"/>
          </a:xfrm>
          <a:prstGeom prst="rect">
            <a:avLst/>
          </a:prstGeom>
        </p:spPr>
        <p:txBody>
          <a:bodyPr/>
          <a:lstStyle/>
          <a:p>
            <a:endParaRPr lang="it-IT"/>
          </a:p>
        </p:txBody>
      </p:sp>
      <p:sp>
        <p:nvSpPr>
          <p:cNvPr id="3" name="Segnaposto contenuto 2">
            <a:extLst>
              <a:ext uri="{FF2B5EF4-FFF2-40B4-BE49-F238E27FC236}">
                <a16:creationId xmlns:a16="http://schemas.microsoft.com/office/drawing/2014/main" id="{035458E8-0508-42CF-A7E2-ABE84A714D6B}"/>
              </a:ext>
            </a:extLst>
          </p:cNvPr>
          <p:cNvSpPr>
            <a:spLocks noGrp="1"/>
          </p:cNvSpPr>
          <p:nvPr>
            <p:ph idx="1"/>
          </p:nvPr>
        </p:nvSpPr>
        <p:spPr>
          <a:xfrm>
            <a:off x="334963" y="2060576"/>
            <a:ext cx="11522075" cy="4146550"/>
          </a:xfrm>
          <a:noFill/>
        </p:spPr>
        <p:txBody>
          <a:bodyPr/>
          <a:lstStyle/>
          <a:p>
            <a:pPr lvl="0"/>
            <a:endParaRPr lang="it-IT"/>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en-US"/>
              <a:t>POLITECNICO DI MILANO</a:t>
            </a:r>
            <a:endParaRPr lang="it-IT"/>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7" name="Segnaposto testo 11">
            <a:extLst>
              <a:ext uri="{FF2B5EF4-FFF2-40B4-BE49-F238E27FC236}">
                <a16:creationId xmlns:a16="http://schemas.microsoft.com/office/drawing/2014/main" id="{6924BD38-C241-45AE-9D16-9EE806C4074E}"/>
              </a:ext>
            </a:extLst>
          </p:cNvPr>
          <p:cNvSpPr>
            <a:spLocks noGrp="1"/>
          </p:cNvSpPr>
          <p:nvPr>
            <p:ph type="body" sz="quarter" idx="16"/>
          </p:nvPr>
        </p:nvSpPr>
        <p:spPr>
          <a:xfrm>
            <a:off x="334962" y="6207125"/>
            <a:ext cx="11522076" cy="282575"/>
          </a:xfrm>
        </p:spPr>
        <p:txBody>
          <a:bodyPr anchor="b">
            <a:normAutofit/>
          </a:bodyPr>
          <a:lstStyle>
            <a:lvl1pPr>
              <a:defRPr sz="900"/>
            </a:lvl1pPr>
          </a:lstStyle>
          <a:p>
            <a:pPr lvl="0"/>
            <a:endParaRPr lang="it-IT"/>
          </a:p>
        </p:txBody>
      </p:sp>
    </p:spTree>
    <p:extLst>
      <p:ext uri="{BB962C8B-B14F-4D97-AF65-F5344CB8AC3E}">
        <p14:creationId xmlns:p14="http://schemas.microsoft.com/office/powerpoint/2010/main" val="4047021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gina colonna _ testo">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hasCustomPrompt="1"/>
          </p:nvPr>
        </p:nvSpPr>
        <p:spPr>
          <a:xfrm>
            <a:off x="334964" y="808073"/>
            <a:ext cx="2163688" cy="840083"/>
          </a:xfrm>
        </p:spPr>
        <p:txBody>
          <a:bodyPr/>
          <a:lstStyle>
            <a:lvl1pPr>
              <a:defRPr/>
            </a:lvl1pPr>
          </a:lstStyle>
          <a:p>
            <a:r>
              <a:rPr lang="it-IT"/>
              <a:t>Inserire titolo</a:t>
            </a:r>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600"/>
            </a:lvl1pPr>
            <a:lvl2pPr>
              <a:defRPr sz="1400"/>
            </a:lvl2pPr>
            <a:lvl3pPr>
              <a:defRPr sz="1400"/>
            </a:lvl3pPr>
            <a:lvl4pPr>
              <a:defRPr sz="1400"/>
            </a:lvl4pPr>
            <a:lvl5pPr>
              <a:defRPr sz="1400"/>
            </a:lvl5pPr>
          </a:lstStyle>
          <a:p>
            <a:pPr lvl="0"/>
            <a:endParaRPr lang="it-IT"/>
          </a:p>
        </p:txBody>
      </p:sp>
      <p:sp>
        <p:nvSpPr>
          <p:cNvPr id="10" name="Segnaposto testo 9">
            <a:extLst>
              <a:ext uri="{FF2B5EF4-FFF2-40B4-BE49-F238E27FC236}">
                <a16:creationId xmlns:a16="http://schemas.microsoft.com/office/drawing/2014/main" id="{1C0D3E2E-2AFC-47C5-ADBC-3E40FCEC1C5C}"/>
              </a:ext>
            </a:extLst>
          </p:cNvPr>
          <p:cNvSpPr>
            <a:spLocks noGrp="1"/>
          </p:cNvSpPr>
          <p:nvPr>
            <p:ph type="body" sz="quarter" idx="14"/>
          </p:nvPr>
        </p:nvSpPr>
        <p:spPr>
          <a:xfrm>
            <a:off x="3216275" y="2060575"/>
            <a:ext cx="8640763" cy="4429125"/>
          </a:xfrm>
        </p:spPr>
        <p:txBody>
          <a:bodyPr>
            <a:noAutofit/>
          </a:bodyPr>
          <a:lstStyle>
            <a:lvl1pPr>
              <a:defRPr sz="1600"/>
            </a:lvl1pPr>
            <a:lvl2pPr>
              <a:defRPr sz="1400"/>
            </a:lvl2pPr>
            <a:lvl3pPr>
              <a:defRPr sz="1400"/>
            </a:lvl3pPr>
            <a:lvl4pPr>
              <a:defRPr sz="1400"/>
            </a:lvl4pPr>
            <a:lvl5pPr>
              <a:defRPr sz="1400"/>
            </a:lvl5pPr>
          </a:lstStyle>
          <a:p>
            <a:pPr lvl="0"/>
            <a:endParaRPr lang="it-IT"/>
          </a:p>
        </p:txBody>
      </p:sp>
    </p:spTree>
    <p:extLst>
      <p:ext uri="{BB962C8B-B14F-4D97-AF65-F5344CB8AC3E}">
        <p14:creationId xmlns:p14="http://schemas.microsoft.com/office/powerpoint/2010/main" val="280159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gina colonna _ oggetto">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1" y="0"/>
            <a:ext cx="375313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hasCustomPrompt="1"/>
          </p:nvPr>
        </p:nvSpPr>
        <p:spPr>
          <a:xfrm>
            <a:off x="334964" y="808073"/>
            <a:ext cx="2163688" cy="840083"/>
          </a:xfrm>
        </p:spPr>
        <p:txBody>
          <a:bodyPr/>
          <a:lstStyle>
            <a:lvl1pPr>
              <a:defRPr/>
            </a:lvl1pPr>
          </a:lstStyle>
          <a:p>
            <a:r>
              <a:rPr lang="it-IT"/>
              <a:t>Inserire titolo</a:t>
            </a:r>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a:xfrm>
            <a:off x="4628388" y="39688"/>
            <a:ext cx="7598263" cy="365125"/>
          </a:xfrm>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600"/>
            </a:lvl1pPr>
            <a:lvl2pPr>
              <a:defRPr sz="1400"/>
            </a:lvl2pPr>
            <a:lvl3pPr>
              <a:defRPr sz="1400"/>
            </a:lvl3pPr>
            <a:lvl4pPr>
              <a:defRPr sz="1400"/>
            </a:lvl4pPr>
            <a:lvl5pPr>
              <a:defRPr sz="1400"/>
            </a:lvl5pPr>
          </a:lstStyle>
          <a:p>
            <a:pPr lvl="0"/>
            <a:endParaRPr lang="it-IT"/>
          </a:p>
        </p:txBody>
      </p:sp>
      <p:sp>
        <p:nvSpPr>
          <p:cNvPr id="9" name="Segnaposto contenuto 8">
            <a:extLst>
              <a:ext uri="{FF2B5EF4-FFF2-40B4-BE49-F238E27FC236}">
                <a16:creationId xmlns:a16="http://schemas.microsoft.com/office/drawing/2014/main" id="{9B8341C8-2CFC-44BF-90C6-72E69DB88898}"/>
              </a:ext>
            </a:extLst>
          </p:cNvPr>
          <p:cNvSpPr>
            <a:spLocks noGrp="1"/>
          </p:cNvSpPr>
          <p:nvPr>
            <p:ph sz="quarter" idx="15"/>
          </p:nvPr>
        </p:nvSpPr>
        <p:spPr>
          <a:xfrm>
            <a:off x="4352081" y="2060575"/>
            <a:ext cx="7504955" cy="3997325"/>
          </a:xfrm>
          <a:noFill/>
        </p:spPr>
        <p:txBody>
          <a:bodyPr>
            <a:normAutofit/>
          </a:bodyPr>
          <a:lstStyle>
            <a:lvl1pPr>
              <a:defRPr sz="1600"/>
            </a:lvl1pPr>
            <a:lvl2pPr>
              <a:defRPr sz="1400"/>
            </a:lvl2pPr>
            <a:lvl3pPr>
              <a:defRPr sz="1400"/>
            </a:lvl3pPr>
            <a:lvl4pPr>
              <a:defRPr sz="1400"/>
            </a:lvl4pPr>
            <a:lvl5pPr>
              <a:defRPr sz="1400"/>
            </a:lvl5pPr>
          </a:lstStyle>
          <a:p>
            <a:pPr lvl="0"/>
            <a:endParaRPr lang="it-IT"/>
          </a:p>
        </p:txBody>
      </p:sp>
    </p:spTree>
    <p:extLst>
      <p:ext uri="{BB962C8B-B14F-4D97-AF65-F5344CB8AC3E}">
        <p14:creationId xmlns:p14="http://schemas.microsoft.com/office/powerpoint/2010/main" val="1883577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agina sfondo colore _ oggetto">
    <p:bg>
      <p:bgPr>
        <a:solidFill>
          <a:srgbClr val="F3F3F3"/>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11522075" cy="840083"/>
          </a:xfrm>
          <a:prstGeom prst="rect">
            <a:avLst/>
          </a:prstGeom>
        </p:spPr>
        <p:txBody>
          <a:bodyPr/>
          <a:lstStyle/>
          <a:p>
            <a:endParaRPr lang="it-IT"/>
          </a:p>
        </p:txBody>
      </p:sp>
      <p:sp>
        <p:nvSpPr>
          <p:cNvPr id="3" name="Segnaposto contenuto 2">
            <a:extLst>
              <a:ext uri="{FF2B5EF4-FFF2-40B4-BE49-F238E27FC236}">
                <a16:creationId xmlns:a16="http://schemas.microsoft.com/office/drawing/2014/main" id="{035458E8-0508-42CF-A7E2-ABE84A714D6B}"/>
              </a:ext>
            </a:extLst>
          </p:cNvPr>
          <p:cNvSpPr>
            <a:spLocks noGrp="1"/>
          </p:cNvSpPr>
          <p:nvPr>
            <p:ph idx="1" hasCustomPrompt="1"/>
          </p:nvPr>
        </p:nvSpPr>
        <p:spPr>
          <a:xfrm>
            <a:off x="334963" y="2060576"/>
            <a:ext cx="11522075" cy="4146550"/>
          </a:xfrm>
          <a:noFill/>
        </p:spPr>
        <p:txBody>
          <a:bodyPr/>
          <a:lstStyle>
            <a:lvl1pPr>
              <a:defRPr/>
            </a:lvl1pPr>
          </a:lstStyle>
          <a:p>
            <a:pPr lvl="0"/>
            <a:r>
              <a:rPr lang="it-IT"/>
              <a:t>Inserire testo / oggetto</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en-US"/>
              <a:t>POLITECNICO DI MILANO</a:t>
            </a:r>
            <a:endParaRPr lang="it-IT"/>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7" name="Segnaposto testo 11">
            <a:extLst>
              <a:ext uri="{FF2B5EF4-FFF2-40B4-BE49-F238E27FC236}">
                <a16:creationId xmlns:a16="http://schemas.microsoft.com/office/drawing/2014/main" id="{8E2D0317-6708-4FD8-83CC-23BC5CFD3BE1}"/>
              </a:ext>
            </a:extLst>
          </p:cNvPr>
          <p:cNvSpPr>
            <a:spLocks noGrp="1"/>
          </p:cNvSpPr>
          <p:nvPr>
            <p:ph type="body" sz="quarter" idx="16"/>
          </p:nvPr>
        </p:nvSpPr>
        <p:spPr>
          <a:xfrm>
            <a:off x="334962" y="6207125"/>
            <a:ext cx="5232400" cy="282575"/>
          </a:xfrm>
        </p:spPr>
        <p:txBody>
          <a:bodyPr anchor="b">
            <a:normAutofit/>
          </a:bodyPr>
          <a:lstStyle>
            <a:lvl1pPr>
              <a:defRPr sz="900"/>
            </a:lvl1pPr>
          </a:lstStyle>
          <a:p>
            <a:pPr lvl="0"/>
            <a:endParaRPr lang="it-IT"/>
          </a:p>
        </p:txBody>
      </p:sp>
    </p:spTree>
    <p:extLst>
      <p:ext uri="{BB962C8B-B14F-4D97-AF65-F5344CB8AC3E}">
        <p14:creationId xmlns:p14="http://schemas.microsoft.com/office/powerpoint/2010/main" val="1636660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gina immagine _ A">
    <p:spTree>
      <p:nvGrpSpPr>
        <p:cNvPr id="1" name=""/>
        <p:cNvGrpSpPr/>
        <p:nvPr/>
      </p:nvGrpSpPr>
      <p:grpSpPr>
        <a:xfrm>
          <a:off x="0" y="0"/>
          <a:ext cx="0" cy="0"/>
          <a:chOff x="0" y="0"/>
          <a:chExt cx="0" cy="0"/>
        </a:xfrm>
      </p:grpSpPr>
      <p:sp>
        <p:nvSpPr>
          <p:cNvPr id="8" name="Segnaposto immagine 7">
            <a:extLst>
              <a:ext uri="{FF2B5EF4-FFF2-40B4-BE49-F238E27FC236}">
                <a16:creationId xmlns:a16="http://schemas.microsoft.com/office/drawing/2014/main" id="{858C886A-46B2-4CBC-A989-B9F302647C17}"/>
              </a:ext>
            </a:extLst>
          </p:cNvPr>
          <p:cNvSpPr>
            <a:spLocks noGrp="1"/>
          </p:cNvSpPr>
          <p:nvPr>
            <p:ph type="pic" sz="quarter" idx="13"/>
          </p:nvPr>
        </p:nvSpPr>
        <p:spPr>
          <a:xfrm>
            <a:off x="5720316" y="812652"/>
            <a:ext cx="6471684" cy="5677048"/>
          </a:xfrm>
          <a:noFill/>
        </p:spPr>
        <p:txBody>
          <a:bodyPr/>
          <a:lstStyle/>
          <a:p>
            <a:endParaRPr lang="it-IT"/>
          </a:p>
        </p:txBody>
      </p:sp>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4" y="812652"/>
            <a:ext cx="4705298" cy="840083"/>
          </a:xfrm>
          <a:prstGeom prst="rect">
            <a:avLst/>
          </a:prstGeom>
        </p:spPr>
        <p:txBody>
          <a:bodyPr/>
          <a:lstStyle/>
          <a:p>
            <a:r>
              <a:rPr lang="it-IT"/>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en-US"/>
              <a:t>POLITECNICO DI MILANO</a:t>
            </a:r>
            <a:endParaRPr lang="it-IT"/>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4705299" cy="4429125"/>
          </a:xfrm>
        </p:spPr>
        <p:txBody>
          <a:bodyPr/>
          <a:lstStyle/>
          <a:p>
            <a:pPr lvl="0"/>
            <a:endParaRPr lang="it-IT"/>
          </a:p>
        </p:txBody>
      </p:sp>
    </p:spTree>
    <p:extLst>
      <p:ext uri="{BB962C8B-B14F-4D97-AF65-F5344CB8AC3E}">
        <p14:creationId xmlns:p14="http://schemas.microsoft.com/office/powerpoint/2010/main" val="1402292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agina immagine _ B">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BF578AB8-DC96-4BF4-9F97-D7DA508CF3E9}"/>
              </a:ext>
            </a:extLst>
          </p:cNvPr>
          <p:cNvSpPr/>
          <p:nvPr userDrawn="1"/>
        </p:nvSpPr>
        <p:spPr>
          <a:xfrm>
            <a:off x="0" y="0"/>
            <a:ext cx="2855913" cy="6858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Segnaposto immagine 7">
            <a:extLst>
              <a:ext uri="{FF2B5EF4-FFF2-40B4-BE49-F238E27FC236}">
                <a16:creationId xmlns:a16="http://schemas.microsoft.com/office/drawing/2014/main" id="{858C886A-46B2-4CBC-A989-B9F302647C17}"/>
              </a:ext>
            </a:extLst>
          </p:cNvPr>
          <p:cNvSpPr>
            <a:spLocks noGrp="1"/>
          </p:cNvSpPr>
          <p:nvPr>
            <p:ph type="pic" sz="quarter" idx="13"/>
          </p:nvPr>
        </p:nvSpPr>
        <p:spPr>
          <a:xfrm>
            <a:off x="886120" y="812652"/>
            <a:ext cx="4355183" cy="5677048"/>
          </a:xfrm>
          <a:noFill/>
        </p:spPr>
        <p:txBody>
          <a:bodyPr/>
          <a:lstStyle/>
          <a:p>
            <a:endParaRPr lang="it-IT"/>
          </a:p>
        </p:txBody>
      </p:sp>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5835192" y="812652"/>
            <a:ext cx="6021846" cy="840083"/>
          </a:xfrm>
          <a:prstGeom prst="rect">
            <a:avLst/>
          </a:prstGeom>
        </p:spPr>
        <p:txBody>
          <a:bodyPr/>
          <a:lstStyle/>
          <a:p>
            <a:r>
              <a:rPr lang="it-IT"/>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en-US"/>
              <a:t>POLITECNICO DI MILANO</a:t>
            </a:r>
            <a:endParaRPr lang="it-IT"/>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0" name="Segnaposto testo 9">
            <a:extLst>
              <a:ext uri="{FF2B5EF4-FFF2-40B4-BE49-F238E27FC236}">
                <a16:creationId xmlns:a16="http://schemas.microsoft.com/office/drawing/2014/main" id="{4BEA68D2-13D7-4E83-8B67-3B7D4B3EBFD8}"/>
              </a:ext>
            </a:extLst>
          </p:cNvPr>
          <p:cNvSpPr>
            <a:spLocks noGrp="1"/>
          </p:cNvSpPr>
          <p:nvPr>
            <p:ph type="body" sz="quarter" idx="14"/>
          </p:nvPr>
        </p:nvSpPr>
        <p:spPr>
          <a:xfrm>
            <a:off x="5835192" y="2060575"/>
            <a:ext cx="6021846" cy="4429125"/>
          </a:xfrm>
        </p:spPr>
        <p:txBody>
          <a:bodyPr>
            <a:noAutofit/>
          </a:bodyPr>
          <a:lstStyle>
            <a:lvl1pPr>
              <a:defRPr sz="1600"/>
            </a:lvl1pPr>
            <a:lvl2pPr>
              <a:defRPr sz="1600"/>
            </a:lvl2pPr>
            <a:lvl3pPr>
              <a:defRPr sz="1600"/>
            </a:lvl3pPr>
            <a:lvl4pPr>
              <a:defRPr sz="1600"/>
            </a:lvl4pPr>
            <a:lvl5pPr>
              <a:defRPr sz="16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400492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agina didascalia _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6120000" cy="840083"/>
          </a:xfrm>
          <a:prstGeom prst="rect">
            <a:avLst/>
          </a:prstGeom>
        </p:spPr>
        <p:txBody>
          <a:bodyPr/>
          <a:lstStyle/>
          <a:p>
            <a:r>
              <a:rPr lang="it-IT"/>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en-US"/>
              <a:t>POLITECNICO DI MILANO</a:t>
            </a:r>
            <a:endParaRPr lang="it-IT"/>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6120000" cy="4429125"/>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9" name="Segnaposto testo 11">
            <a:extLst>
              <a:ext uri="{FF2B5EF4-FFF2-40B4-BE49-F238E27FC236}">
                <a16:creationId xmlns:a16="http://schemas.microsoft.com/office/drawing/2014/main" id="{44C15745-FE91-4F85-912A-DE21BA99A8BB}"/>
              </a:ext>
            </a:extLst>
          </p:cNvPr>
          <p:cNvSpPr>
            <a:spLocks noGrp="1"/>
          </p:cNvSpPr>
          <p:nvPr>
            <p:ph type="body" sz="quarter" idx="16"/>
          </p:nvPr>
        </p:nvSpPr>
        <p:spPr>
          <a:xfrm>
            <a:off x="7331074" y="6207125"/>
            <a:ext cx="4525963" cy="282575"/>
          </a:xfrm>
        </p:spPr>
        <p:txBody>
          <a:bodyPr anchor="b">
            <a:normAutofit/>
          </a:bodyPr>
          <a:lstStyle>
            <a:lvl1pPr>
              <a:defRPr sz="900"/>
            </a:lvl1pPr>
          </a:lstStyle>
          <a:p>
            <a:pPr lvl="0"/>
            <a:endParaRPr lang="it-IT"/>
          </a:p>
        </p:txBody>
      </p:sp>
      <p:sp>
        <p:nvSpPr>
          <p:cNvPr id="13" name="Segnaposto contenuto 10">
            <a:extLst>
              <a:ext uri="{FF2B5EF4-FFF2-40B4-BE49-F238E27FC236}">
                <a16:creationId xmlns:a16="http://schemas.microsoft.com/office/drawing/2014/main" id="{981C075B-AD13-4CF1-8E6F-EFDE96C167BD}"/>
              </a:ext>
            </a:extLst>
          </p:cNvPr>
          <p:cNvSpPr>
            <a:spLocks noGrp="1"/>
          </p:cNvSpPr>
          <p:nvPr>
            <p:ph sz="quarter" idx="17"/>
          </p:nvPr>
        </p:nvSpPr>
        <p:spPr>
          <a:xfrm>
            <a:off x="7331075" y="800100"/>
            <a:ext cx="4525963" cy="5407025"/>
          </a:xfrm>
          <a:noFill/>
        </p:spPr>
        <p:txBody>
          <a:bodyPr/>
          <a:lstStyle/>
          <a:p>
            <a:pPr lvl="0"/>
            <a:endParaRPr lang="it-IT"/>
          </a:p>
        </p:txBody>
      </p:sp>
    </p:spTree>
    <p:extLst>
      <p:ext uri="{BB962C8B-B14F-4D97-AF65-F5344CB8AC3E}">
        <p14:creationId xmlns:p14="http://schemas.microsoft.com/office/powerpoint/2010/main" val="2153932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gina didascalia _B">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2" y="812652"/>
            <a:ext cx="6120000" cy="840083"/>
          </a:xfrm>
          <a:prstGeom prst="rect">
            <a:avLst/>
          </a:prstGeom>
        </p:spPr>
        <p:txBody>
          <a:bodyPr/>
          <a:lstStyle/>
          <a:p>
            <a:r>
              <a:rPr lang="it-IT"/>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en-US"/>
              <a:t>POLITECNICO DI MILANO</a:t>
            </a:r>
            <a:endParaRPr lang="it-IT"/>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6120000" cy="4429125"/>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9" name="Segnaposto testo 11">
            <a:extLst>
              <a:ext uri="{FF2B5EF4-FFF2-40B4-BE49-F238E27FC236}">
                <a16:creationId xmlns:a16="http://schemas.microsoft.com/office/drawing/2014/main" id="{44C15745-FE91-4F85-912A-DE21BA99A8BB}"/>
              </a:ext>
            </a:extLst>
          </p:cNvPr>
          <p:cNvSpPr>
            <a:spLocks noGrp="1"/>
          </p:cNvSpPr>
          <p:nvPr>
            <p:ph type="body" sz="quarter" idx="16"/>
          </p:nvPr>
        </p:nvSpPr>
        <p:spPr>
          <a:xfrm>
            <a:off x="7331074" y="6207125"/>
            <a:ext cx="4525963" cy="282575"/>
          </a:xfrm>
        </p:spPr>
        <p:txBody>
          <a:bodyPr anchor="b">
            <a:normAutofit/>
          </a:bodyPr>
          <a:lstStyle>
            <a:lvl1pPr>
              <a:defRPr sz="900"/>
            </a:lvl1pPr>
          </a:lstStyle>
          <a:p>
            <a:pPr lvl="0"/>
            <a:endParaRPr lang="it-IT"/>
          </a:p>
        </p:txBody>
      </p:sp>
      <p:sp>
        <p:nvSpPr>
          <p:cNvPr id="14" name="Segnaposto testo 11">
            <a:extLst>
              <a:ext uri="{FF2B5EF4-FFF2-40B4-BE49-F238E27FC236}">
                <a16:creationId xmlns:a16="http://schemas.microsoft.com/office/drawing/2014/main" id="{347D0FBD-1472-468C-84DA-540ADCCDF147}"/>
              </a:ext>
            </a:extLst>
          </p:cNvPr>
          <p:cNvSpPr>
            <a:spLocks noGrp="1"/>
          </p:cNvSpPr>
          <p:nvPr>
            <p:ph type="body" sz="quarter" idx="18"/>
          </p:nvPr>
        </p:nvSpPr>
        <p:spPr>
          <a:xfrm>
            <a:off x="7331074" y="3138105"/>
            <a:ext cx="4525963" cy="282575"/>
          </a:xfrm>
        </p:spPr>
        <p:txBody>
          <a:bodyPr anchor="b">
            <a:normAutofit/>
          </a:bodyPr>
          <a:lstStyle>
            <a:lvl1pPr>
              <a:defRPr sz="900"/>
            </a:lvl1pPr>
          </a:lstStyle>
          <a:p>
            <a:pPr lvl="0"/>
            <a:endParaRPr lang="it-IT"/>
          </a:p>
        </p:txBody>
      </p:sp>
      <p:sp>
        <p:nvSpPr>
          <p:cNvPr id="18" name="Segnaposto contenuto 10">
            <a:extLst>
              <a:ext uri="{FF2B5EF4-FFF2-40B4-BE49-F238E27FC236}">
                <a16:creationId xmlns:a16="http://schemas.microsoft.com/office/drawing/2014/main" id="{AE654BE7-A245-475E-B2C5-2D5C0EA5B87D}"/>
              </a:ext>
            </a:extLst>
          </p:cNvPr>
          <p:cNvSpPr>
            <a:spLocks noGrp="1"/>
          </p:cNvSpPr>
          <p:nvPr>
            <p:ph sz="quarter" idx="19"/>
          </p:nvPr>
        </p:nvSpPr>
        <p:spPr>
          <a:xfrm>
            <a:off x="7331075" y="3867807"/>
            <a:ext cx="4525963" cy="2339318"/>
          </a:xfrm>
          <a:noFill/>
        </p:spPr>
        <p:txBody>
          <a:bodyPr/>
          <a:lstStyle/>
          <a:p>
            <a:pPr lvl="0"/>
            <a:endParaRPr lang="it-IT"/>
          </a:p>
        </p:txBody>
      </p:sp>
      <p:sp>
        <p:nvSpPr>
          <p:cNvPr id="19" name="Segnaposto contenuto 10">
            <a:extLst>
              <a:ext uri="{FF2B5EF4-FFF2-40B4-BE49-F238E27FC236}">
                <a16:creationId xmlns:a16="http://schemas.microsoft.com/office/drawing/2014/main" id="{C7FD40C7-9A42-4239-BA55-CFB8D43C528F}"/>
              </a:ext>
            </a:extLst>
          </p:cNvPr>
          <p:cNvSpPr>
            <a:spLocks noGrp="1"/>
          </p:cNvSpPr>
          <p:nvPr>
            <p:ph sz="quarter" idx="20"/>
          </p:nvPr>
        </p:nvSpPr>
        <p:spPr>
          <a:xfrm>
            <a:off x="7331075" y="799291"/>
            <a:ext cx="4525963" cy="2339318"/>
          </a:xfrm>
          <a:noFill/>
        </p:spPr>
        <p:txBody>
          <a:bodyPr/>
          <a:lstStyle/>
          <a:p>
            <a:pPr lvl="0"/>
            <a:endParaRPr lang="it-IT"/>
          </a:p>
        </p:txBody>
      </p:sp>
    </p:spTree>
    <p:extLst>
      <p:ext uri="{BB962C8B-B14F-4D97-AF65-F5344CB8AC3E}">
        <p14:creationId xmlns:p14="http://schemas.microsoft.com/office/powerpoint/2010/main" val="2126210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agina didascalia _C">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4" y="808073"/>
            <a:ext cx="8640000" cy="840083"/>
          </a:xfrm>
        </p:spPr>
        <p:txBody>
          <a:bodyPr/>
          <a:lstStyle/>
          <a:p>
            <a:endParaRPr lang="it-IT"/>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6"/>
            <a:ext cx="8640000" cy="761756"/>
          </a:xfrm>
        </p:spPr>
        <p:txBody>
          <a:bodyPr/>
          <a:lstStyle/>
          <a:p>
            <a:pPr lvl="0"/>
            <a:endParaRPr lang="it-IT"/>
          </a:p>
        </p:txBody>
      </p:sp>
      <p:sp>
        <p:nvSpPr>
          <p:cNvPr id="8" name="Segnaposto contenuto 2">
            <a:extLst>
              <a:ext uri="{FF2B5EF4-FFF2-40B4-BE49-F238E27FC236}">
                <a16:creationId xmlns:a16="http://schemas.microsoft.com/office/drawing/2014/main" id="{D48807E7-406F-46DA-A7FF-0C97525854B7}"/>
              </a:ext>
            </a:extLst>
          </p:cNvPr>
          <p:cNvSpPr>
            <a:spLocks noGrp="1"/>
          </p:cNvSpPr>
          <p:nvPr>
            <p:ph idx="1"/>
          </p:nvPr>
        </p:nvSpPr>
        <p:spPr>
          <a:xfrm>
            <a:off x="334963" y="3234752"/>
            <a:ext cx="5423999" cy="2972374"/>
          </a:xfrm>
          <a:noFill/>
        </p:spPr>
        <p:txBody>
          <a:bodyPr/>
          <a:lstStyle/>
          <a:p>
            <a:pPr lvl="0"/>
            <a:endParaRPr lang="it-IT"/>
          </a:p>
        </p:txBody>
      </p:sp>
      <p:sp>
        <p:nvSpPr>
          <p:cNvPr id="9" name="Segnaposto testo 11">
            <a:extLst>
              <a:ext uri="{FF2B5EF4-FFF2-40B4-BE49-F238E27FC236}">
                <a16:creationId xmlns:a16="http://schemas.microsoft.com/office/drawing/2014/main" id="{833CAB92-1558-4E15-91D9-6F44CDF88BF1}"/>
              </a:ext>
            </a:extLst>
          </p:cNvPr>
          <p:cNvSpPr>
            <a:spLocks noGrp="1"/>
          </p:cNvSpPr>
          <p:nvPr>
            <p:ph type="body" sz="quarter" idx="16"/>
          </p:nvPr>
        </p:nvSpPr>
        <p:spPr>
          <a:xfrm>
            <a:off x="334962" y="6207125"/>
            <a:ext cx="5423999" cy="282575"/>
          </a:xfrm>
        </p:spPr>
        <p:txBody>
          <a:bodyPr anchor="b">
            <a:normAutofit/>
          </a:bodyPr>
          <a:lstStyle>
            <a:lvl1pPr>
              <a:defRPr sz="900"/>
            </a:lvl1pPr>
          </a:lstStyle>
          <a:p>
            <a:pPr lvl="0"/>
            <a:endParaRPr lang="it-IT"/>
          </a:p>
        </p:txBody>
      </p:sp>
      <p:sp>
        <p:nvSpPr>
          <p:cNvPr id="10" name="Segnaposto contenuto 2">
            <a:extLst>
              <a:ext uri="{FF2B5EF4-FFF2-40B4-BE49-F238E27FC236}">
                <a16:creationId xmlns:a16="http://schemas.microsoft.com/office/drawing/2014/main" id="{B0E56354-394B-4187-9F9C-3EC0AFE56EFB}"/>
              </a:ext>
            </a:extLst>
          </p:cNvPr>
          <p:cNvSpPr>
            <a:spLocks noGrp="1"/>
          </p:cNvSpPr>
          <p:nvPr>
            <p:ph idx="17"/>
          </p:nvPr>
        </p:nvSpPr>
        <p:spPr>
          <a:xfrm>
            <a:off x="6463201" y="3234752"/>
            <a:ext cx="5423999" cy="2972374"/>
          </a:xfrm>
          <a:noFill/>
        </p:spPr>
        <p:txBody>
          <a:bodyPr/>
          <a:lstStyle/>
          <a:p>
            <a:pPr lvl="0"/>
            <a:endParaRPr lang="it-IT"/>
          </a:p>
        </p:txBody>
      </p:sp>
      <p:sp>
        <p:nvSpPr>
          <p:cNvPr id="11" name="Segnaposto testo 11">
            <a:extLst>
              <a:ext uri="{FF2B5EF4-FFF2-40B4-BE49-F238E27FC236}">
                <a16:creationId xmlns:a16="http://schemas.microsoft.com/office/drawing/2014/main" id="{FA2B0198-8A91-4620-9797-8C5B2DBFE186}"/>
              </a:ext>
            </a:extLst>
          </p:cNvPr>
          <p:cNvSpPr>
            <a:spLocks noGrp="1"/>
          </p:cNvSpPr>
          <p:nvPr>
            <p:ph type="body" sz="quarter" idx="18"/>
          </p:nvPr>
        </p:nvSpPr>
        <p:spPr>
          <a:xfrm>
            <a:off x="6463200" y="6207125"/>
            <a:ext cx="5423999" cy="282575"/>
          </a:xfrm>
        </p:spPr>
        <p:txBody>
          <a:bodyPr anchor="b">
            <a:normAutofit/>
          </a:bodyPr>
          <a:lstStyle>
            <a:lvl1pPr>
              <a:defRPr sz="900"/>
            </a:lvl1pPr>
          </a:lstStyle>
          <a:p>
            <a:pPr lvl="0"/>
            <a:endParaRPr lang="it-IT"/>
          </a:p>
        </p:txBody>
      </p:sp>
    </p:spTree>
    <p:extLst>
      <p:ext uri="{BB962C8B-B14F-4D97-AF65-F5344CB8AC3E}">
        <p14:creationId xmlns:p14="http://schemas.microsoft.com/office/powerpoint/2010/main" val="49973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agina grafica _ 2 colonne">
    <p:spTree>
      <p:nvGrpSpPr>
        <p:cNvPr id="1" name=""/>
        <p:cNvGrpSpPr/>
        <p:nvPr/>
      </p:nvGrpSpPr>
      <p:grpSpPr>
        <a:xfrm>
          <a:off x="0" y="0"/>
          <a:ext cx="0" cy="0"/>
          <a:chOff x="0" y="0"/>
          <a:chExt cx="0" cy="0"/>
        </a:xfrm>
      </p:grpSpPr>
      <p:cxnSp>
        <p:nvCxnSpPr>
          <p:cNvPr id="15" name="Connettore diritto 14">
            <a:extLst>
              <a:ext uri="{FF2B5EF4-FFF2-40B4-BE49-F238E27FC236}">
                <a16:creationId xmlns:a16="http://schemas.microsoft.com/office/drawing/2014/main" id="{1BA738B4-CAEF-4DF6-8F86-853259BEF8CA}"/>
              </a:ext>
            </a:extLst>
          </p:cNvPr>
          <p:cNvCxnSpPr>
            <a:cxnSpLocks/>
          </p:cNvCxnSpPr>
          <p:nvPr userDrawn="1"/>
        </p:nvCxnSpPr>
        <p:spPr>
          <a:xfrm>
            <a:off x="6096000" y="1982591"/>
            <a:ext cx="0" cy="4926573"/>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17" name="Ovale 16">
            <a:extLst>
              <a:ext uri="{FF2B5EF4-FFF2-40B4-BE49-F238E27FC236}">
                <a16:creationId xmlns:a16="http://schemas.microsoft.com/office/drawing/2014/main" id="{4C773052-8674-4F4A-B692-74398E7F6181}"/>
              </a:ext>
            </a:extLst>
          </p:cNvPr>
          <p:cNvSpPr/>
          <p:nvPr userDrawn="1"/>
        </p:nvSpPr>
        <p:spPr>
          <a:xfrm>
            <a:off x="-72" y="1982591"/>
            <a:ext cx="6095999" cy="6086885"/>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Ovale 17">
            <a:extLst>
              <a:ext uri="{FF2B5EF4-FFF2-40B4-BE49-F238E27FC236}">
                <a16:creationId xmlns:a16="http://schemas.microsoft.com/office/drawing/2014/main" id="{4494B2F9-56E8-468F-84B7-6289E8C13D51}"/>
              </a:ext>
            </a:extLst>
          </p:cNvPr>
          <p:cNvSpPr/>
          <p:nvPr userDrawn="1"/>
        </p:nvSpPr>
        <p:spPr>
          <a:xfrm>
            <a:off x="6096000" y="1982591"/>
            <a:ext cx="6095999" cy="6086885"/>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0" name="Connettore diritto 19">
            <a:extLst>
              <a:ext uri="{FF2B5EF4-FFF2-40B4-BE49-F238E27FC236}">
                <a16:creationId xmlns:a16="http://schemas.microsoft.com/office/drawing/2014/main" id="{A18E4507-53BE-463C-8276-54DFB4E83D3E}"/>
              </a:ext>
            </a:extLst>
          </p:cNvPr>
          <p:cNvCxnSpPr>
            <a:cxnSpLocks/>
          </p:cNvCxnSpPr>
          <p:nvPr userDrawn="1"/>
        </p:nvCxnSpPr>
        <p:spPr>
          <a:xfrm>
            <a:off x="0" y="1982591"/>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1504950" y="2887039"/>
            <a:ext cx="3400570" cy="2106202"/>
          </a:xfrm>
        </p:spPr>
        <p:txBody>
          <a:bodyPr>
            <a:noAutofit/>
          </a:bodyPr>
          <a:lstStyle>
            <a:lvl1pPr>
              <a:defRPr sz="1600"/>
            </a:lvl1pPr>
            <a:lvl2pPr>
              <a:defRPr sz="1400"/>
            </a:lvl2pPr>
            <a:lvl3pPr>
              <a:defRPr sz="1400"/>
            </a:lvl3pPr>
            <a:lvl4pPr>
              <a:defRPr sz="1400"/>
            </a:lvl4pPr>
            <a:lvl5pPr>
              <a:defRPr sz="1400"/>
            </a:lvl5pPr>
          </a:lstStyle>
          <a:p>
            <a:pPr lvl="0"/>
            <a:endParaRPr lang="it-IT"/>
          </a:p>
        </p:txBody>
      </p:sp>
      <p:sp>
        <p:nvSpPr>
          <p:cNvPr id="12" name="Segnaposto testo 6">
            <a:extLst>
              <a:ext uri="{FF2B5EF4-FFF2-40B4-BE49-F238E27FC236}">
                <a16:creationId xmlns:a16="http://schemas.microsoft.com/office/drawing/2014/main" id="{58D49EF2-5E35-412C-A5DD-2A6A604FC3AA}"/>
              </a:ext>
            </a:extLst>
          </p:cNvPr>
          <p:cNvSpPr>
            <a:spLocks noGrp="1"/>
          </p:cNvSpPr>
          <p:nvPr>
            <p:ph type="body" sz="quarter" idx="14"/>
          </p:nvPr>
        </p:nvSpPr>
        <p:spPr>
          <a:xfrm>
            <a:off x="7279792" y="2887039"/>
            <a:ext cx="3400570" cy="2106202"/>
          </a:xfrm>
        </p:spPr>
        <p:txBody>
          <a:bodyPr>
            <a:noAutofit/>
          </a:bodyPr>
          <a:lstStyle>
            <a:lvl1pPr>
              <a:defRPr sz="1600"/>
            </a:lvl1pPr>
            <a:lvl2pPr>
              <a:defRPr sz="1400"/>
            </a:lvl2pPr>
            <a:lvl3pPr>
              <a:defRPr sz="1400"/>
            </a:lvl3pPr>
            <a:lvl4pPr>
              <a:defRPr sz="1400"/>
            </a:lvl4pPr>
            <a:lvl5pPr>
              <a:defRPr sz="1400"/>
            </a:lvl5pPr>
          </a:lstStyle>
          <a:p>
            <a:pPr lvl="0"/>
            <a:endParaRPr lang="it-IT"/>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1504950" y="2239963"/>
            <a:ext cx="3400425"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
        <p:nvSpPr>
          <p:cNvPr id="16" name="Segnaposto testo 9">
            <a:extLst>
              <a:ext uri="{FF2B5EF4-FFF2-40B4-BE49-F238E27FC236}">
                <a16:creationId xmlns:a16="http://schemas.microsoft.com/office/drawing/2014/main" id="{8BDCC8A1-442C-4890-928F-754837D40158}"/>
              </a:ext>
            </a:extLst>
          </p:cNvPr>
          <p:cNvSpPr>
            <a:spLocks noGrp="1"/>
          </p:cNvSpPr>
          <p:nvPr>
            <p:ph type="body" sz="quarter" idx="16" hasCustomPrompt="1"/>
          </p:nvPr>
        </p:nvSpPr>
        <p:spPr>
          <a:xfrm>
            <a:off x="7279792" y="2239963"/>
            <a:ext cx="3400425"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Tree>
    <p:extLst>
      <p:ext uri="{BB962C8B-B14F-4D97-AF65-F5344CB8AC3E}">
        <p14:creationId xmlns:p14="http://schemas.microsoft.com/office/powerpoint/2010/main" val="1878624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Pagina grafica _ 3 colonne">
    <p:spTree>
      <p:nvGrpSpPr>
        <p:cNvPr id="1" name=""/>
        <p:cNvGrpSpPr/>
        <p:nvPr/>
      </p:nvGrpSpPr>
      <p:grpSpPr>
        <a:xfrm>
          <a:off x="0" y="0"/>
          <a:ext cx="0" cy="0"/>
          <a:chOff x="0" y="0"/>
          <a:chExt cx="0" cy="0"/>
        </a:xfrm>
      </p:grpSpPr>
      <p:grpSp>
        <p:nvGrpSpPr>
          <p:cNvPr id="17" name="Gruppo 16">
            <a:extLst>
              <a:ext uri="{FF2B5EF4-FFF2-40B4-BE49-F238E27FC236}">
                <a16:creationId xmlns:a16="http://schemas.microsoft.com/office/drawing/2014/main" id="{DCF77920-E824-44B3-85EA-05F2EDB6BF3F}"/>
              </a:ext>
            </a:extLst>
          </p:cNvPr>
          <p:cNvGrpSpPr/>
          <p:nvPr userDrawn="1"/>
        </p:nvGrpSpPr>
        <p:grpSpPr>
          <a:xfrm>
            <a:off x="4176734" y="1982590"/>
            <a:ext cx="3851031" cy="4875409"/>
            <a:chOff x="4176734" y="0"/>
            <a:chExt cx="3851031" cy="6858000"/>
          </a:xfrm>
        </p:grpSpPr>
        <p:cxnSp>
          <p:nvCxnSpPr>
            <p:cNvPr id="18" name="Connettore diritto 17">
              <a:extLst>
                <a:ext uri="{FF2B5EF4-FFF2-40B4-BE49-F238E27FC236}">
                  <a16:creationId xmlns:a16="http://schemas.microsoft.com/office/drawing/2014/main" id="{CB615DED-059D-4796-99B1-A05563D44C03}"/>
                </a:ext>
              </a:extLst>
            </p:cNvPr>
            <p:cNvCxnSpPr>
              <a:cxnSpLocks/>
            </p:cNvCxnSpPr>
            <p:nvPr userDrawn="1"/>
          </p:nvCxnSpPr>
          <p:spPr>
            <a:xfrm>
              <a:off x="4176734" y="0"/>
              <a:ext cx="0" cy="6858000"/>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Connettore diritto 18">
              <a:extLst>
                <a:ext uri="{FF2B5EF4-FFF2-40B4-BE49-F238E27FC236}">
                  <a16:creationId xmlns:a16="http://schemas.microsoft.com/office/drawing/2014/main" id="{92005C28-C91C-45A7-A685-8802C446CB65}"/>
                </a:ext>
              </a:extLst>
            </p:cNvPr>
            <p:cNvCxnSpPr>
              <a:cxnSpLocks/>
            </p:cNvCxnSpPr>
            <p:nvPr userDrawn="1"/>
          </p:nvCxnSpPr>
          <p:spPr>
            <a:xfrm>
              <a:off x="8027765" y="0"/>
              <a:ext cx="0" cy="6858000"/>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20" name="Connettore diritto 19">
            <a:extLst>
              <a:ext uri="{FF2B5EF4-FFF2-40B4-BE49-F238E27FC236}">
                <a16:creationId xmlns:a16="http://schemas.microsoft.com/office/drawing/2014/main" id="{CE81B289-B295-4C91-973A-E265802F8343}"/>
              </a:ext>
            </a:extLst>
          </p:cNvPr>
          <p:cNvCxnSpPr>
            <a:cxnSpLocks/>
          </p:cNvCxnSpPr>
          <p:nvPr userDrawn="1"/>
        </p:nvCxnSpPr>
        <p:spPr>
          <a:xfrm>
            <a:off x="0" y="1982591"/>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568620"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568643"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
        <p:nvSpPr>
          <p:cNvPr id="30" name="Segnaposto testo 6">
            <a:extLst>
              <a:ext uri="{FF2B5EF4-FFF2-40B4-BE49-F238E27FC236}">
                <a16:creationId xmlns:a16="http://schemas.microsoft.com/office/drawing/2014/main" id="{0C5DB749-C07B-4557-8B31-C5C44DDA999B}"/>
              </a:ext>
            </a:extLst>
          </p:cNvPr>
          <p:cNvSpPr>
            <a:spLocks noGrp="1"/>
          </p:cNvSpPr>
          <p:nvPr>
            <p:ph type="body" sz="quarter" idx="16"/>
          </p:nvPr>
        </p:nvSpPr>
        <p:spPr>
          <a:xfrm>
            <a:off x="4551535"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a:p>
        </p:txBody>
      </p:sp>
      <p:sp>
        <p:nvSpPr>
          <p:cNvPr id="31" name="Segnaposto testo 9">
            <a:extLst>
              <a:ext uri="{FF2B5EF4-FFF2-40B4-BE49-F238E27FC236}">
                <a16:creationId xmlns:a16="http://schemas.microsoft.com/office/drawing/2014/main" id="{642D4EEC-FAC4-4C46-BB9F-3BA54588E412}"/>
              </a:ext>
            </a:extLst>
          </p:cNvPr>
          <p:cNvSpPr>
            <a:spLocks noGrp="1"/>
          </p:cNvSpPr>
          <p:nvPr>
            <p:ph type="body" sz="quarter" idx="17" hasCustomPrompt="1"/>
          </p:nvPr>
        </p:nvSpPr>
        <p:spPr>
          <a:xfrm>
            <a:off x="4551558"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
        <p:nvSpPr>
          <p:cNvPr id="32" name="Segnaposto testo 6">
            <a:extLst>
              <a:ext uri="{FF2B5EF4-FFF2-40B4-BE49-F238E27FC236}">
                <a16:creationId xmlns:a16="http://schemas.microsoft.com/office/drawing/2014/main" id="{8310C023-87FF-43B4-9428-3E2652BDB8FC}"/>
              </a:ext>
            </a:extLst>
          </p:cNvPr>
          <p:cNvSpPr>
            <a:spLocks noGrp="1"/>
          </p:cNvSpPr>
          <p:nvPr>
            <p:ph type="body" sz="quarter" idx="18"/>
          </p:nvPr>
        </p:nvSpPr>
        <p:spPr>
          <a:xfrm>
            <a:off x="8376189"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a:p>
        </p:txBody>
      </p:sp>
      <p:sp>
        <p:nvSpPr>
          <p:cNvPr id="33" name="Segnaposto testo 9">
            <a:extLst>
              <a:ext uri="{FF2B5EF4-FFF2-40B4-BE49-F238E27FC236}">
                <a16:creationId xmlns:a16="http://schemas.microsoft.com/office/drawing/2014/main" id="{0FB8C8B8-D4F7-4669-8F3B-F456A7ECFC93}"/>
              </a:ext>
            </a:extLst>
          </p:cNvPr>
          <p:cNvSpPr>
            <a:spLocks noGrp="1"/>
          </p:cNvSpPr>
          <p:nvPr>
            <p:ph type="body" sz="quarter" idx="19" hasCustomPrompt="1"/>
          </p:nvPr>
        </p:nvSpPr>
        <p:spPr>
          <a:xfrm>
            <a:off x="8376212"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Tree>
    <p:extLst>
      <p:ext uri="{BB962C8B-B14F-4D97-AF65-F5344CB8AC3E}">
        <p14:creationId xmlns:p14="http://schemas.microsoft.com/office/powerpoint/2010/main" val="30384870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Pagina grafica _ 4 colonne">
    <p:spTree>
      <p:nvGrpSpPr>
        <p:cNvPr id="1" name=""/>
        <p:cNvGrpSpPr/>
        <p:nvPr/>
      </p:nvGrpSpPr>
      <p:grpSpPr>
        <a:xfrm>
          <a:off x="0" y="0"/>
          <a:ext cx="0" cy="0"/>
          <a:chOff x="0" y="0"/>
          <a:chExt cx="0" cy="0"/>
        </a:xfrm>
      </p:grpSpPr>
      <p:grpSp>
        <p:nvGrpSpPr>
          <p:cNvPr id="30" name="Gruppo 29">
            <a:extLst>
              <a:ext uri="{FF2B5EF4-FFF2-40B4-BE49-F238E27FC236}">
                <a16:creationId xmlns:a16="http://schemas.microsoft.com/office/drawing/2014/main" id="{8C804B3B-AD2E-43B7-A236-4B70FBB66BF5}"/>
              </a:ext>
            </a:extLst>
          </p:cNvPr>
          <p:cNvGrpSpPr/>
          <p:nvPr userDrawn="1"/>
        </p:nvGrpSpPr>
        <p:grpSpPr>
          <a:xfrm>
            <a:off x="3216275" y="1982591"/>
            <a:ext cx="5753528" cy="4875409"/>
            <a:chOff x="3216275" y="-24549"/>
            <a:chExt cx="5753528" cy="6882549"/>
          </a:xfrm>
        </p:grpSpPr>
        <p:cxnSp>
          <p:nvCxnSpPr>
            <p:cNvPr id="31" name="Connettore diritto 30">
              <a:extLst>
                <a:ext uri="{FF2B5EF4-FFF2-40B4-BE49-F238E27FC236}">
                  <a16:creationId xmlns:a16="http://schemas.microsoft.com/office/drawing/2014/main" id="{44FAA9BE-8AF8-49B0-92FC-678C2D2924A8}"/>
                </a:ext>
              </a:extLst>
            </p:cNvPr>
            <p:cNvCxnSpPr>
              <a:cxnSpLocks/>
            </p:cNvCxnSpPr>
            <p:nvPr userDrawn="1"/>
          </p:nvCxnSpPr>
          <p:spPr>
            <a:xfrm>
              <a:off x="6096000" y="-24549"/>
              <a:ext cx="0" cy="6882549"/>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E563AC02-AAB4-4E22-88B1-7040959183F0}"/>
                </a:ext>
              </a:extLst>
            </p:cNvPr>
            <p:cNvCxnSpPr>
              <a:cxnSpLocks/>
            </p:cNvCxnSpPr>
            <p:nvPr userDrawn="1"/>
          </p:nvCxnSpPr>
          <p:spPr>
            <a:xfrm>
              <a:off x="3216275" y="-24549"/>
              <a:ext cx="0" cy="6882549"/>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Connettore diritto 32">
              <a:extLst>
                <a:ext uri="{FF2B5EF4-FFF2-40B4-BE49-F238E27FC236}">
                  <a16:creationId xmlns:a16="http://schemas.microsoft.com/office/drawing/2014/main" id="{F723C070-52A1-4662-85E9-0FE98E37ECF0}"/>
                </a:ext>
              </a:extLst>
            </p:cNvPr>
            <p:cNvCxnSpPr>
              <a:cxnSpLocks/>
            </p:cNvCxnSpPr>
            <p:nvPr userDrawn="1"/>
          </p:nvCxnSpPr>
          <p:spPr>
            <a:xfrm>
              <a:off x="8969803" y="-24549"/>
              <a:ext cx="0" cy="6882549"/>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5" name="Connettore diritto 34">
            <a:extLst>
              <a:ext uri="{FF2B5EF4-FFF2-40B4-BE49-F238E27FC236}">
                <a16:creationId xmlns:a16="http://schemas.microsoft.com/office/drawing/2014/main" id="{CA8ECBF8-204B-4371-89C9-ED0E38546FF7}"/>
              </a:ext>
            </a:extLst>
          </p:cNvPr>
          <p:cNvCxnSpPr>
            <a:cxnSpLocks/>
          </p:cNvCxnSpPr>
          <p:nvPr userDrawn="1"/>
        </p:nvCxnSpPr>
        <p:spPr>
          <a:xfrm>
            <a:off x="0" y="1982591"/>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568620"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568643"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
        <p:nvSpPr>
          <p:cNvPr id="13" name="Ovale 12">
            <a:extLst>
              <a:ext uri="{FF2B5EF4-FFF2-40B4-BE49-F238E27FC236}">
                <a16:creationId xmlns:a16="http://schemas.microsoft.com/office/drawing/2014/main" id="{769E06E2-5F0D-4920-A3E9-64AE757EB613}"/>
              </a:ext>
            </a:extLst>
          </p:cNvPr>
          <p:cNvSpPr/>
          <p:nvPr userDrawn="1"/>
        </p:nvSpPr>
        <p:spPr>
          <a:xfrm>
            <a:off x="339511"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1" name="Segnaposto testo 6">
            <a:extLst>
              <a:ext uri="{FF2B5EF4-FFF2-40B4-BE49-F238E27FC236}">
                <a16:creationId xmlns:a16="http://schemas.microsoft.com/office/drawing/2014/main" id="{4DA14660-E3DE-4786-8628-2BDB623B542F}"/>
              </a:ext>
            </a:extLst>
          </p:cNvPr>
          <p:cNvSpPr>
            <a:spLocks noGrp="1"/>
          </p:cNvSpPr>
          <p:nvPr userDrawn="1">
            <p:ph type="body" sz="quarter" idx="16"/>
          </p:nvPr>
        </p:nvSpPr>
        <p:spPr>
          <a:xfrm>
            <a:off x="3414561"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a:p>
        </p:txBody>
      </p:sp>
      <p:sp>
        <p:nvSpPr>
          <p:cNvPr id="22" name="Segnaposto testo 9">
            <a:extLst>
              <a:ext uri="{FF2B5EF4-FFF2-40B4-BE49-F238E27FC236}">
                <a16:creationId xmlns:a16="http://schemas.microsoft.com/office/drawing/2014/main" id="{38062A0A-3D00-4F2E-A78C-520C7A8814B0}"/>
              </a:ext>
            </a:extLst>
          </p:cNvPr>
          <p:cNvSpPr>
            <a:spLocks noGrp="1"/>
          </p:cNvSpPr>
          <p:nvPr userDrawn="1">
            <p:ph type="body" sz="quarter" idx="17" hasCustomPrompt="1"/>
          </p:nvPr>
        </p:nvSpPr>
        <p:spPr>
          <a:xfrm>
            <a:off x="3414584"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
        <p:nvSpPr>
          <p:cNvPr id="23" name="Segnaposto testo 6">
            <a:extLst>
              <a:ext uri="{FF2B5EF4-FFF2-40B4-BE49-F238E27FC236}">
                <a16:creationId xmlns:a16="http://schemas.microsoft.com/office/drawing/2014/main" id="{3FA3924C-C133-43D4-9617-6E7333D996FB}"/>
              </a:ext>
            </a:extLst>
          </p:cNvPr>
          <p:cNvSpPr>
            <a:spLocks noGrp="1"/>
          </p:cNvSpPr>
          <p:nvPr userDrawn="1">
            <p:ph type="body" sz="quarter" idx="18"/>
          </p:nvPr>
        </p:nvSpPr>
        <p:spPr>
          <a:xfrm>
            <a:off x="6250229"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a:p>
        </p:txBody>
      </p:sp>
      <p:sp>
        <p:nvSpPr>
          <p:cNvPr id="24" name="Segnaposto testo 9">
            <a:extLst>
              <a:ext uri="{FF2B5EF4-FFF2-40B4-BE49-F238E27FC236}">
                <a16:creationId xmlns:a16="http://schemas.microsoft.com/office/drawing/2014/main" id="{4F293ED1-7D64-49B8-81A0-5F5FB11E3592}"/>
              </a:ext>
            </a:extLst>
          </p:cNvPr>
          <p:cNvSpPr>
            <a:spLocks noGrp="1"/>
          </p:cNvSpPr>
          <p:nvPr userDrawn="1">
            <p:ph type="body" sz="quarter" idx="19" hasCustomPrompt="1"/>
          </p:nvPr>
        </p:nvSpPr>
        <p:spPr>
          <a:xfrm>
            <a:off x="6250252"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
        <p:nvSpPr>
          <p:cNvPr id="25" name="Segnaposto testo 6">
            <a:extLst>
              <a:ext uri="{FF2B5EF4-FFF2-40B4-BE49-F238E27FC236}">
                <a16:creationId xmlns:a16="http://schemas.microsoft.com/office/drawing/2014/main" id="{34980872-E501-48A5-8B13-B7016BEEE029}"/>
              </a:ext>
            </a:extLst>
          </p:cNvPr>
          <p:cNvSpPr>
            <a:spLocks noGrp="1"/>
          </p:cNvSpPr>
          <p:nvPr userDrawn="1">
            <p:ph type="body" sz="quarter" idx="20"/>
          </p:nvPr>
        </p:nvSpPr>
        <p:spPr>
          <a:xfrm>
            <a:off x="9157816"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a:p>
        </p:txBody>
      </p:sp>
      <p:sp>
        <p:nvSpPr>
          <p:cNvPr id="26" name="Segnaposto testo 9">
            <a:extLst>
              <a:ext uri="{FF2B5EF4-FFF2-40B4-BE49-F238E27FC236}">
                <a16:creationId xmlns:a16="http://schemas.microsoft.com/office/drawing/2014/main" id="{7359F283-E0AA-4871-A428-A58C8F3F0AAC}"/>
              </a:ext>
            </a:extLst>
          </p:cNvPr>
          <p:cNvSpPr>
            <a:spLocks noGrp="1"/>
          </p:cNvSpPr>
          <p:nvPr userDrawn="1">
            <p:ph type="body" sz="quarter" idx="21" hasCustomPrompt="1"/>
          </p:nvPr>
        </p:nvSpPr>
        <p:spPr>
          <a:xfrm>
            <a:off x="9157839"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a:t>TITOLO</a:t>
            </a:r>
          </a:p>
        </p:txBody>
      </p:sp>
      <p:sp>
        <p:nvSpPr>
          <p:cNvPr id="27" name="Ovale 26">
            <a:extLst>
              <a:ext uri="{FF2B5EF4-FFF2-40B4-BE49-F238E27FC236}">
                <a16:creationId xmlns:a16="http://schemas.microsoft.com/office/drawing/2014/main" id="{101D1BE9-9067-430D-A318-4BC1405F006A}"/>
              </a:ext>
            </a:extLst>
          </p:cNvPr>
          <p:cNvSpPr/>
          <p:nvPr userDrawn="1"/>
        </p:nvSpPr>
        <p:spPr>
          <a:xfrm>
            <a:off x="3223388"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8" name="Ovale 27">
            <a:extLst>
              <a:ext uri="{FF2B5EF4-FFF2-40B4-BE49-F238E27FC236}">
                <a16:creationId xmlns:a16="http://schemas.microsoft.com/office/drawing/2014/main" id="{F88114C5-1930-4807-8B76-4565A5FFB9B5}"/>
              </a:ext>
            </a:extLst>
          </p:cNvPr>
          <p:cNvSpPr/>
          <p:nvPr userDrawn="1"/>
        </p:nvSpPr>
        <p:spPr>
          <a:xfrm>
            <a:off x="6089680"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9" name="Ovale 28">
            <a:extLst>
              <a:ext uri="{FF2B5EF4-FFF2-40B4-BE49-F238E27FC236}">
                <a16:creationId xmlns:a16="http://schemas.microsoft.com/office/drawing/2014/main" id="{E2D6333A-9B81-4325-A926-22F5E403D75F}"/>
              </a:ext>
            </a:extLst>
          </p:cNvPr>
          <p:cNvSpPr/>
          <p:nvPr userDrawn="1"/>
        </p:nvSpPr>
        <p:spPr>
          <a:xfrm>
            <a:off x="8964764"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Tree>
    <p:extLst>
      <p:ext uri="{BB962C8B-B14F-4D97-AF65-F5344CB8AC3E}">
        <p14:creationId xmlns:p14="http://schemas.microsoft.com/office/powerpoint/2010/main" val="23911383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agina Evidenza _ 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hasCustomPrompt="1"/>
          </p:nvPr>
        </p:nvSpPr>
        <p:spPr>
          <a:xfrm>
            <a:off x="334963" y="1325365"/>
            <a:ext cx="11522075" cy="4222679"/>
          </a:xfrm>
        </p:spPr>
        <p:txBody>
          <a:bodyPr anchor="ctr"/>
          <a:lstStyle>
            <a:lvl1pPr>
              <a:defRPr sz="4000" b="0"/>
            </a:lvl1pPr>
          </a:lstStyle>
          <a:p>
            <a:r>
              <a:rPr lang="it-IT"/>
              <a:t>Inserire testo in evidenza</a:t>
            </a:r>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9" name="Ovale 8">
            <a:extLst>
              <a:ext uri="{FF2B5EF4-FFF2-40B4-BE49-F238E27FC236}">
                <a16:creationId xmlns:a16="http://schemas.microsoft.com/office/drawing/2014/main" id="{6FCB4558-5B0B-4E68-99C0-73044CD4F7EE}"/>
              </a:ext>
            </a:extLst>
          </p:cNvPr>
          <p:cNvSpPr/>
          <p:nvPr userDrawn="1"/>
        </p:nvSpPr>
        <p:spPr>
          <a:xfrm>
            <a:off x="-1366766" y="1325366"/>
            <a:ext cx="4222679" cy="4222679"/>
          </a:xfrm>
          <a:prstGeom prst="ellipse">
            <a:avLst/>
          </a:prstGeom>
          <a:noFill/>
          <a:ln w="9525">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 name="Connettore diritto 9">
            <a:extLst>
              <a:ext uri="{FF2B5EF4-FFF2-40B4-BE49-F238E27FC236}">
                <a16:creationId xmlns:a16="http://schemas.microsoft.com/office/drawing/2014/main" id="{5CD3E5C6-1FD7-4A9E-A65F-282056577FB3}"/>
              </a:ext>
            </a:extLst>
          </p:cNvPr>
          <p:cNvCxnSpPr>
            <a:cxnSpLocks/>
          </p:cNvCxnSpPr>
          <p:nvPr userDrawn="1"/>
        </p:nvCxnSpPr>
        <p:spPr>
          <a:xfrm>
            <a:off x="0" y="1325366"/>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9DB920E-F5AB-4AF8-BFFC-D380A2D7FEAE}"/>
              </a:ext>
            </a:extLst>
          </p:cNvPr>
          <p:cNvCxnSpPr>
            <a:cxnSpLocks/>
          </p:cNvCxnSpPr>
          <p:nvPr userDrawn="1"/>
        </p:nvCxnSpPr>
        <p:spPr>
          <a:xfrm>
            <a:off x="0" y="5548045"/>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02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agina Evidenza _ 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hasCustomPrompt="1"/>
          </p:nvPr>
        </p:nvSpPr>
        <p:spPr>
          <a:xfrm>
            <a:off x="763771" y="1775639"/>
            <a:ext cx="10664455" cy="2317896"/>
          </a:xfrm>
          <a:ln>
            <a:noFill/>
          </a:ln>
        </p:spPr>
        <p:txBody>
          <a:bodyPr anchor="b"/>
          <a:lstStyle>
            <a:lvl1pPr algn="ctr">
              <a:defRPr sz="4800" b="0">
                <a:solidFill>
                  <a:schemeClr val="bg1"/>
                </a:solidFill>
              </a:defRPr>
            </a:lvl1pPr>
          </a:lstStyle>
          <a:p>
            <a:r>
              <a:rPr lang="it-IT"/>
              <a:t>Inserire testo in evidenza</a:t>
            </a:r>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lvl1pPr>
              <a:defRPr>
                <a:solidFill>
                  <a:schemeClr val="bg1"/>
                </a:solidFill>
              </a:defRPr>
            </a:lvl1pPr>
          </a:lstStyle>
          <a:p>
            <a:r>
              <a:rPr lang="en-US"/>
              <a:t>POLITECNICO DI MILANO</a:t>
            </a:r>
            <a:endParaRPr lang="it-IT"/>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lvl1pPr>
              <a:defRPr>
                <a:solidFill>
                  <a:schemeClr val="bg1"/>
                </a:solidFill>
              </a:defRPr>
            </a:lvl1pPr>
          </a:lstStyle>
          <a:p>
            <a:r>
              <a:rPr lang="en-US"/>
              <a:t>Marionette: Runtime Behavioural Configuration and A/B/n Testing for Microservices Systems 2025 / Prof. Matteo Camilli</a:t>
            </a:r>
            <a:endParaRPr lang="it-IT"/>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lvl1pPr>
              <a:defRPr>
                <a:solidFill>
                  <a:schemeClr val="bg1"/>
                </a:solidFill>
              </a:defRPr>
            </a:lvl1pPr>
          </a:lstStyle>
          <a:p>
            <a:fld id="{3135EEA2-8D42-4D46-95A6-66E65FDC5EB1}" type="slidenum">
              <a:rPr lang="it-IT" smtClean="0"/>
              <a:pPr/>
              <a:t>‹#›</a:t>
            </a:fld>
            <a:endParaRPr lang="it-IT"/>
          </a:p>
        </p:txBody>
      </p:sp>
      <p:sp>
        <p:nvSpPr>
          <p:cNvPr id="9" name="Ovale 8">
            <a:extLst>
              <a:ext uri="{FF2B5EF4-FFF2-40B4-BE49-F238E27FC236}">
                <a16:creationId xmlns:a16="http://schemas.microsoft.com/office/drawing/2014/main" id="{6FCB4558-5B0B-4E68-99C0-73044CD4F7EE}"/>
              </a:ext>
            </a:extLst>
          </p:cNvPr>
          <p:cNvSpPr/>
          <p:nvPr userDrawn="1"/>
        </p:nvSpPr>
        <p:spPr>
          <a:xfrm>
            <a:off x="3233122" y="757946"/>
            <a:ext cx="5725755" cy="5725755"/>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 name="Connettore diritto 9">
            <a:extLst>
              <a:ext uri="{FF2B5EF4-FFF2-40B4-BE49-F238E27FC236}">
                <a16:creationId xmlns:a16="http://schemas.microsoft.com/office/drawing/2014/main" id="{5CD3E5C6-1FD7-4A9E-A65F-282056577FB3}"/>
              </a:ext>
            </a:extLst>
          </p:cNvPr>
          <p:cNvCxnSpPr>
            <a:cxnSpLocks/>
          </p:cNvCxnSpPr>
          <p:nvPr userDrawn="1"/>
        </p:nvCxnSpPr>
        <p:spPr>
          <a:xfrm>
            <a:off x="0" y="729943"/>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9DB920E-F5AB-4AF8-BFFC-D380A2D7FEAE}"/>
              </a:ext>
            </a:extLst>
          </p:cNvPr>
          <p:cNvCxnSpPr>
            <a:cxnSpLocks/>
          </p:cNvCxnSpPr>
          <p:nvPr userDrawn="1"/>
        </p:nvCxnSpPr>
        <p:spPr>
          <a:xfrm>
            <a:off x="0" y="648371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7" name="Segnaposto testo 6">
            <a:extLst>
              <a:ext uri="{FF2B5EF4-FFF2-40B4-BE49-F238E27FC236}">
                <a16:creationId xmlns:a16="http://schemas.microsoft.com/office/drawing/2014/main" id="{5FA801A9-B23D-4656-8AFA-3E413EDFA65F}"/>
              </a:ext>
            </a:extLst>
          </p:cNvPr>
          <p:cNvSpPr>
            <a:spLocks noGrp="1"/>
          </p:cNvSpPr>
          <p:nvPr>
            <p:ph type="body" sz="quarter" idx="13"/>
          </p:nvPr>
        </p:nvSpPr>
        <p:spPr>
          <a:xfrm>
            <a:off x="763588" y="4536830"/>
            <a:ext cx="10664825" cy="601907"/>
          </a:xfrm>
        </p:spPr>
        <p:txBody>
          <a:bodyPr/>
          <a:lstStyle>
            <a:lvl1pPr algn="ctr">
              <a:defRPr>
                <a:solidFill>
                  <a:schemeClr val="bg1"/>
                </a:solidFill>
              </a:defRPr>
            </a:lvl1pPr>
          </a:lstStyle>
          <a:p>
            <a:pPr lvl="0"/>
            <a:endParaRPr lang="it-IT"/>
          </a:p>
        </p:txBody>
      </p:sp>
    </p:spTree>
    <p:extLst>
      <p:ext uri="{BB962C8B-B14F-4D97-AF65-F5344CB8AC3E}">
        <p14:creationId xmlns:p14="http://schemas.microsoft.com/office/powerpoint/2010/main" val="395612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A">
    <p:bg>
      <p:bgPr>
        <a:gradFill>
          <a:gsLst>
            <a:gs pos="0">
              <a:schemeClr val="tx1"/>
            </a:gs>
            <a:gs pos="100000">
              <a:srgbClr val="102C53"/>
            </a:gs>
          </a:gsLst>
          <a:lin ang="5400000" scaled="0"/>
        </a:gradFill>
        <a:effectLst/>
      </p:bgPr>
    </p:bg>
    <p:spTree>
      <p:nvGrpSpPr>
        <p:cNvPr id="1" name=""/>
        <p:cNvGrpSpPr/>
        <p:nvPr/>
      </p:nvGrpSpPr>
      <p:grpSpPr>
        <a:xfrm>
          <a:off x="0" y="0"/>
          <a:ext cx="0" cy="0"/>
          <a:chOff x="0" y="0"/>
          <a:chExt cx="0" cy="0"/>
        </a:xfrm>
      </p:grpSpPr>
      <p:sp>
        <p:nvSpPr>
          <p:cNvPr id="2" name="Tema / Titolo / Docente  |  00. 00. 0000">
            <a:extLst>
              <a:ext uri="{FF2B5EF4-FFF2-40B4-BE49-F238E27FC236}">
                <a16:creationId xmlns:a16="http://schemas.microsoft.com/office/drawing/2014/main" id="{99FF4CA3-BA67-0511-3FE3-11769597A30E}"/>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rgbClr val="FFFFFF"/>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a:t>00. 00. 0000  |  Relatore</a:t>
            </a:r>
          </a:p>
        </p:txBody>
      </p:sp>
      <p:sp>
        <p:nvSpPr>
          <p:cNvPr id="3" name="Titolo 5">
            <a:extLst>
              <a:ext uri="{FF2B5EF4-FFF2-40B4-BE49-F238E27FC236}">
                <a16:creationId xmlns:a16="http://schemas.microsoft.com/office/drawing/2014/main" id="{5660309B-4011-4FF9-71E9-5BC51EF56DF6}"/>
              </a:ext>
            </a:extLst>
          </p:cNvPr>
          <p:cNvSpPr>
            <a:spLocks noGrp="1"/>
          </p:cNvSpPr>
          <p:nvPr>
            <p:ph type="title" hasCustomPrompt="1"/>
          </p:nvPr>
        </p:nvSpPr>
        <p:spPr>
          <a:xfrm>
            <a:off x="603287" y="2853390"/>
            <a:ext cx="6768473" cy="2324100"/>
          </a:xfrm>
        </p:spPr>
        <p:txBody>
          <a:bodyPr lIns="0" tIns="360000" rIns="0" bIns="0" anchor="t"/>
          <a:lstStyle>
            <a:lvl1pPr>
              <a:defRPr lang="it-IT" dirty="0">
                <a:solidFill>
                  <a:schemeClr val="bg1"/>
                </a:solidFill>
              </a:defRPr>
            </a:lvl1pPr>
          </a:lstStyle>
          <a:p>
            <a:r>
              <a:rPr lang="it-IT"/>
              <a:t>Inserire titolo</a:t>
            </a:r>
          </a:p>
        </p:txBody>
      </p:sp>
      <p:sp>
        <p:nvSpPr>
          <p:cNvPr id="5" name="Cerchio">
            <a:extLst>
              <a:ext uri="{FF2B5EF4-FFF2-40B4-BE49-F238E27FC236}">
                <a16:creationId xmlns:a16="http://schemas.microsoft.com/office/drawing/2014/main" id="{5F9D2376-F92C-70CC-7E4A-0F195E3EA543}"/>
              </a:ext>
            </a:extLst>
          </p:cNvPr>
          <p:cNvSpPr/>
          <p:nvPr userDrawn="1"/>
        </p:nvSpPr>
        <p:spPr>
          <a:xfrm rot="10800000">
            <a:off x="7559558" y="-1156784"/>
            <a:ext cx="4010434" cy="4010172"/>
          </a:xfrm>
          <a:prstGeom prst="ellipse">
            <a:avLst/>
          </a:prstGeom>
          <a:gradFill flip="none" rotWithShape="1">
            <a:gsLst>
              <a:gs pos="14000">
                <a:srgbClr val="FFFFFF">
                  <a:alpha val="30368"/>
                </a:srgbClr>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b="0" i="0">
              <a:latin typeface="Manrope" pitchFamily="2" charset="0"/>
              <a:cs typeface="Arial" panose="020B0604020202020204" pitchFamily="34" charset="0"/>
            </a:endParaRPr>
          </a:p>
        </p:txBody>
      </p:sp>
      <p:sp>
        <p:nvSpPr>
          <p:cNvPr id="6" name="Cerchio">
            <a:extLst>
              <a:ext uri="{FF2B5EF4-FFF2-40B4-BE49-F238E27FC236}">
                <a16:creationId xmlns:a16="http://schemas.microsoft.com/office/drawing/2014/main" id="{A0BCD1D3-187F-0F81-48F7-30E4CB14B416}"/>
              </a:ext>
            </a:extLst>
          </p:cNvPr>
          <p:cNvSpPr/>
          <p:nvPr userDrawn="1"/>
        </p:nvSpPr>
        <p:spPr>
          <a:xfrm>
            <a:off x="7559558" y="2853390"/>
            <a:ext cx="4010432" cy="4010171"/>
          </a:xfrm>
          <a:prstGeom prst="ellipse">
            <a:avLst/>
          </a:prstGeom>
          <a:gradFill flip="none" rotWithShape="1">
            <a:gsLst>
              <a:gs pos="14000">
                <a:srgbClr val="FFFFFF">
                  <a:alpha val="30000"/>
                </a:srgbClr>
              </a:gs>
              <a:gs pos="13661">
                <a:srgbClr val="8896A9">
                  <a:alpha val="14846"/>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alpha val="20092"/>
                  </a:srgbClr>
                </a:solidFill>
                <a:latin typeface="Helvetica Neue Medium"/>
                <a:ea typeface="Helvetica Neue Medium"/>
                <a:cs typeface="Helvetica Neue Medium"/>
                <a:sym typeface="Helvetica Neue Medium"/>
              </a:defRPr>
            </a:pPr>
            <a:endParaRPr sz="1600" b="0" i="0">
              <a:latin typeface="Manrope" pitchFamily="2" charset="0"/>
              <a:cs typeface="Arial" panose="020B0604020202020204" pitchFamily="34" charset="0"/>
            </a:endParaRPr>
          </a:p>
        </p:txBody>
      </p:sp>
      <p:cxnSp>
        <p:nvCxnSpPr>
          <p:cNvPr id="9" name="Connettore diritto 8">
            <a:extLst>
              <a:ext uri="{FF2B5EF4-FFF2-40B4-BE49-F238E27FC236}">
                <a16:creationId xmlns:a16="http://schemas.microsoft.com/office/drawing/2014/main" id="{2B7B3A0A-3A1B-42DE-B9AE-23655BAD3745}"/>
              </a:ext>
            </a:extLst>
          </p:cNvPr>
          <p:cNvCxnSpPr>
            <a:cxnSpLocks/>
          </p:cNvCxnSpPr>
          <p:nvPr userDrawn="1"/>
        </p:nvCxnSpPr>
        <p:spPr>
          <a:xfrm>
            <a:off x="11569992"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Connettore diritto 9">
            <a:extLst>
              <a:ext uri="{FF2B5EF4-FFF2-40B4-BE49-F238E27FC236}">
                <a16:creationId xmlns:a16="http://schemas.microsoft.com/office/drawing/2014/main" id="{FD11F552-5459-4905-94FE-760C82166453}"/>
              </a:ext>
            </a:extLst>
          </p:cNvPr>
          <p:cNvCxnSpPr>
            <a:cxnSpLocks/>
          </p:cNvCxnSpPr>
          <p:nvPr userDrawn="1"/>
        </p:nvCxnSpPr>
        <p:spPr>
          <a:xfrm>
            <a:off x="7559558"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FFD66269-DBF7-485E-8F18-092A9E8BABC4}"/>
              </a:ext>
            </a:extLst>
          </p:cNvPr>
          <p:cNvCxnSpPr>
            <a:cxnSpLocks/>
          </p:cNvCxnSpPr>
          <p:nvPr userDrawn="1"/>
        </p:nvCxnSpPr>
        <p:spPr>
          <a:xfrm>
            <a:off x="0" y="2853390"/>
            <a:ext cx="12192000" cy="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pic>
        <p:nvPicPr>
          <p:cNvPr id="14" name="Elemento grafico 13">
            <a:extLst>
              <a:ext uri="{FF2B5EF4-FFF2-40B4-BE49-F238E27FC236}">
                <a16:creationId xmlns:a16="http://schemas.microsoft.com/office/drawing/2014/main" id="{96DD59D6-FA30-4BBD-9323-B5B02742E06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20905856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ver B">
    <p:bg>
      <p:bgPr>
        <a:gradFill>
          <a:gsLst>
            <a:gs pos="0">
              <a:schemeClr val="tx1"/>
            </a:gs>
            <a:gs pos="100000">
              <a:srgbClr val="102C53"/>
            </a:gs>
          </a:gsLst>
          <a:lin ang="5400000" scaled="0"/>
        </a:gradFill>
        <a:effectLst/>
      </p:bgPr>
    </p:bg>
    <p:spTree>
      <p:nvGrpSpPr>
        <p:cNvPr id="1" name=""/>
        <p:cNvGrpSpPr/>
        <p:nvPr/>
      </p:nvGrpSpPr>
      <p:grpSpPr>
        <a:xfrm>
          <a:off x="0" y="0"/>
          <a:ext cx="0" cy="0"/>
          <a:chOff x="0" y="0"/>
          <a:chExt cx="0" cy="0"/>
        </a:xfrm>
      </p:grpSpPr>
      <p:sp>
        <p:nvSpPr>
          <p:cNvPr id="36" name="Ovale 35">
            <a:extLst>
              <a:ext uri="{FF2B5EF4-FFF2-40B4-BE49-F238E27FC236}">
                <a16:creationId xmlns:a16="http://schemas.microsoft.com/office/drawing/2014/main" id="{51B3AA80-97EC-50CB-4FE0-29FF43A159AF}"/>
              </a:ext>
            </a:extLst>
          </p:cNvPr>
          <p:cNvSpPr/>
          <p:nvPr userDrawn="1"/>
        </p:nvSpPr>
        <p:spPr>
          <a:xfrm>
            <a:off x="2609" y="-5443635"/>
            <a:ext cx="10887979" cy="10887270"/>
          </a:xfrm>
          <a:prstGeom prst="ellipse">
            <a:avLst/>
          </a:prstGeom>
          <a:gradFill flip="none" rotWithShape="1">
            <a:gsLst>
              <a:gs pos="38000">
                <a:schemeClr val="tx1">
                  <a:lumMod val="0"/>
                  <a:lumOff val="100000"/>
                  <a:alpha val="1100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a:latin typeface="Manrope" pitchFamily="2" charset="0"/>
            </a:endParaRPr>
          </a:p>
        </p:txBody>
      </p:sp>
      <p:sp>
        <p:nvSpPr>
          <p:cNvPr id="38" name="Ovale 37">
            <a:extLst>
              <a:ext uri="{FF2B5EF4-FFF2-40B4-BE49-F238E27FC236}">
                <a16:creationId xmlns:a16="http://schemas.microsoft.com/office/drawing/2014/main" id="{0F01AAD3-5366-6929-C4BA-2E51CD3F31D4}"/>
              </a:ext>
            </a:extLst>
          </p:cNvPr>
          <p:cNvSpPr/>
          <p:nvPr userDrawn="1"/>
        </p:nvSpPr>
        <p:spPr>
          <a:xfrm rot="19314398">
            <a:off x="2609" y="5468773"/>
            <a:ext cx="10887979" cy="10887270"/>
          </a:xfrm>
          <a:prstGeom prst="ellipse">
            <a:avLst/>
          </a:prstGeom>
          <a:gradFill flip="none" rotWithShape="1">
            <a:gsLst>
              <a:gs pos="38000">
                <a:schemeClr val="tx1">
                  <a:lumMod val="0"/>
                  <a:lumOff val="100000"/>
                  <a:alpha val="10301"/>
                </a:schemeClr>
              </a:gs>
              <a:gs pos="82000">
                <a:schemeClr val="accent3">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Linea">
            <a:extLst>
              <a:ext uri="{FF2B5EF4-FFF2-40B4-BE49-F238E27FC236}">
                <a16:creationId xmlns:a16="http://schemas.microsoft.com/office/drawing/2014/main" id="{2889EA06-D03D-AD37-B610-762B18DC9D96}"/>
              </a:ext>
            </a:extLst>
          </p:cNvPr>
          <p:cNvSpPr/>
          <p:nvPr userDrawn="1"/>
        </p:nvSpPr>
        <p:spPr>
          <a:xfrm rot="10800000" flipH="1">
            <a:off x="10895557" y="1057"/>
            <a:ext cx="1" cy="6855889"/>
          </a:xfrm>
          <a:prstGeom prst="line">
            <a:avLst/>
          </a:prstGeom>
          <a:ln w="6350">
            <a:solidFill>
              <a:schemeClr val="bg1">
                <a:alpha val="50000"/>
              </a:schemeClr>
            </a:solidFill>
            <a:miter lim="400000"/>
          </a:ln>
        </p:spPr>
        <p:txBody>
          <a:bodyPr lIns="25399" tIns="25399" rIns="25399" bIns="25399" anchor="ctr"/>
          <a:lstStyle/>
          <a:p>
            <a:endParaRPr sz="1200">
              <a:latin typeface="Manrope" pitchFamily="2" charset="0"/>
            </a:endParaRPr>
          </a:p>
        </p:txBody>
      </p:sp>
      <p:sp>
        <p:nvSpPr>
          <p:cNvPr id="11" name="Linea">
            <a:extLst>
              <a:ext uri="{FF2B5EF4-FFF2-40B4-BE49-F238E27FC236}">
                <a16:creationId xmlns:a16="http://schemas.microsoft.com/office/drawing/2014/main" id="{1C01A8D5-245E-26D8-2ECA-82D4764647AF}"/>
              </a:ext>
            </a:extLst>
          </p:cNvPr>
          <p:cNvSpPr/>
          <p:nvPr userDrawn="1"/>
        </p:nvSpPr>
        <p:spPr>
          <a:xfrm rot="10800000">
            <a:off x="-3064" y="5436688"/>
            <a:ext cx="12198128" cy="1"/>
          </a:xfrm>
          <a:prstGeom prst="line">
            <a:avLst/>
          </a:prstGeom>
          <a:ln w="6350">
            <a:solidFill>
              <a:schemeClr val="bg1">
                <a:alpha val="50000"/>
              </a:schemeClr>
            </a:solidFill>
            <a:miter lim="400000"/>
          </a:ln>
        </p:spPr>
        <p:txBody>
          <a:bodyPr lIns="25399" tIns="25399" rIns="25399" bIns="25399" anchor="ctr"/>
          <a:lstStyle/>
          <a:p>
            <a:endParaRPr sz="1200">
              <a:latin typeface="Manrope" pitchFamily="2" charset="0"/>
            </a:endParaRPr>
          </a:p>
        </p:txBody>
      </p:sp>
      <p:sp>
        <p:nvSpPr>
          <p:cNvPr id="24" name="Titolo 5">
            <a:extLst>
              <a:ext uri="{FF2B5EF4-FFF2-40B4-BE49-F238E27FC236}">
                <a16:creationId xmlns:a16="http://schemas.microsoft.com/office/drawing/2014/main" id="{7A3C36CA-9D5D-490C-3E31-571AF7EC542E}"/>
              </a:ext>
            </a:extLst>
          </p:cNvPr>
          <p:cNvSpPr>
            <a:spLocks noGrp="1"/>
          </p:cNvSpPr>
          <p:nvPr>
            <p:ph type="title" hasCustomPrompt="1"/>
          </p:nvPr>
        </p:nvSpPr>
        <p:spPr>
          <a:xfrm>
            <a:off x="593376" y="2970949"/>
            <a:ext cx="10297220" cy="1979441"/>
          </a:xfrm>
          <a:prstGeom prst="rect">
            <a:avLst/>
          </a:prstGeom>
        </p:spPr>
        <p:txBody>
          <a:bodyPr lIns="0" tIns="360000" rIns="0" bIns="0" anchor="b"/>
          <a:lstStyle>
            <a:lvl1pPr>
              <a:defRPr>
                <a:solidFill>
                  <a:schemeClr val="bg1"/>
                </a:solidFill>
              </a:defRPr>
            </a:lvl1pPr>
          </a:lstStyle>
          <a:p>
            <a:r>
              <a:rPr lang="it-IT"/>
              <a:t>Inserire titolo</a:t>
            </a:r>
            <a:br>
              <a:rPr lang="it-IT"/>
            </a:br>
            <a:r>
              <a:rPr lang="it-IT"/>
              <a:t>Presentazione</a:t>
            </a:r>
          </a:p>
        </p:txBody>
      </p:sp>
      <p:sp>
        <p:nvSpPr>
          <p:cNvPr id="25" name="Tema / Titolo / Docente  |  00. 00. 0000">
            <a:extLst>
              <a:ext uri="{FF2B5EF4-FFF2-40B4-BE49-F238E27FC236}">
                <a16:creationId xmlns:a16="http://schemas.microsoft.com/office/drawing/2014/main" id="{A4A528BE-7AD2-13B5-15DC-484153FDCFB1}"/>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marL="0" indent="0">
              <a:lnSpc>
                <a:spcPct val="100000"/>
              </a:lnSpc>
              <a:buNone/>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a:t>00. 00. 0000  |  Relatore</a:t>
            </a:r>
          </a:p>
        </p:txBody>
      </p:sp>
      <p:pic>
        <p:nvPicPr>
          <p:cNvPr id="14" name="Elemento grafico 13">
            <a:extLst>
              <a:ext uri="{FF2B5EF4-FFF2-40B4-BE49-F238E27FC236}">
                <a16:creationId xmlns:a16="http://schemas.microsoft.com/office/drawing/2014/main" id="{606C5E15-79D3-4DBA-B886-216D082B12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12355012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C">
    <p:bg>
      <p:bgPr>
        <a:gradFill>
          <a:gsLst>
            <a:gs pos="68000">
              <a:schemeClr val="accent3"/>
            </a:gs>
            <a:gs pos="100000">
              <a:schemeClr val="bg1"/>
            </a:gs>
            <a:gs pos="27000">
              <a:schemeClr val="accent1"/>
            </a:gs>
          </a:gsLst>
          <a:lin ang="5400000" scaled="0"/>
        </a:gradFill>
        <a:effectLst/>
      </p:bgPr>
    </p:bg>
    <p:spTree>
      <p:nvGrpSpPr>
        <p:cNvPr id="1" name=""/>
        <p:cNvGrpSpPr/>
        <p:nvPr/>
      </p:nvGrpSpPr>
      <p:grpSpPr>
        <a:xfrm>
          <a:off x="0" y="0"/>
          <a:ext cx="0" cy="0"/>
          <a:chOff x="0" y="0"/>
          <a:chExt cx="0" cy="0"/>
        </a:xfrm>
      </p:grpSpPr>
      <p:sp>
        <p:nvSpPr>
          <p:cNvPr id="34" name="t">
            <a:extLst>
              <a:ext uri="{FF2B5EF4-FFF2-40B4-BE49-F238E27FC236}">
                <a16:creationId xmlns:a16="http://schemas.microsoft.com/office/drawing/2014/main" id="{5904BB58-3F14-9C88-2C51-FC53AD74ECDB}"/>
              </a:ext>
            </a:extLst>
          </p:cNvPr>
          <p:cNvSpPr/>
          <p:nvPr userDrawn="1"/>
        </p:nvSpPr>
        <p:spPr>
          <a:xfrm>
            <a:off x="-13900" y="5890078"/>
            <a:ext cx="12220596" cy="978076"/>
          </a:xfrm>
          <a:prstGeom prst="rect">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nchor="ctr"/>
          <a:lstStyle>
            <a:lvl1pPr algn="ctr" defTabSz="825500">
              <a:defRPr sz="3200">
                <a:solidFill>
                  <a:srgbClr val="FFFFFF"/>
                </a:solidFill>
                <a:latin typeface="Helvetica Neue Medium"/>
                <a:ea typeface="Helvetica Neue Medium"/>
                <a:cs typeface="Helvetica Neue Medium"/>
                <a:sym typeface="Helvetica Neue Medium"/>
              </a:defRPr>
            </a:lvl1pPr>
          </a:lstStyle>
          <a:p>
            <a:r>
              <a:rPr sz="1600">
                <a:latin typeface="Arial" panose="020B0604020202020204" pitchFamily="34" charset="0"/>
                <a:cs typeface="Arial" panose="020B0604020202020204" pitchFamily="34" charset="0"/>
              </a:rPr>
              <a:t>t</a:t>
            </a:r>
          </a:p>
        </p:txBody>
      </p:sp>
      <p:grpSp>
        <p:nvGrpSpPr>
          <p:cNvPr id="35" name="Raggruppa">
            <a:extLst>
              <a:ext uri="{FF2B5EF4-FFF2-40B4-BE49-F238E27FC236}">
                <a16:creationId xmlns:a16="http://schemas.microsoft.com/office/drawing/2014/main" id="{10E0AFDC-3F66-1CFB-E987-27D87A91FC3E}"/>
              </a:ext>
            </a:extLst>
          </p:cNvPr>
          <p:cNvGrpSpPr/>
          <p:nvPr userDrawn="1"/>
        </p:nvGrpSpPr>
        <p:grpSpPr>
          <a:xfrm>
            <a:off x="2454737" y="6112429"/>
            <a:ext cx="774301" cy="512711"/>
            <a:chOff x="55030" y="-1"/>
            <a:chExt cx="1548497" cy="1025419"/>
          </a:xfrm>
        </p:grpSpPr>
        <p:sp>
          <p:nvSpPr>
            <p:cNvPr id="36" name="Dicitura 01">
              <a:extLst>
                <a:ext uri="{FF2B5EF4-FFF2-40B4-BE49-F238E27FC236}">
                  <a16:creationId xmlns:a16="http://schemas.microsoft.com/office/drawing/2014/main" id="{10073F5C-DD0F-6D06-4F37-6385373A1AB7}"/>
                </a:ext>
              </a:extLst>
            </p:cNvPr>
            <p:cNvSpPr txBox="1"/>
            <p:nvPr/>
          </p:nvSpPr>
          <p:spPr>
            <a:xfrm>
              <a:off x="55030" y="102541"/>
              <a:ext cx="1391313" cy="48218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lgn="r">
                <a:defRPr sz="2200">
                  <a:solidFill>
                    <a:srgbClr val="102C53"/>
                  </a:solidFill>
                </a:defRPr>
              </a:lvl1pPr>
            </a:lstStyle>
            <a:p>
              <a:r>
                <a:rPr sz="900" b="1" err="1">
                  <a:latin typeface="Manrope" pitchFamily="2" charset="0"/>
                </a:rPr>
                <a:t>Dicitura</a:t>
              </a:r>
              <a:r>
                <a:rPr sz="900" b="1">
                  <a:latin typeface="Manrope" pitchFamily="2" charset="0"/>
                </a:rPr>
                <a:t> 01</a:t>
              </a:r>
            </a:p>
          </p:txBody>
        </p:sp>
        <p:sp>
          <p:nvSpPr>
            <p:cNvPr id="37" name="Linea">
              <a:extLst>
                <a:ext uri="{FF2B5EF4-FFF2-40B4-BE49-F238E27FC236}">
                  <a16:creationId xmlns:a16="http://schemas.microsoft.com/office/drawing/2014/main" id="{A2D93BEA-CDAB-B761-4314-7A4D96C6DDEB}"/>
                </a:ext>
              </a:extLst>
            </p:cNvPr>
            <p:cNvSpPr/>
            <p:nvPr/>
          </p:nvSpPr>
          <p:spPr>
            <a:xfrm flipV="1">
              <a:off x="1603526"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a:latin typeface="Manrope" pitchFamily="2" charset="0"/>
              </a:endParaRPr>
            </a:p>
          </p:txBody>
        </p:sp>
      </p:grpSp>
      <p:grpSp>
        <p:nvGrpSpPr>
          <p:cNvPr id="38" name="Raggruppa">
            <a:extLst>
              <a:ext uri="{FF2B5EF4-FFF2-40B4-BE49-F238E27FC236}">
                <a16:creationId xmlns:a16="http://schemas.microsoft.com/office/drawing/2014/main" id="{56DCEED6-6F0E-CCBB-2279-C15A32771039}"/>
              </a:ext>
            </a:extLst>
          </p:cNvPr>
          <p:cNvGrpSpPr/>
          <p:nvPr userDrawn="1"/>
        </p:nvGrpSpPr>
        <p:grpSpPr>
          <a:xfrm>
            <a:off x="6067169" y="6112429"/>
            <a:ext cx="790072" cy="512711"/>
            <a:chOff x="70058" y="-1"/>
            <a:chExt cx="1580036" cy="1025419"/>
          </a:xfrm>
        </p:grpSpPr>
        <p:sp>
          <p:nvSpPr>
            <p:cNvPr id="39" name="Dicitura 02">
              <a:extLst>
                <a:ext uri="{FF2B5EF4-FFF2-40B4-BE49-F238E27FC236}">
                  <a16:creationId xmlns:a16="http://schemas.microsoft.com/office/drawing/2014/main" id="{65F304E2-7E9C-B774-6D16-605FDABF18A3}"/>
                </a:ext>
              </a:extLst>
            </p:cNvPr>
            <p:cNvSpPr txBox="1"/>
            <p:nvPr/>
          </p:nvSpPr>
          <p:spPr>
            <a:xfrm>
              <a:off x="70058" y="102541"/>
              <a:ext cx="1426577" cy="48218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lgn="r">
                <a:defRPr sz="2200">
                  <a:solidFill>
                    <a:srgbClr val="102C53"/>
                  </a:solidFill>
                </a:defRPr>
              </a:lvl1pPr>
            </a:lstStyle>
            <a:p>
              <a:r>
                <a:rPr sz="900" b="1" err="1">
                  <a:latin typeface="Manrope" pitchFamily="2" charset="0"/>
                </a:rPr>
                <a:t>Dicitura</a:t>
              </a:r>
              <a:r>
                <a:rPr sz="900" b="1">
                  <a:latin typeface="Manrope" pitchFamily="2" charset="0"/>
                </a:rPr>
                <a:t> 02</a:t>
              </a:r>
            </a:p>
          </p:txBody>
        </p:sp>
        <p:sp>
          <p:nvSpPr>
            <p:cNvPr id="40" name="Linea">
              <a:extLst>
                <a:ext uri="{FF2B5EF4-FFF2-40B4-BE49-F238E27FC236}">
                  <a16:creationId xmlns:a16="http://schemas.microsoft.com/office/drawing/2014/main" id="{0D3513D8-03DF-07FB-C95C-75AB43EA944A}"/>
                </a:ext>
              </a:extLst>
            </p:cNvPr>
            <p:cNvSpPr/>
            <p:nvPr/>
          </p:nvSpPr>
          <p:spPr>
            <a:xfrm flipV="1">
              <a:off x="1650093"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a:latin typeface="Manrope" pitchFamily="2" charset="0"/>
              </a:endParaRPr>
            </a:p>
          </p:txBody>
        </p:sp>
      </p:grpSp>
      <p:grpSp>
        <p:nvGrpSpPr>
          <p:cNvPr id="41" name="Raggruppa">
            <a:extLst>
              <a:ext uri="{FF2B5EF4-FFF2-40B4-BE49-F238E27FC236}">
                <a16:creationId xmlns:a16="http://schemas.microsoft.com/office/drawing/2014/main" id="{EE4E4B32-B5F8-3F30-EE38-C91ECC226870}"/>
              </a:ext>
            </a:extLst>
          </p:cNvPr>
          <p:cNvGrpSpPr/>
          <p:nvPr userDrawn="1"/>
        </p:nvGrpSpPr>
        <p:grpSpPr>
          <a:xfrm>
            <a:off x="7104925" y="6152538"/>
            <a:ext cx="979517" cy="453158"/>
            <a:chOff x="60711" y="0"/>
            <a:chExt cx="1958904" cy="906313"/>
          </a:xfrm>
        </p:grpSpPr>
        <p:sp>
          <p:nvSpPr>
            <p:cNvPr id="42" name="Logo">
              <a:extLst>
                <a:ext uri="{FF2B5EF4-FFF2-40B4-BE49-F238E27FC236}">
                  <a16:creationId xmlns:a16="http://schemas.microsoft.com/office/drawing/2014/main" id="{01F912F9-4CA7-0309-4362-4AE504D449B0}"/>
                </a:ext>
              </a:extLst>
            </p:cNvPr>
            <p:cNvSpPr txBox="1"/>
            <p:nvPr/>
          </p:nvSpPr>
          <p:spPr>
            <a:xfrm>
              <a:off x="996967" y="135122"/>
              <a:ext cx="1022648" cy="63607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defRPr sz="2800">
                  <a:solidFill>
                    <a:srgbClr val="D5D5D5"/>
                  </a:solidFill>
                </a:defRPr>
              </a:lvl1pPr>
            </a:lstStyle>
            <a:p>
              <a:r>
                <a:rPr sz="1400">
                  <a:latin typeface="Manrope" pitchFamily="2" charset="0"/>
                </a:rPr>
                <a:t>Logo</a:t>
              </a:r>
            </a:p>
          </p:txBody>
        </p:sp>
        <p:sp>
          <p:nvSpPr>
            <p:cNvPr id="43" name="Poligono">
              <a:extLst>
                <a:ext uri="{FF2B5EF4-FFF2-40B4-BE49-F238E27FC236}">
                  <a16:creationId xmlns:a16="http://schemas.microsoft.com/office/drawing/2014/main" id="{1A2CDB77-2460-9096-7611-C3E31F3AB038}"/>
                </a:ext>
              </a:extLst>
            </p:cNvPr>
            <p:cNvSpPr/>
            <p:nvPr/>
          </p:nvSpPr>
          <p:spPr>
            <a:xfrm>
              <a:off x="60711" y="0"/>
              <a:ext cx="784891" cy="90631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grpSp>
      <p:grpSp>
        <p:nvGrpSpPr>
          <p:cNvPr id="44" name="Raggruppa">
            <a:extLst>
              <a:ext uri="{FF2B5EF4-FFF2-40B4-BE49-F238E27FC236}">
                <a16:creationId xmlns:a16="http://schemas.microsoft.com/office/drawing/2014/main" id="{E9DC9E88-ED5E-A322-CEF0-BA8C7730DD17}"/>
              </a:ext>
            </a:extLst>
          </p:cNvPr>
          <p:cNvGrpSpPr/>
          <p:nvPr userDrawn="1"/>
        </p:nvGrpSpPr>
        <p:grpSpPr>
          <a:xfrm>
            <a:off x="3478116" y="6125021"/>
            <a:ext cx="2345580" cy="508191"/>
            <a:chOff x="-1" y="0"/>
            <a:chExt cx="4690853" cy="1016381"/>
          </a:xfrm>
        </p:grpSpPr>
        <p:grpSp>
          <p:nvGrpSpPr>
            <p:cNvPr id="45" name="Raggruppa">
              <a:extLst>
                <a:ext uri="{FF2B5EF4-FFF2-40B4-BE49-F238E27FC236}">
                  <a16:creationId xmlns:a16="http://schemas.microsoft.com/office/drawing/2014/main" id="{0AAB06EA-BD72-204E-2331-5ADA684865D6}"/>
                </a:ext>
              </a:extLst>
            </p:cNvPr>
            <p:cNvGrpSpPr/>
            <p:nvPr/>
          </p:nvGrpSpPr>
          <p:grpSpPr>
            <a:xfrm>
              <a:off x="-1" y="0"/>
              <a:ext cx="2032314" cy="1016381"/>
              <a:chOff x="0" y="0"/>
              <a:chExt cx="2032313" cy="1016380"/>
            </a:xfrm>
          </p:grpSpPr>
          <p:sp>
            <p:nvSpPr>
              <p:cNvPr id="49" name="Logo">
                <a:extLst>
                  <a:ext uri="{FF2B5EF4-FFF2-40B4-BE49-F238E27FC236}">
                    <a16:creationId xmlns:a16="http://schemas.microsoft.com/office/drawing/2014/main" id="{E2A46CB7-6126-FAF4-587A-DD55008E4667}"/>
                  </a:ext>
                </a:extLst>
              </p:cNvPr>
              <p:cNvSpPr txBox="1"/>
              <p:nvPr/>
            </p:nvSpPr>
            <p:spPr>
              <a:xfrm>
                <a:off x="1009665" y="190150"/>
                <a:ext cx="1022648" cy="6360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defRPr sz="2800">
                    <a:solidFill>
                      <a:srgbClr val="D5D5D5"/>
                    </a:solidFill>
                  </a:defRPr>
                </a:lvl1pPr>
              </a:lstStyle>
              <a:p>
                <a:r>
                  <a:rPr sz="1400">
                    <a:latin typeface="Manrope" pitchFamily="2" charset="0"/>
                  </a:rPr>
                  <a:t>Logo</a:t>
                </a:r>
              </a:p>
            </p:txBody>
          </p:sp>
          <p:sp>
            <p:nvSpPr>
              <p:cNvPr id="50" name="Triangolo">
                <a:extLst>
                  <a:ext uri="{FF2B5EF4-FFF2-40B4-BE49-F238E27FC236}">
                    <a16:creationId xmlns:a16="http://schemas.microsoft.com/office/drawing/2014/main" id="{49414913-DF6E-3124-0037-4413F4E9DBA5}"/>
                  </a:ext>
                </a:extLst>
              </p:cNvPr>
              <p:cNvSpPr/>
              <p:nvPr/>
            </p:nvSpPr>
            <p:spPr>
              <a:xfrm>
                <a:off x="0" y="0"/>
                <a:ext cx="1016380" cy="101638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grpSp>
        <p:grpSp>
          <p:nvGrpSpPr>
            <p:cNvPr id="46" name="Raggruppa">
              <a:extLst>
                <a:ext uri="{FF2B5EF4-FFF2-40B4-BE49-F238E27FC236}">
                  <a16:creationId xmlns:a16="http://schemas.microsoft.com/office/drawing/2014/main" id="{2E1D7F5F-ABE7-5DE5-9E9B-5271458A6691}"/>
                </a:ext>
              </a:extLst>
            </p:cNvPr>
            <p:cNvGrpSpPr/>
            <p:nvPr/>
          </p:nvGrpSpPr>
          <p:grpSpPr>
            <a:xfrm>
              <a:off x="2519023" y="0"/>
              <a:ext cx="2171829" cy="1016381"/>
              <a:chOff x="0" y="0"/>
              <a:chExt cx="2171826" cy="1016380"/>
            </a:xfrm>
          </p:grpSpPr>
          <p:sp>
            <p:nvSpPr>
              <p:cNvPr id="47" name="Logo">
                <a:extLst>
                  <a:ext uri="{FF2B5EF4-FFF2-40B4-BE49-F238E27FC236}">
                    <a16:creationId xmlns:a16="http://schemas.microsoft.com/office/drawing/2014/main" id="{FB792114-1E03-A8B8-F9F6-0BD1E522B30C}"/>
                  </a:ext>
                </a:extLst>
              </p:cNvPr>
              <p:cNvSpPr txBox="1"/>
              <p:nvPr/>
            </p:nvSpPr>
            <p:spPr>
              <a:xfrm>
                <a:off x="1149178" y="190150"/>
                <a:ext cx="1022648" cy="6360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defRPr sz="2800">
                    <a:solidFill>
                      <a:srgbClr val="D5D5D5"/>
                    </a:solidFill>
                  </a:defRPr>
                </a:lvl1pPr>
              </a:lstStyle>
              <a:p>
                <a:r>
                  <a:rPr sz="1400">
                    <a:latin typeface="Manrope" pitchFamily="2" charset="0"/>
                  </a:rPr>
                  <a:t>Logo</a:t>
                </a:r>
              </a:p>
            </p:txBody>
          </p:sp>
          <p:sp>
            <p:nvSpPr>
              <p:cNvPr id="48" name="Rettangolo arrotondato">
                <a:extLst>
                  <a:ext uri="{FF2B5EF4-FFF2-40B4-BE49-F238E27FC236}">
                    <a16:creationId xmlns:a16="http://schemas.microsoft.com/office/drawing/2014/main" id="{51D7D47B-E4A9-117B-C867-618C7B14273D}"/>
                  </a:ext>
                </a:extLst>
              </p:cNvPr>
              <p:cNvSpPr/>
              <p:nvPr/>
            </p:nvSpPr>
            <p:spPr>
              <a:xfrm>
                <a:off x="0" y="0"/>
                <a:ext cx="1016380" cy="1016380"/>
              </a:xfrm>
              <a:prstGeom prst="roundRect">
                <a:avLst>
                  <a:gd name="adj" fmla="val 9826"/>
                </a:avLst>
              </a:pr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D5D5D5"/>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grpSp>
      </p:grpSp>
      <p:sp>
        <p:nvSpPr>
          <p:cNvPr id="52" name="Titolo 5">
            <a:extLst>
              <a:ext uri="{FF2B5EF4-FFF2-40B4-BE49-F238E27FC236}">
                <a16:creationId xmlns:a16="http://schemas.microsoft.com/office/drawing/2014/main" id="{FAD942FF-4AE3-BA4F-0D20-F8F6CDA75DBC}"/>
              </a:ext>
            </a:extLst>
          </p:cNvPr>
          <p:cNvSpPr>
            <a:spLocks noGrp="1"/>
          </p:cNvSpPr>
          <p:nvPr>
            <p:ph type="title" hasCustomPrompt="1"/>
          </p:nvPr>
        </p:nvSpPr>
        <p:spPr>
          <a:xfrm>
            <a:off x="603287" y="1873912"/>
            <a:ext cx="6894110" cy="2324100"/>
          </a:xfrm>
          <a:prstGeom prst="rect">
            <a:avLst/>
          </a:prstGeom>
        </p:spPr>
        <p:txBody>
          <a:bodyPr lIns="0" tIns="360000" rIns="0" bIns="0" anchor="t"/>
          <a:lstStyle>
            <a:lvl1pPr>
              <a:defRPr>
                <a:solidFill>
                  <a:schemeClr val="bg1"/>
                </a:solidFill>
              </a:defRPr>
            </a:lvl1pPr>
          </a:lstStyle>
          <a:p>
            <a:r>
              <a:rPr lang="it-IT"/>
              <a:t>Inserire titolo</a:t>
            </a:r>
          </a:p>
        </p:txBody>
      </p:sp>
      <p:sp>
        <p:nvSpPr>
          <p:cNvPr id="53" name="Tema / Titolo / Docente  |  00. 00. 0000">
            <a:extLst>
              <a:ext uri="{FF2B5EF4-FFF2-40B4-BE49-F238E27FC236}">
                <a16:creationId xmlns:a16="http://schemas.microsoft.com/office/drawing/2014/main" id="{21E39AD4-D17D-DA18-8557-753A1598EDBB}"/>
              </a:ext>
            </a:extLst>
          </p:cNvPr>
          <p:cNvSpPr txBox="1">
            <a:spLocks noGrp="1"/>
          </p:cNvSpPr>
          <p:nvPr>
            <p:ph type="body" sz="quarter" idx="21" hasCustomPrompt="1"/>
          </p:nvPr>
        </p:nvSpPr>
        <p:spPr>
          <a:xfrm>
            <a:off x="600710" y="494701"/>
            <a:ext cx="4078060" cy="318490"/>
          </a:xfrm>
          <a:prstGeom prst="rect">
            <a:avLst/>
          </a:prstGeom>
        </p:spPr>
        <p:txBody>
          <a:bodyPr lIns="45719" tIns="45719" rIns="45719" bIns="45719">
            <a:noAutofit/>
          </a:bodyPr>
          <a:lstStyle>
            <a:lvl1pPr marL="0" indent="0">
              <a:lnSpc>
                <a:spcPct val="100000"/>
              </a:lnSpc>
              <a:buNone/>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a:t>00. 00. 0000  |  Relatore</a:t>
            </a:r>
          </a:p>
        </p:txBody>
      </p:sp>
      <p:sp>
        <p:nvSpPr>
          <p:cNvPr id="31" name="Cerchio">
            <a:extLst>
              <a:ext uri="{FF2B5EF4-FFF2-40B4-BE49-F238E27FC236}">
                <a16:creationId xmlns:a16="http://schemas.microsoft.com/office/drawing/2014/main" id="{A9903704-CFC7-476C-9852-F48766C69614}"/>
              </a:ext>
            </a:extLst>
          </p:cNvPr>
          <p:cNvSpPr/>
          <p:nvPr userDrawn="1"/>
        </p:nvSpPr>
        <p:spPr>
          <a:xfrm rot="10800000">
            <a:off x="7559558" y="-2130267"/>
            <a:ext cx="4010434" cy="4010172"/>
          </a:xfrm>
          <a:prstGeom prst="ellipse">
            <a:avLst/>
          </a:prstGeom>
          <a:gradFill flip="none" rotWithShape="1">
            <a:gsLst>
              <a:gs pos="14000">
                <a:srgbClr val="FFFFFF">
                  <a:alpha val="30368"/>
                </a:srgbClr>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b="0" i="0">
              <a:latin typeface="Manrope" pitchFamily="2" charset="0"/>
              <a:cs typeface="Arial" panose="020B0604020202020204" pitchFamily="34" charset="0"/>
            </a:endParaRPr>
          </a:p>
        </p:txBody>
      </p:sp>
      <p:sp>
        <p:nvSpPr>
          <p:cNvPr id="32" name="Cerchio">
            <a:extLst>
              <a:ext uri="{FF2B5EF4-FFF2-40B4-BE49-F238E27FC236}">
                <a16:creationId xmlns:a16="http://schemas.microsoft.com/office/drawing/2014/main" id="{A6756836-4360-4832-91E9-DC1FED362D89}"/>
              </a:ext>
            </a:extLst>
          </p:cNvPr>
          <p:cNvSpPr/>
          <p:nvPr userDrawn="1"/>
        </p:nvSpPr>
        <p:spPr>
          <a:xfrm>
            <a:off x="7559558" y="1879907"/>
            <a:ext cx="4010432" cy="4010171"/>
          </a:xfrm>
          <a:prstGeom prst="ellipse">
            <a:avLst/>
          </a:prstGeom>
          <a:gradFill flip="none" rotWithShape="1">
            <a:gsLst>
              <a:gs pos="14000">
                <a:srgbClr val="FFFFFF">
                  <a:alpha val="30000"/>
                </a:srgbClr>
              </a:gs>
              <a:gs pos="13661">
                <a:srgbClr val="8896A9">
                  <a:alpha val="14846"/>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alpha val="20092"/>
                  </a:srgbClr>
                </a:solidFill>
                <a:latin typeface="Helvetica Neue Medium"/>
                <a:ea typeface="Helvetica Neue Medium"/>
                <a:cs typeface="Helvetica Neue Medium"/>
                <a:sym typeface="Helvetica Neue Medium"/>
              </a:defRPr>
            </a:pPr>
            <a:endParaRPr sz="1600" b="0" i="0">
              <a:latin typeface="Manrope" pitchFamily="2" charset="0"/>
              <a:cs typeface="Arial" panose="020B0604020202020204" pitchFamily="34" charset="0"/>
            </a:endParaRPr>
          </a:p>
        </p:txBody>
      </p:sp>
      <p:cxnSp>
        <p:nvCxnSpPr>
          <p:cNvPr id="33" name="Connettore diritto 32">
            <a:extLst>
              <a:ext uri="{FF2B5EF4-FFF2-40B4-BE49-F238E27FC236}">
                <a16:creationId xmlns:a16="http://schemas.microsoft.com/office/drawing/2014/main" id="{21D738D7-7E88-4675-A0EF-E3BAD613F5D5}"/>
              </a:ext>
            </a:extLst>
          </p:cNvPr>
          <p:cNvCxnSpPr>
            <a:cxnSpLocks/>
          </p:cNvCxnSpPr>
          <p:nvPr userDrawn="1"/>
        </p:nvCxnSpPr>
        <p:spPr>
          <a:xfrm>
            <a:off x="11569992" y="-973483"/>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Connettore diritto 53">
            <a:extLst>
              <a:ext uri="{FF2B5EF4-FFF2-40B4-BE49-F238E27FC236}">
                <a16:creationId xmlns:a16="http://schemas.microsoft.com/office/drawing/2014/main" id="{F9039971-82D3-47A9-A22B-57F88091170C}"/>
              </a:ext>
            </a:extLst>
          </p:cNvPr>
          <p:cNvCxnSpPr>
            <a:cxnSpLocks/>
          </p:cNvCxnSpPr>
          <p:nvPr userDrawn="1"/>
        </p:nvCxnSpPr>
        <p:spPr>
          <a:xfrm>
            <a:off x="7559558" y="-973483"/>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646E7D75-6D87-4823-9E66-BDAA6D07313A}"/>
              </a:ext>
            </a:extLst>
          </p:cNvPr>
          <p:cNvCxnSpPr>
            <a:cxnSpLocks/>
          </p:cNvCxnSpPr>
          <p:nvPr userDrawn="1"/>
        </p:nvCxnSpPr>
        <p:spPr>
          <a:xfrm>
            <a:off x="0" y="1879907"/>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pic>
        <p:nvPicPr>
          <p:cNvPr id="27" name="Elemento grafico 26">
            <a:extLst>
              <a:ext uri="{FF2B5EF4-FFF2-40B4-BE49-F238E27FC236}">
                <a16:creationId xmlns:a16="http://schemas.microsoft.com/office/drawing/2014/main" id="{FF578DCB-6598-48EB-937C-141C852D44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7412" y="6129055"/>
            <a:ext cx="1548000" cy="501465"/>
          </a:xfrm>
          <a:prstGeom prst="rect">
            <a:avLst/>
          </a:prstGeom>
        </p:spPr>
      </p:pic>
    </p:spTree>
    <p:extLst>
      <p:ext uri="{BB962C8B-B14F-4D97-AF65-F5344CB8AC3E}">
        <p14:creationId xmlns:p14="http://schemas.microsoft.com/office/powerpoint/2010/main" val="21855006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ver D">
    <p:bg>
      <p:bgPr>
        <a:gradFill>
          <a:gsLst>
            <a:gs pos="100000">
              <a:srgbClr val="8795A8"/>
            </a:gs>
            <a:gs pos="27000">
              <a:srgbClr val="102C53"/>
            </a:gs>
          </a:gsLst>
          <a:lin ang="5400000" scaled="0"/>
        </a:gradFill>
        <a:effectLst/>
      </p:bgPr>
    </p:bg>
    <p:spTree>
      <p:nvGrpSpPr>
        <p:cNvPr id="1" name=""/>
        <p:cNvGrpSpPr/>
        <p:nvPr/>
      </p:nvGrpSpPr>
      <p:grpSpPr>
        <a:xfrm>
          <a:off x="0" y="0"/>
          <a:ext cx="0" cy="0"/>
          <a:chOff x="0" y="0"/>
          <a:chExt cx="0" cy="0"/>
        </a:xfrm>
      </p:grpSpPr>
      <p:sp>
        <p:nvSpPr>
          <p:cNvPr id="4" name="Ovale 3">
            <a:extLst>
              <a:ext uri="{FF2B5EF4-FFF2-40B4-BE49-F238E27FC236}">
                <a16:creationId xmlns:a16="http://schemas.microsoft.com/office/drawing/2014/main" id="{0F18E289-8097-CB41-B2E0-E50D794D361D}"/>
              </a:ext>
            </a:extLst>
          </p:cNvPr>
          <p:cNvSpPr/>
          <p:nvPr userDrawn="1"/>
        </p:nvSpPr>
        <p:spPr>
          <a:xfrm>
            <a:off x="2609" y="1424519"/>
            <a:ext cx="10887979" cy="10887270"/>
          </a:xfrm>
          <a:prstGeom prst="ellipse">
            <a:avLst/>
          </a:prstGeom>
          <a:gradFill flip="none" rotWithShape="1">
            <a:gsLst>
              <a:gs pos="38000">
                <a:schemeClr val="tx1">
                  <a:lumMod val="0"/>
                  <a:lumOff val="100000"/>
                  <a:alpha val="15412"/>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a:latin typeface="Manrope" pitchFamily="2" charset="0"/>
            </a:endParaRPr>
          </a:p>
        </p:txBody>
      </p:sp>
      <p:sp>
        <p:nvSpPr>
          <p:cNvPr id="34" name="t">
            <a:extLst>
              <a:ext uri="{FF2B5EF4-FFF2-40B4-BE49-F238E27FC236}">
                <a16:creationId xmlns:a16="http://schemas.microsoft.com/office/drawing/2014/main" id="{5904BB58-3F14-9C88-2C51-FC53AD74ECDB}"/>
              </a:ext>
            </a:extLst>
          </p:cNvPr>
          <p:cNvSpPr/>
          <p:nvPr userDrawn="1"/>
        </p:nvSpPr>
        <p:spPr>
          <a:xfrm>
            <a:off x="-13900" y="5890078"/>
            <a:ext cx="12220596" cy="978076"/>
          </a:xfrm>
          <a:prstGeom prst="rect">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nchor="ctr"/>
          <a:lstStyle>
            <a:lvl1pPr algn="ctr" defTabSz="825500">
              <a:defRPr sz="3200">
                <a:solidFill>
                  <a:srgbClr val="FFFFFF"/>
                </a:solidFill>
                <a:latin typeface="Helvetica Neue Medium"/>
                <a:ea typeface="Helvetica Neue Medium"/>
                <a:cs typeface="Helvetica Neue Medium"/>
                <a:sym typeface="Helvetica Neue Medium"/>
              </a:defRPr>
            </a:lvl1pPr>
          </a:lstStyle>
          <a:p>
            <a:r>
              <a:rPr sz="1600">
                <a:latin typeface="Arial" panose="020B0604020202020204" pitchFamily="34" charset="0"/>
                <a:cs typeface="Arial" panose="020B0604020202020204" pitchFamily="34" charset="0"/>
              </a:rPr>
              <a:t>t</a:t>
            </a:r>
          </a:p>
        </p:txBody>
      </p:sp>
      <p:grpSp>
        <p:nvGrpSpPr>
          <p:cNvPr id="35" name="Raggruppa">
            <a:extLst>
              <a:ext uri="{FF2B5EF4-FFF2-40B4-BE49-F238E27FC236}">
                <a16:creationId xmlns:a16="http://schemas.microsoft.com/office/drawing/2014/main" id="{10E0AFDC-3F66-1CFB-E987-27D87A91FC3E}"/>
              </a:ext>
            </a:extLst>
          </p:cNvPr>
          <p:cNvGrpSpPr/>
          <p:nvPr userDrawn="1"/>
        </p:nvGrpSpPr>
        <p:grpSpPr>
          <a:xfrm>
            <a:off x="2454737" y="6112429"/>
            <a:ext cx="774301" cy="512711"/>
            <a:chOff x="55030" y="-1"/>
            <a:chExt cx="1548497" cy="1025419"/>
          </a:xfrm>
        </p:grpSpPr>
        <p:sp>
          <p:nvSpPr>
            <p:cNvPr id="36" name="Dicitura 01">
              <a:extLst>
                <a:ext uri="{FF2B5EF4-FFF2-40B4-BE49-F238E27FC236}">
                  <a16:creationId xmlns:a16="http://schemas.microsoft.com/office/drawing/2014/main" id="{10073F5C-DD0F-6D06-4F37-6385373A1AB7}"/>
                </a:ext>
              </a:extLst>
            </p:cNvPr>
            <p:cNvSpPr txBox="1"/>
            <p:nvPr/>
          </p:nvSpPr>
          <p:spPr>
            <a:xfrm>
              <a:off x="55030" y="102541"/>
              <a:ext cx="1391313" cy="48218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lgn="r">
                <a:defRPr sz="2200">
                  <a:solidFill>
                    <a:srgbClr val="102C53"/>
                  </a:solidFill>
                </a:defRPr>
              </a:lvl1pPr>
            </a:lstStyle>
            <a:p>
              <a:r>
                <a:rPr sz="900" b="1" err="1">
                  <a:latin typeface="Manrope" pitchFamily="2" charset="0"/>
                </a:rPr>
                <a:t>Dicitura</a:t>
              </a:r>
              <a:r>
                <a:rPr sz="900" b="1">
                  <a:latin typeface="Manrope" pitchFamily="2" charset="0"/>
                </a:rPr>
                <a:t> 01</a:t>
              </a:r>
            </a:p>
          </p:txBody>
        </p:sp>
        <p:sp>
          <p:nvSpPr>
            <p:cNvPr id="37" name="Linea">
              <a:extLst>
                <a:ext uri="{FF2B5EF4-FFF2-40B4-BE49-F238E27FC236}">
                  <a16:creationId xmlns:a16="http://schemas.microsoft.com/office/drawing/2014/main" id="{A2D93BEA-CDAB-B761-4314-7A4D96C6DDEB}"/>
                </a:ext>
              </a:extLst>
            </p:cNvPr>
            <p:cNvSpPr/>
            <p:nvPr/>
          </p:nvSpPr>
          <p:spPr>
            <a:xfrm flipV="1">
              <a:off x="1603526"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a:latin typeface="Manrope" pitchFamily="2" charset="0"/>
              </a:endParaRPr>
            </a:p>
          </p:txBody>
        </p:sp>
      </p:grpSp>
      <p:grpSp>
        <p:nvGrpSpPr>
          <p:cNvPr id="38" name="Raggruppa">
            <a:extLst>
              <a:ext uri="{FF2B5EF4-FFF2-40B4-BE49-F238E27FC236}">
                <a16:creationId xmlns:a16="http://schemas.microsoft.com/office/drawing/2014/main" id="{56DCEED6-6F0E-CCBB-2279-C15A32771039}"/>
              </a:ext>
            </a:extLst>
          </p:cNvPr>
          <p:cNvGrpSpPr/>
          <p:nvPr userDrawn="1"/>
        </p:nvGrpSpPr>
        <p:grpSpPr>
          <a:xfrm>
            <a:off x="6067169" y="6112429"/>
            <a:ext cx="790072" cy="512711"/>
            <a:chOff x="70058" y="-1"/>
            <a:chExt cx="1580036" cy="1025419"/>
          </a:xfrm>
        </p:grpSpPr>
        <p:sp>
          <p:nvSpPr>
            <p:cNvPr id="39" name="Dicitura 02">
              <a:extLst>
                <a:ext uri="{FF2B5EF4-FFF2-40B4-BE49-F238E27FC236}">
                  <a16:creationId xmlns:a16="http://schemas.microsoft.com/office/drawing/2014/main" id="{65F304E2-7E9C-B774-6D16-605FDABF18A3}"/>
                </a:ext>
              </a:extLst>
            </p:cNvPr>
            <p:cNvSpPr txBox="1"/>
            <p:nvPr/>
          </p:nvSpPr>
          <p:spPr>
            <a:xfrm>
              <a:off x="70058" y="102541"/>
              <a:ext cx="1426577" cy="48218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lgn="r">
                <a:defRPr sz="2200">
                  <a:solidFill>
                    <a:srgbClr val="102C53"/>
                  </a:solidFill>
                </a:defRPr>
              </a:lvl1pPr>
            </a:lstStyle>
            <a:p>
              <a:r>
                <a:rPr sz="900" b="1" err="1">
                  <a:latin typeface="Manrope" pitchFamily="2" charset="0"/>
                </a:rPr>
                <a:t>Dicitura</a:t>
              </a:r>
              <a:r>
                <a:rPr sz="900" b="1">
                  <a:latin typeface="Manrope" pitchFamily="2" charset="0"/>
                </a:rPr>
                <a:t> 02</a:t>
              </a:r>
            </a:p>
          </p:txBody>
        </p:sp>
        <p:sp>
          <p:nvSpPr>
            <p:cNvPr id="40" name="Linea">
              <a:extLst>
                <a:ext uri="{FF2B5EF4-FFF2-40B4-BE49-F238E27FC236}">
                  <a16:creationId xmlns:a16="http://schemas.microsoft.com/office/drawing/2014/main" id="{0D3513D8-03DF-07FB-C95C-75AB43EA944A}"/>
                </a:ext>
              </a:extLst>
            </p:cNvPr>
            <p:cNvSpPr/>
            <p:nvPr/>
          </p:nvSpPr>
          <p:spPr>
            <a:xfrm flipV="1">
              <a:off x="1650093"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a:latin typeface="Manrope" pitchFamily="2" charset="0"/>
              </a:endParaRPr>
            </a:p>
          </p:txBody>
        </p:sp>
      </p:grpSp>
      <p:grpSp>
        <p:nvGrpSpPr>
          <p:cNvPr id="41" name="Raggruppa">
            <a:extLst>
              <a:ext uri="{FF2B5EF4-FFF2-40B4-BE49-F238E27FC236}">
                <a16:creationId xmlns:a16="http://schemas.microsoft.com/office/drawing/2014/main" id="{EE4E4B32-B5F8-3F30-EE38-C91ECC226870}"/>
              </a:ext>
            </a:extLst>
          </p:cNvPr>
          <p:cNvGrpSpPr/>
          <p:nvPr userDrawn="1"/>
        </p:nvGrpSpPr>
        <p:grpSpPr>
          <a:xfrm>
            <a:off x="7104925" y="6152538"/>
            <a:ext cx="979517" cy="453158"/>
            <a:chOff x="60711" y="0"/>
            <a:chExt cx="1958904" cy="906313"/>
          </a:xfrm>
        </p:grpSpPr>
        <p:sp>
          <p:nvSpPr>
            <p:cNvPr id="42" name="Logo">
              <a:extLst>
                <a:ext uri="{FF2B5EF4-FFF2-40B4-BE49-F238E27FC236}">
                  <a16:creationId xmlns:a16="http://schemas.microsoft.com/office/drawing/2014/main" id="{01F912F9-4CA7-0309-4362-4AE504D449B0}"/>
                </a:ext>
              </a:extLst>
            </p:cNvPr>
            <p:cNvSpPr txBox="1"/>
            <p:nvPr/>
          </p:nvSpPr>
          <p:spPr>
            <a:xfrm>
              <a:off x="996967" y="135122"/>
              <a:ext cx="1022648" cy="63607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defRPr sz="2800">
                  <a:solidFill>
                    <a:srgbClr val="D5D5D5"/>
                  </a:solidFill>
                </a:defRPr>
              </a:lvl1pPr>
            </a:lstStyle>
            <a:p>
              <a:r>
                <a:rPr sz="1400">
                  <a:latin typeface="Manrope" pitchFamily="2" charset="0"/>
                </a:rPr>
                <a:t>Logo</a:t>
              </a:r>
            </a:p>
          </p:txBody>
        </p:sp>
        <p:sp>
          <p:nvSpPr>
            <p:cNvPr id="43" name="Poligono">
              <a:extLst>
                <a:ext uri="{FF2B5EF4-FFF2-40B4-BE49-F238E27FC236}">
                  <a16:creationId xmlns:a16="http://schemas.microsoft.com/office/drawing/2014/main" id="{1A2CDB77-2460-9096-7611-C3E31F3AB038}"/>
                </a:ext>
              </a:extLst>
            </p:cNvPr>
            <p:cNvSpPr/>
            <p:nvPr/>
          </p:nvSpPr>
          <p:spPr>
            <a:xfrm>
              <a:off x="60711" y="0"/>
              <a:ext cx="784891" cy="90631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grpSp>
      <p:grpSp>
        <p:nvGrpSpPr>
          <p:cNvPr id="44" name="Raggruppa">
            <a:extLst>
              <a:ext uri="{FF2B5EF4-FFF2-40B4-BE49-F238E27FC236}">
                <a16:creationId xmlns:a16="http://schemas.microsoft.com/office/drawing/2014/main" id="{E9DC9E88-ED5E-A322-CEF0-BA8C7730DD17}"/>
              </a:ext>
            </a:extLst>
          </p:cNvPr>
          <p:cNvGrpSpPr/>
          <p:nvPr userDrawn="1"/>
        </p:nvGrpSpPr>
        <p:grpSpPr>
          <a:xfrm>
            <a:off x="3478116" y="6125021"/>
            <a:ext cx="2345580" cy="508191"/>
            <a:chOff x="-1" y="0"/>
            <a:chExt cx="4690853" cy="1016381"/>
          </a:xfrm>
        </p:grpSpPr>
        <p:grpSp>
          <p:nvGrpSpPr>
            <p:cNvPr id="45" name="Raggruppa">
              <a:extLst>
                <a:ext uri="{FF2B5EF4-FFF2-40B4-BE49-F238E27FC236}">
                  <a16:creationId xmlns:a16="http://schemas.microsoft.com/office/drawing/2014/main" id="{0AAB06EA-BD72-204E-2331-5ADA684865D6}"/>
                </a:ext>
              </a:extLst>
            </p:cNvPr>
            <p:cNvGrpSpPr/>
            <p:nvPr/>
          </p:nvGrpSpPr>
          <p:grpSpPr>
            <a:xfrm>
              <a:off x="-1" y="0"/>
              <a:ext cx="2032314" cy="1016381"/>
              <a:chOff x="0" y="0"/>
              <a:chExt cx="2032313" cy="1016380"/>
            </a:xfrm>
          </p:grpSpPr>
          <p:sp>
            <p:nvSpPr>
              <p:cNvPr id="49" name="Logo">
                <a:extLst>
                  <a:ext uri="{FF2B5EF4-FFF2-40B4-BE49-F238E27FC236}">
                    <a16:creationId xmlns:a16="http://schemas.microsoft.com/office/drawing/2014/main" id="{E2A46CB7-6126-FAF4-587A-DD55008E4667}"/>
                  </a:ext>
                </a:extLst>
              </p:cNvPr>
              <p:cNvSpPr txBox="1"/>
              <p:nvPr/>
            </p:nvSpPr>
            <p:spPr>
              <a:xfrm>
                <a:off x="1009665" y="190150"/>
                <a:ext cx="1022648" cy="6360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defRPr sz="2800">
                    <a:solidFill>
                      <a:srgbClr val="D5D5D5"/>
                    </a:solidFill>
                  </a:defRPr>
                </a:lvl1pPr>
              </a:lstStyle>
              <a:p>
                <a:r>
                  <a:rPr sz="1400">
                    <a:latin typeface="Manrope" pitchFamily="2" charset="0"/>
                  </a:rPr>
                  <a:t>Logo</a:t>
                </a:r>
              </a:p>
            </p:txBody>
          </p:sp>
          <p:sp>
            <p:nvSpPr>
              <p:cNvPr id="50" name="Triangolo">
                <a:extLst>
                  <a:ext uri="{FF2B5EF4-FFF2-40B4-BE49-F238E27FC236}">
                    <a16:creationId xmlns:a16="http://schemas.microsoft.com/office/drawing/2014/main" id="{49414913-DF6E-3124-0037-4413F4E9DBA5}"/>
                  </a:ext>
                </a:extLst>
              </p:cNvPr>
              <p:cNvSpPr/>
              <p:nvPr/>
            </p:nvSpPr>
            <p:spPr>
              <a:xfrm>
                <a:off x="0" y="0"/>
                <a:ext cx="1016380" cy="101638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grpSp>
        <p:grpSp>
          <p:nvGrpSpPr>
            <p:cNvPr id="46" name="Raggruppa">
              <a:extLst>
                <a:ext uri="{FF2B5EF4-FFF2-40B4-BE49-F238E27FC236}">
                  <a16:creationId xmlns:a16="http://schemas.microsoft.com/office/drawing/2014/main" id="{2E1D7F5F-ABE7-5DE5-9E9B-5271458A6691}"/>
                </a:ext>
              </a:extLst>
            </p:cNvPr>
            <p:cNvGrpSpPr/>
            <p:nvPr/>
          </p:nvGrpSpPr>
          <p:grpSpPr>
            <a:xfrm>
              <a:off x="2519023" y="0"/>
              <a:ext cx="2171829" cy="1016381"/>
              <a:chOff x="0" y="0"/>
              <a:chExt cx="2171826" cy="1016380"/>
            </a:xfrm>
          </p:grpSpPr>
          <p:sp>
            <p:nvSpPr>
              <p:cNvPr id="47" name="Logo">
                <a:extLst>
                  <a:ext uri="{FF2B5EF4-FFF2-40B4-BE49-F238E27FC236}">
                    <a16:creationId xmlns:a16="http://schemas.microsoft.com/office/drawing/2014/main" id="{FB792114-1E03-A8B8-F9F6-0BD1E522B30C}"/>
                  </a:ext>
                </a:extLst>
              </p:cNvPr>
              <p:cNvSpPr txBox="1"/>
              <p:nvPr/>
            </p:nvSpPr>
            <p:spPr>
              <a:xfrm>
                <a:off x="1149178" y="190150"/>
                <a:ext cx="1022648" cy="6360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numCol="1" anchor="ctr">
                <a:spAutoFit/>
              </a:bodyPr>
              <a:lstStyle>
                <a:lvl1pPr>
                  <a:defRPr sz="2800">
                    <a:solidFill>
                      <a:srgbClr val="D5D5D5"/>
                    </a:solidFill>
                  </a:defRPr>
                </a:lvl1pPr>
              </a:lstStyle>
              <a:p>
                <a:r>
                  <a:rPr sz="1400">
                    <a:latin typeface="Manrope" pitchFamily="2" charset="0"/>
                  </a:rPr>
                  <a:t>Logo</a:t>
                </a:r>
              </a:p>
            </p:txBody>
          </p:sp>
          <p:sp>
            <p:nvSpPr>
              <p:cNvPr id="48" name="Rettangolo arrotondato">
                <a:extLst>
                  <a:ext uri="{FF2B5EF4-FFF2-40B4-BE49-F238E27FC236}">
                    <a16:creationId xmlns:a16="http://schemas.microsoft.com/office/drawing/2014/main" id="{51D7D47B-E4A9-117B-C867-618C7B14273D}"/>
                  </a:ext>
                </a:extLst>
              </p:cNvPr>
              <p:cNvSpPr/>
              <p:nvPr/>
            </p:nvSpPr>
            <p:spPr>
              <a:xfrm>
                <a:off x="0" y="0"/>
                <a:ext cx="1016380" cy="1016380"/>
              </a:xfrm>
              <a:prstGeom prst="roundRect">
                <a:avLst>
                  <a:gd name="adj" fmla="val 9826"/>
                </a:avLst>
              </a:pr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D5D5D5"/>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grpSp>
      </p:grpSp>
      <p:sp>
        <p:nvSpPr>
          <p:cNvPr id="52" name="Titolo 5">
            <a:extLst>
              <a:ext uri="{FF2B5EF4-FFF2-40B4-BE49-F238E27FC236}">
                <a16:creationId xmlns:a16="http://schemas.microsoft.com/office/drawing/2014/main" id="{FAD942FF-4AE3-BA4F-0D20-F8F6CDA75DBC}"/>
              </a:ext>
            </a:extLst>
          </p:cNvPr>
          <p:cNvSpPr>
            <a:spLocks noGrp="1"/>
          </p:cNvSpPr>
          <p:nvPr>
            <p:ph type="title" hasCustomPrompt="1"/>
          </p:nvPr>
        </p:nvSpPr>
        <p:spPr>
          <a:xfrm>
            <a:off x="603287" y="1873912"/>
            <a:ext cx="10986218" cy="2324100"/>
          </a:xfrm>
          <a:prstGeom prst="rect">
            <a:avLst/>
          </a:prstGeom>
        </p:spPr>
        <p:txBody>
          <a:bodyPr lIns="0" tIns="360000" rIns="0" bIns="0" anchor="t"/>
          <a:lstStyle>
            <a:lvl1pPr>
              <a:defRPr>
                <a:solidFill>
                  <a:schemeClr val="bg1"/>
                </a:solidFill>
              </a:defRPr>
            </a:lvl1pPr>
          </a:lstStyle>
          <a:p>
            <a:r>
              <a:rPr lang="it-IT"/>
              <a:t>Inserire titolo</a:t>
            </a:r>
          </a:p>
        </p:txBody>
      </p:sp>
      <p:sp>
        <p:nvSpPr>
          <p:cNvPr id="53" name="Tema / Titolo / Docente  |  00. 00. 0000">
            <a:extLst>
              <a:ext uri="{FF2B5EF4-FFF2-40B4-BE49-F238E27FC236}">
                <a16:creationId xmlns:a16="http://schemas.microsoft.com/office/drawing/2014/main" id="{21E39AD4-D17D-DA18-8557-753A1598EDBB}"/>
              </a:ext>
            </a:extLst>
          </p:cNvPr>
          <p:cNvSpPr txBox="1">
            <a:spLocks noGrp="1"/>
          </p:cNvSpPr>
          <p:nvPr>
            <p:ph type="body" sz="quarter" idx="21" hasCustomPrompt="1"/>
          </p:nvPr>
        </p:nvSpPr>
        <p:spPr>
          <a:xfrm>
            <a:off x="600710" y="494701"/>
            <a:ext cx="4078060" cy="318490"/>
          </a:xfrm>
          <a:prstGeom prst="rect">
            <a:avLst/>
          </a:prstGeom>
        </p:spPr>
        <p:txBody>
          <a:bodyPr lIns="45719" tIns="45719" rIns="45719" bIns="45719">
            <a:noAutofit/>
          </a:bodyPr>
          <a:lstStyle>
            <a:lvl1pPr marL="0" indent="0">
              <a:lnSpc>
                <a:spcPct val="100000"/>
              </a:lnSpc>
              <a:buNone/>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a:t>00. 00. 0000  |  Relatore</a:t>
            </a:r>
          </a:p>
        </p:txBody>
      </p:sp>
      <p:sp>
        <p:nvSpPr>
          <p:cNvPr id="62" name="Linea">
            <a:extLst>
              <a:ext uri="{FF2B5EF4-FFF2-40B4-BE49-F238E27FC236}">
                <a16:creationId xmlns:a16="http://schemas.microsoft.com/office/drawing/2014/main" id="{54CC51DA-C723-F8DB-C158-F298D04F09C3}"/>
              </a:ext>
            </a:extLst>
          </p:cNvPr>
          <p:cNvSpPr/>
          <p:nvPr userDrawn="1"/>
        </p:nvSpPr>
        <p:spPr>
          <a:xfrm>
            <a:off x="0" y="1416971"/>
            <a:ext cx="12192795" cy="0"/>
          </a:xfrm>
          <a:prstGeom prst="line">
            <a:avLst/>
          </a:prstGeom>
          <a:ln w="6350">
            <a:solidFill>
              <a:schemeClr val="bg1">
                <a:alpha val="50000"/>
              </a:schemeClr>
            </a:solidFill>
            <a:miter lim="400000"/>
          </a:ln>
        </p:spPr>
        <p:txBody>
          <a:bodyPr lIns="25400" tIns="25400" rIns="25400" bIns="25400" anchor="ctr"/>
          <a:lstStyle/>
          <a:p>
            <a:endParaRPr sz="338">
              <a:latin typeface="Manrope" pitchFamily="2" charset="0"/>
            </a:endParaRPr>
          </a:p>
        </p:txBody>
      </p:sp>
      <p:sp>
        <p:nvSpPr>
          <p:cNvPr id="3" name="Linea">
            <a:extLst>
              <a:ext uri="{FF2B5EF4-FFF2-40B4-BE49-F238E27FC236}">
                <a16:creationId xmlns:a16="http://schemas.microsoft.com/office/drawing/2014/main" id="{212AA810-2E06-6DB2-CF2D-E8B825DA18E6}"/>
              </a:ext>
            </a:extLst>
          </p:cNvPr>
          <p:cNvSpPr/>
          <p:nvPr userDrawn="1"/>
        </p:nvSpPr>
        <p:spPr>
          <a:xfrm rot="10800000" flipH="1">
            <a:off x="10895557" y="-1590"/>
            <a:ext cx="1" cy="6855889"/>
          </a:xfrm>
          <a:prstGeom prst="line">
            <a:avLst/>
          </a:prstGeom>
          <a:ln w="6350">
            <a:solidFill>
              <a:schemeClr val="bg1">
                <a:alpha val="50000"/>
              </a:schemeClr>
            </a:solidFill>
            <a:miter lim="400000"/>
          </a:ln>
        </p:spPr>
        <p:txBody>
          <a:bodyPr lIns="25399" tIns="25399" rIns="25399" bIns="25399" anchor="ctr"/>
          <a:lstStyle/>
          <a:p>
            <a:endParaRPr sz="1200">
              <a:latin typeface="Manrope" pitchFamily="2" charset="0"/>
            </a:endParaRPr>
          </a:p>
        </p:txBody>
      </p:sp>
      <p:sp>
        <p:nvSpPr>
          <p:cNvPr id="28" name="Ovale 27">
            <a:extLst>
              <a:ext uri="{FF2B5EF4-FFF2-40B4-BE49-F238E27FC236}">
                <a16:creationId xmlns:a16="http://schemas.microsoft.com/office/drawing/2014/main" id="{1526C403-D8EF-49F4-AE98-8D0CC36DA1EF}"/>
              </a:ext>
            </a:extLst>
          </p:cNvPr>
          <p:cNvSpPr/>
          <p:nvPr userDrawn="1"/>
        </p:nvSpPr>
        <p:spPr>
          <a:xfrm>
            <a:off x="2609" y="-9470299"/>
            <a:ext cx="10887979" cy="10887270"/>
          </a:xfrm>
          <a:prstGeom prst="ellipse">
            <a:avLst/>
          </a:prstGeom>
          <a:gradFill flip="none" rotWithShape="1">
            <a:gsLst>
              <a:gs pos="38000">
                <a:schemeClr val="tx1">
                  <a:lumMod val="0"/>
                  <a:lumOff val="100000"/>
                  <a:alpha val="15412"/>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a:latin typeface="Manrope" pitchFamily="2" charset="0"/>
            </a:endParaRPr>
          </a:p>
        </p:txBody>
      </p:sp>
      <p:pic>
        <p:nvPicPr>
          <p:cNvPr id="27" name="Elemento grafico 26">
            <a:extLst>
              <a:ext uri="{FF2B5EF4-FFF2-40B4-BE49-F238E27FC236}">
                <a16:creationId xmlns:a16="http://schemas.microsoft.com/office/drawing/2014/main" id="{73E11A02-42E0-4BB1-B98B-BE09A4A6F5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7412" y="6129055"/>
            <a:ext cx="1548000" cy="501465"/>
          </a:xfrm>
          <a:prstGeom prst="rect">
            <a:avLst/>
          </a:prstGeom>
        </p:spPr>
      </p:pic>
    </p:spTree>
    <p:extLst>
      <p:ext uri="{BB962C8B-B14F-4D97-AF65-F5344CB8AC3E}">
        <p14:creationId xmlns:p14="http://schemas.microsoft.com/office/powerpoint/2010/main" val="9552675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E">
    <p:bg>
      <p:bgPr>
        <a:solidFill>
          <a:schemeClr val="bg1"/>
        </a:solidFill>
        <a:effectLst/>
      </p:bgPr>
    </p:bg>
    <p:spTree>
      <p:nvGrpSpPr>
        <p:cNvPr id="1" name=""/>
        <p:cNvGrpSpPr/>
        <p:nvPr/>
      </p:nvGrpSpPr>
      <p:grpSpPr>
        <a:xfrm>
          <a:off x="0" y="0"/>
          <a:ext cx="0" cy="0"/>
          <a:chOff x="0" y="0"/>
          <a:chExt cx="0" cy="0"/>
        </a:xfrm>
      </p:grpSpPr>
      <p:sp>
        <p:nvSpPr>
          <p:cNvPr id="11" name="Linea">
            <a:extLst>
              <a:ext uri="{FF2B5EF4-FFF2-40B4-BE49-F238E27FC236}">
                <a16:creationId xmlns:a16="http://schemas.microsoft.com/office/drawing/2014/main" id="{06A5565B-3792-761F-D5E8-89E83049F337}"/>
              </a:ext>
            </a:extLst>
          </p:cNvPr>
          <p:cNvSpPr/>
          <p:nvPr userDrawn="1"/>
        </p:nvSpPr>
        <p:spPr>
          <a:xfrm>
            <a:off x="0" y="3429000"/>
            <a:ext cx="12192795" cy="0"/>
          </a:xfrm>
          <a:prstGeom prst="line">
            <a:avLst/>
          </a:prstGeom>
          <a:ln w="6350">
            <a:solidFill>
              <a:srgbClr val="102C53">
                <a:alpha val="50000"/>
              </a:srgbClr>
            </a:solidFill>
            <a:miter lim="400000"/>
          </a:ln>
        </p:spPr>
        <p:txBody>
          <a:bodyPr lIns="25400" tIns="25400" rIns="25400" bIns="25400" anchor="ctr"/>
          <a:lstStyle/>
          <a:p>
            <a:endParaRPr sz="338">
              <a:latin typeface="Manrope" pitchFamily="2" charset="0"/>
            </a:endParaRPr>
          </a:p>
        </p:txBody>
      </p:sp>
      <p:sp>
        <p:nvSpPr>
          <p:cNvPr id="12" name="Linea">
            <a:extLst>
              <a:ext uri="{FF2B5EF4-FFF2-40B4-BE49-F238E27FC236}">
                <a16:creationId xmlns:a16="http://schemas.microsoft.com/office/drawing/2014/main" id="{39CEE595-3918-20DF-0A93-E1BE36E4BCF4}"/>
              </a:ext>
            </a:extLst>
          </p:cNvPr>
          <p:cNvSpPr/>
          <p:nvPr userDrawn="1"/>
        </p:nvSpPr>
        <p:spPr>
          <a:xfrm flipV="1">
            <a:off x="11566815" y="15448"/>
            <a:ext cx="0" cy="6827108"/>
          </a:xfrm>
          <a:prstGeom prst="line">
            <a:avLst/>
          </a:prstGeom>
          <a:ln w="6350">
            <a:solidFill>
              <a:srgbClr val="102C53">
                <a:alpha val="50000"/>
              </a:srgbClr>
            </a:solidFill>
            <a:miter lim="400000"/>
          </a:ln>
        </p:spPr>
        <p:txBody>
          <a:bodyPr lIns="25400" tIns="25400" rIns="25400" bIns="25400" anchor="ctr"/>
          <a:lstStyle/>
          <a:p>
            <a:endParaRPr sz="338">
              <a:latin typeface="Manrope" pitchFamily="2" charset="0"/>
            </a:endParaRPr>
          </a:p>
        </p:txBody>
      </p:sp>
      <p:sp>
        <p:nvSpPr>
          <p:cNvPr id="13" name="Linea">
            <a:extLst>
              <a:ext uri="{FF2B5EF4-FFF2-40B4-BE49-F238E27FC236}">
                <a16:creationId xmlns:a16="http://schemas.microsoft.com/office/drawing/2014/main" id="{1FF15F9B-EC12-8E00-194B-C92BF9532474}"/>
              </a:ext>
            </a:extLst>
          </p:cNvPr>
          <p:cNvSpPr/>
          <p:nvPr userDrawn="1"/>
        </p:nvSpPr>
        <p:spPr>
          <a:xfrm flipV="1">
            <a:off x="7562733" y="15448"/>
            <a:ext cx="0" cy="6827108"/>
          </a:xfrm>
          <a:prstGeom prst="line">
            <a:avLst/>
          </a:prstGeom>
          <a:ln w="6350">
            <a:solidFill>
              <a:srgbClr val="102C53">
                <a:alpha val="50000"/>
              </a:srgbClr>
            </a:solidFill>
            <a:miter lim="400000"/>
          </a:ln>
        </p:spPr>
        <p:txBody>
          <a:bodyPr lIns="25400" tIns="25400" rIns="25400" bIns="25400" anchor="ctr"/>
          <a:lstStyle/>
          <a:p>
            <a:endParaRPr sz="338">
              <a:latin typeface="Manrope" pitchFamily="2" charset="0"/>
            </a:endParaRPr>
          </a:p>
        </p:txBody>
      </p:sp>
      <p:sp>
        <p:nvSpPr>
          <p:cNvPr id="14" name="Tema / Titolo / Docente  |  00. 00. 0000">
            <a:extLst>
              <a:ext uri="{FF2B5EF4-FFF2-40B4-BE49-F238E27FC236}">
                <a16:creationId xmlns:a16="http://schemas.microsoft.com/office/drawing/2014/main" id="{1DCB0E58-CB34-9BB0-27A9-F358FEB81E9A}"/>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marL="0" indent="0">
              <a:lnSpc>
                <a:spcPct val="100000"/>
              </a:lnSpc>
              <a:buNone/>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a:t>00. 00. 0000  |  Relatore</a:t>
            </a:r>
          </a:p>
        </p:txBody>
      </p:sp>
      <p:sp>
        <p:nvSpPr>
          <p:cNvPr id="17" name="Titolo 5">
            <a:extLst>
              <a:ext uri="{FF2B5EF4-FFF2-40B4-BE49-F238E27FC236}">
                <a16:creationId xmlns:a16="http://schemas.microsoft.com/office/drawing/2014/main" id="{4DAF60AC-FCFA-4F79-8AA6-85AC61BFAA4D}"/>
              </a:ext>
            </a:extLst>
          </p:cNvPr>
          <p:cNvSpPr>
            <a:spLocks noGrp="1"/>
          </p:cNvSpPr>
          <p:nvPr>
            <p:ph type="title" hasCustomPrompt="1"/>
          </p:nvPr>
        </p:nvSpPr>
        <p:spPr>
          <a:xfrm>
            <a:off x="603287" y="3429000"/>
            <a:ext cx="6953096" cy="2324100"/>
          </a:xfrm>
          <a:prstGeom prst="rect">
            <a:avLst/>
          </a:prstGeom>
        </p:spPr>
        <p:txBody>
          <a:bodyPr lIns="0" tIns="360000" rIns="0" bIns="0" anchor="t"/>
          <a:lstStyle>
            <a:lvl1pPr>
              <a:defRPr>
                <a:solidFill>
                  <a:schemeClr val="tx2"/>
                </a:solidFill>
              </a:defRPr>
            </a:lvl1pPr>
          </a:lstStyle>
          <a:p>
            <a:r>
              <a:rPr lang="it-IT"/>
              <a:t>Inserire titolo</a:t>
            </a:r>
            <a:br>
              <a:rPr lang="it-IT"/>
            </a:br>
            <a:r>
              <a:rPr lang="it-IT"/>
              <a:t>Presentazione</a:t>
            </a:r>
          </a:p>
        </p:txBody>
      </p:sp>
      <p:sp>
        <p:nvSpPr>
          <p:cNvPr id="21" name="Cerchio">
            <a:extLst>
              <a:ext uri="{FF2B5EF4-FFF2-40B4-BE49-F238E27FC236}">
                <a16:creationId xmlns:a16="http://schemas.microsoft.com/office/drawing/2014/main" id="{6E7576C8-25DA-044B-E1DD-8104EE1A54CF}"/>
              </a:ext>
            </a:extLst>
          </p:cNvPr>
          <p:cNvSpPr/>
          <p:nvPr userDrawn="1"/>
        </p:nvSpPr>
        <p:spPr>
          <a:xfrm rot="5400000">
            <a:off x="7572787" y="-581302"/>
            <a:ext cx="4010172" cy="4010432"/>
          </a:xfrm>
          <a:prstGeom prst="ellipse">
            <a:avLst/>
          </a:prstGeom>
          <a:gradFill flip="none" rotWithShape="1">
            <a:gsLst>
              <a:gs pos="85000">
                <a:srgbClr val="FFFFFF">
                  <a:alpha val="0"/>
                </a:srgbClr>
              </a:gs>
              <a:gs pos="0">
                <a:srgbClr val="8795A8"/>
              </a:gs>
              <a:gs pos="100000">
                <a:schemeClr val="accent1"/>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Manrope" pitchFamily="2" charset="0"/>
              <a:cs typeface="Arial" panose="020B0604020202020204" pitchFamily="34" charset="0"/>
            </a:endParaRPr>
          </a:p>
        </p:txBody>
      </p:sp>
      <p:sp>
        <p:nvSpPr>
          <p:cNvPr id="22" name="Cerchio">
            <a:extLst>
              <a:ext uri="{FF2B5EF4-FFF2-40B4-BE49-F238E27FC236}">
                <a16:creationId xmlns:a16="http://schemas.microsoft.com/office/drawing/2014/main" id="{30211EF7-C505-8055-D080-3F3D88BB6BE8}"/>
              </a:ext>
            </a:extLst>
          </p:cNvPr>
          <p:cNvSpPr/>
          <p:nvPr userDrawn="1"/>
        </p:nvSpPr>
        <p:spPr>
          <a:xfrm rot="16200000">
            <a:off x="7572787" y="3428871"/>
            <a:ext cx="4010172" cy="4010432"/>
          </a:xfrm>
          <a:prstGeom prst="ellipse">
            <a:avLst/>
          </a:prstGeom>
          <a:gradFill flip="none" rotWithShape="1">
            <a:gsLst>
              <a:gs pos="85000">
                <a:srgbClr val="FFFFFF">
                  <a:alpha val="0"/>
                </a:srgbClr>
              </a:gs>
              <a:gs pos="0">
                <a:srgbClr val="8795A8"/>
              </a:gs>
              <a:gs pos="100000">
                <a:schemeClr val="accent1"/>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Manrope" pitchFamily="2" charset="0"/>
              <a:cs typeface="Arial" panose="020B0604020202020204" pitchFamily="34" charset="0"/>
            </a:endParaRPr>
          </a:p>
        </p:txBody>
      </p:sp>
      <p:pic>
        <p:nvPicPr>
          <p:cNvPr id="3" name="Elemento grafico 2">
            <a:extLst>
              <a:ext uri="{FF2B5EF4-FFF2-40B4-BE49-F238E27FC236}">
                <a16:creationId xmlns:a16="http://schemas.microsoft.com/office/drawing/2014/main" id="{51B1F0B2-95BC-48D0-A4B9-DD912BE07B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7559" y="557094"/>
            <a:ext cx="2088000" cy="676394"/>
          </a:xfrm>
          <a:prstGeom prst="rect">
            <a:avLst/>
          </a:prstGeom>
        </p:spPr>
      </p:pic>
    </p:spTree>
    <p:extLst>
      <p:ext uri="{BB962C8B-B14F-4D97-AF65-F5344CB8AC3E}">
        <p14:creationId xmlns:p14="http://schemas.microsoft.com/office/powerpoint/2010/main" val="1329788427"/>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 F">
    <p:bg>
      <p:bgPr>
        <a:solidFill>
          <a:schemeClr val="bg1"/>
        </a:solidFill>
        <a:effectLst/>
      </p:bgPr>
    </p:bg>
    <p:spTree>
      <p:nvGrpSpPr>
        <p:cNvPr id="1" name=""/>
        <p:cNvGrpSpPr/>
        <p:nvPr/>
      </p:nvGrpSpPr>
      <p:grpSpPr>
        <a:xfrm>
          <a:off x="0" y="0"/>
          <a:ext cx="0" cy="0"/>
          <a:chOff x="0" y="0"/>
          <a:chExt cx="0" cy="0"/>
        </a:xfrm>
      </p:grpSpPr>
      <p:pic>
        <p:nvPicPr>
          <p:cNvPr id="19" name="studente-6.jpg">
            <a:extLst>
              <a:ext uri="{FF2B5EF4-FFF2-40B4-BE49-F238E27FC236}">
                <a16:creationId xmlns:a16="http://schemas.microsoft.com/office/drawing/2014/main" id="{DA0DDB76-F351-4164-94AE-C6D2D1E45FB4}"/>
              </a:ext>
            </a:extLst>
          </p:cNvPr>
          <p:cNvPicPr>
            <a:picLocks noChangeAspect="1"/>
          </p:cNvPicPr>
          <p:nvPr userDrawn="1"/>
        </p:nvPicPr>
        <p:blipFill>
          <a:blip r:embed="rId2">
            <a:extLst>
              <a:ext uri="{28A0092B-C50C-407E-A947-70E740481C1C}">
                <a14:useLocalDpi xmlns:a14="http://schemas.microsoft.com/office/drawing/2010/main" val="0"/>
              </a:ext>
            </a:extLst>
          </a:blip>
          <a:srcRect t="7868" b="7868"/>
          <a:stretch/>
        </p:blipFill>
        <p:spPr>
          <a:xfrm>
            <a:off x="1" y="-15446"/>
            <a:ext cx="12202569" cy="6873447"/>
          </a:xfrm>
          <a:prstGeom prst="rect">
            <a:avLst/>
          </a:prstGeom>
        </p:spPr>
      </p:pic>
      <p:sp>
        <p:nvSpPr>
          <p:cNvPr id="12" name="Rettangolo">
            <a:extLst>
              <a:ext uri="{FF2B5EF4-FFF2-40B4-BE49-F238E27FC236}">
                <a16:creationId xmlns:a16="http://schemas.microsoft.com/office/drawing/2014/main" id="{A66CE9DD-F14C-4A96-8D86-1FA07F6449E0}"/>
              </a:ext>
            </a:extLst>
          </p:cNvPr>
          <p:cNvSpPr/>
          <p:nvPr userDrawn="1"/>
        </p:nvSpPr>
        <p:spPr>
          <a:xfrm>
            <a:off x="0" y="0"/>
            <a:ext cx="12212345" cy="6858000"/>
          </a:xfrm>
          <a:prstGeom prst="rect">
            <a:avLst/>
          </a:prstGeom>
          <a:gradFill flip="none" rotWithShape="1">
            <a:gsLst>
              <a:gs pos="0">
                <a:srgbClr val="FFFFFF">
                  <a:alpha val="0"/>
                </a:srgbClr>
              </a:gs>
              <a:gs pos="72000">
                <a:srgbClr val="FFFFFF"/>
              </a:gs>
            </a:gsLst>
            <a:lin ang="5400000" scaled="0"/>
            <a:tileRect/>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sp>
        <p:nvSpPr>
          <p:cNvPr id="14" name="Linea">
            <a:extLst>
              <a:ext uri="{FF2B5EF4-FFF2-40B4-BE49-F238E27FC236}">
                <a16:creationId xmlns:a16="http://schemas.microsoft.com/office/drawing/2014/main" id="{B39406AE-79B6-49A1-923B-123760D8505F}"/>
              </a:ext>
            </a:extLst>
          </p:cNvPr>
          <p:cNvSpPr/>
          <p:nvPr userDrawn="1"/>
        </p:nvSpPr>
        <p:spPr>
          <a:xfrm>
            <a:off x="0" y="1980994"/>
            <a:ext cx="12192795" cy="0"/>
          </a:xfrm>
          <a:prstGeom prst="line">
            <a:avLst/>
          </a:prstGeom>
          <a:ln w="6350">
            <a:solidFill>
              <a:schemeClr val="accent1">
                <a:alpha val="50000"/>
              </a:schemeClr>
            </a:solidFill>
            <a:miter lim="400000"/>
          </a:ln>
        </p:spPr>
        <p:txBody>
          <a:bodyPr lIns="25400" tIns="25400" rIns="25400" bIns="25400" anchor="ctr"/>
          <a:lstStyle/>
          <a:p>
            <a:endParaRPr sz="338">
              <a:latin typeface="Manrope" pitchFamily="2" charset="0"/>
            </a:endParaRPr>
          </a:p>
        </p:txBody>
      </p:sp>
      <p:sp>
        <p:nvSpPr>
          <p:cNvPr id="17" name="Linea">
            <a:extLst>
              <a:ext uri="{FF2B5EF4-FFF2-40B4-BE49-F238E27FC236}">
                <a16:creationId xmlns:a16="http://schemas.microsoft.com/office/drawing/2014/main" id="{DCC9F3C9-7921-43F1-BB63-5744C63E565E}"/>
              </a:ext>
            </a:extLst>
          </p:cNvPr>
          <p:cNvSpPr/>
          <p:nvPr userDrawn="1"/>
        </p:nvSpPr>
        <p:spPr>
          <a:xfrm flipV="1">
            <a:off x="10715224" y="15448"/>
            <a:ext cx="0" cy="6827108"/>
          </a:xfrm>
          <a:prstGeom prst="line">
            <a:avLst/>
          </a:prstGeom>
          <a:ln w="6350">
            <a:solidFill>
              <a:schemeClr val="tx2">
                <a:alpha val="50000"/>
              </a:schemeClr>
            </a:solidFill>
            <a:miter lim="400000"/>
          </a:ln>
        </p:spPr>
        <p:txBody>
          <a:bodyPr lIns="25400" tIns="25400" rIns="25400" bIns="25400" anchor="ctr"/>
          <a:lstStyle/>
          <a:p>
            <a:endParaRPr sz="338">
              <a:latin typeface="Manrope" pitchFamily="2" charset="0"/>
            </a:endParaRPr>
          </a:p>
        </p:txBody>
      </p:sp>
      <p:sp>
        <p:nvSpPr>
          <p:cNvPr id="10" name="Ovale 9">
            <a:extLst>
              <a:ext uri="{FF2B5EF4-FFF2-40B4-BE49-F238E27FC236}">
                <a16:creationId xmlns:a16="http://schemas.microsoft.com/office/drawing/2014/main" id="{1CCADD42-EE9E-4858-B6FB-01BA6E38FAD3}"/>
              </a:ext>
            </a:extLst>
          </p:cNvPr>
          <p:cNvSpPr/>
          <p:nvPr userDrawn="1"/>
        </p:nvSpPr>
        <p:spPr>
          <a:xfrm rot="18900000">
            <a:off x="-172754" y="1980994"/>
            <a:ext cx="10887979" cy="10887270"/>
          </a:xfrm>
          <a:prstGeom prst="ellipse">
            <a:avLst/>
          </a:prstGeom>
          <a:gradFill flip="none" rotWithShape="1">
            <a:gsLst>
              <a:gs pos="85000">
                <a:srgbClr val="FFFFFF">
                  <a:alpha val="0"/>
                </a:srgbClr>
              </a:gs>
              <a:gs pos="0">
                <a:schemeClr val="accent3"/>
              </a:gs>
              <a:gs pos="100000">
                <a:schemeClr val="accent1"/>
              </a:gs>
            </a:gsLst>
            <a:path path="circle">
              <a:fillToRect l="100000" t="100000"/>
            </a:path>
            <a:tileRect r="-100000" b="-100000"/>
          </a:gradFill>
          <a:ln w="12700">
            <a:miter lim="400000"/>
          </a:ln>
        </p:spPr>
        <p:txBody>
          <a:bodyPr lIns="25400" tIns="25400" rIns="25400" bIns="25400" anchor="ctr"/>
          <a:lstStyle/>
          <a:p>
            <a:pPr lvl="0" algn="ctr" defTabSz="412756"/>
            <a:endParaRPr lang="it-IT" sz="1600">
              <a:solidFill>
                <a:srgbClr val="FFFFFF"/>
              </a:solidFill>
              <a:latin typeface="Manrope" pitchFamily="2" charset="0"/>
              <a:cs typeface="Arial" panose="020B0604020202020204" pitchFamily="34" charset="0"/>
            </a:endParaRPr>
          </a:p>
        </p:txBody>
      </p:sp>
      <p:sp>
        <p:nvSpPr>
          <p:cNvPr id="15" name="Tema / Titolo / Docente  |  00. 00. 0000">
            <a:extLst>
              <a:ext uri="{FF2B5EF4-FFF2-40B4-BE49-F238E27FC236}">
                <a16:creationId xmlns:a16="http://schemas.microsoft.com/office/drawing/2014/main" id="{43EB2AAE-2F64-43C5-B8E8-F199350D7390}"/>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a:t>00. 00. 0000  |  Relatore</a:t>
            </a:r>
          </a:p>
        </p:txBody>
      </p:sp>
      <p:sp>
        <p:nvSpPr>
          <p:cNvPr id="16" name="Titolo 5">
            <a:extLst>
              <a:ext uri="{FF2B5EF4-FFF2-40B4-BE49-F238E27FC236}">
                <a16:creationId xmlns:a16="http://schemas.microsoft.com/office/drawing/2014/main" id="{E8F7923B-B8EC-4C6A-A6CA-70D16747DBD1}"/>
              </a:ext>
            </a:extLst>
          </p:cNvPr>
          <p:cNvSpPr>
            <a:spLocks noGrp="1"/>
          </p:cNvSpPr>
          <p:nvPr>
            <p:ph type="title" hasCustomPrompt="1"/>
          </p:nvPr>
        </p:nvSpPr>
        <p:spPr>
          <a:xfrm>
            <a:off x="593376" y="3448466"/>
            <a:ext cx="6953096" cy="2108271"/>
          </a:xfrm>
          <a:prstGeom prst="rect">
            <a:avLst/>
          </a:prstGeom>
        </p:spPr>
        <p:txBody>
          <a:bodyPr lIns="0" tIns="360000" rIns="0" bIns="0" anchor="t"/>
          <a:lstStyle>
            <a:lvl1pPr>
              <a:defRPr>
                <a:solidFill>
                  <a:schemeClr val="tx2"/>
                </a:solidFill>
              </a:defRPr>
            </a:lvl1pPr>
          </a:lstStyle>
          <a:p>
            <a:r>
              <a:rPr lang="it-IT"/>
              <a:t>Inserire titolo</a:t>
            </a:r>
            <a:br>
              <a:rPr lang="it-IT"/>
            </a:br>
            <a:r>
              <a:rPr lang="it-IT"/>
              <a:t>Presentazione</a:t>
            </a:r>
          </a:p>
        </p:txBody>
      </p:sp>
      <p:sp>
        <p:nvSpPr>
          <p:cNvPr id="18" name="Segnaposto testo 11">
            <a:extLst>
              <a:ext uri="{FF2B5EF4-FFF2-40B4-BE49-F238E27FC236}">
                <a16:creationId xmlns:a16="http://schemas.microsoft.com/office/drawing/2014/main" id="{7B2691BB-C18A-4BDF-B8C5-3FE96696466A}"/>
              </a:ext>
            </a:extLst>
          </p:cNvPr>
          <p:cNvSpPr>
            <a:spLocks noGrp="1"/>
          </p:cNvSpPr>
          <p:nvPr>
            <p:ph type="body" sz="quarter" idx="22" hasCustomPrompt="1"/>
          </p:nvPr>
        </p:nvSpPr>
        <p:spPr>
          <a:xfrm>
            <a:off x="600710" y="2898987"/>
            <a:ext cx="4833938" cy="392112"/>
          </a:xfrm>
        </p:spPr>
        <p:txBody>
          <a:bodyPr>
            <a:noAutofit/>
          </a:bodyPr>
          <a:lstStyle>
            <a:lvl1pPr>
              <a:defRPr sz="2400">
                <a:solidFill>
                  <a:schemeClr val="tx2"/>
                </a:solidFill>
              </a:defRPr>
            </a:lvl1pPr>
          </a:lstStyle>
          <a:p>
            <a:pPr lvl="0"/>
            <a:r>
              <a:rPr lang="it-IT"/>
              <a:t>Sottotitolo</a:t>
            </a:r>
          </a:p>
        </p:txBody>
      </p:sp>
      <p:pic>
        <p:nvPicPr>
          <p:cNvPr id="13" name="Elemento grafico 12">
            <a:extLst>
              <a:ext uri="{FF2B5EF4-FFF2-40B4-BE49-F238E27FC236}">
                <a16:creationId xmlns:a16="http://schemas.microsoft.com/office/drawing/2014/main" id="{FD1FC0B6-D466-4AA7-8BF6-E6C5BD15397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15475574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ver G">
    <p:bg>
      <p:bgPr>
        <a:solidFill>
          <a:schemeClr val="tx1"/>
        </a:solidFill>
        <a:effectLst/>
      </p:bgPr>
    </p:bg>
    <p:spTree>
      <p:nvGrpSpPr>
        <p:cNvPr id="1" name=""/>
        <p:cNvGrpSpPr/>
        <p:nvPr/>
      </p:nvGrpSpPr>
      <p:grpSpPr>
        <a:xfrm>
          <a:off x="0" y="0"/>
          <a:ext cx="0" cy="0"/>
          <a:chOff x="0" y="0"/>
          <a:chExt cx="0" cy="0"/>
        </a:xfrm>
      </p:grpSpPr>
      <p:pic>
        <p:nvPicPr>
          <p:cNvPr id="2" name="studente-6.jpg">
            <a:extLst>
              <a:ext uri="{FF2B5EF4-FFF2-40B4-BE49-F238E27FC236}">
                <a16:creationId xmlns:a16="http://schemas.microsoft.com/office/drawing/2014/main" id="{9A8088A1-BE02-A45C-F2B7-D9182C7D258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0" t="901" r="14721" b="26146"/>
          <a:stretch/>
        </p:blipFill>
        <p:spPr>
          <a:xfrm>
            <a:off x="1" y="-15446"/>
            <a:ext cx="12202569" cy="6873447"/>
          </a:xfrm>
          <a:prstGeom prst="rect">
            <a:avLst/>
          </a:prstGeom>
        </p:spPr>
      </p:pic>
      <p:sp>
        <p:nvSpPr>
          <p:cNvPr id="13" name="Rettangolo">
            <a:extLst>
              <a:ext uri="{FF2B5EF4-FFF2-40B4-BE49-F238E27FC236}">
                <a16:creationId xmlns:a16="http://schemas.microsoft.com/office/drawing/2014/main" id="{C0958222-67A2-407E-B29D-7EAE366C03C4}"/>
              </a:ext>
            </a:extLst>
          </p:cNvPr>
          <p:cNvSpPr/>
          <p:nvPr userDrawn="1"/>
        </p:nvSpPr>
        <p:spPr>
          <a:xfrm>
            <a:off x="-9775" y="0"/>
            <a:ext cx="12212345" cy="6858000"/>
          </a:xfrm>
          <a:prstGeom prst="rect">
            <a:avLst/>
          </a:prstGeom>
          <a:gradFill flip="none" rotWithShape="1">
            <a:gsLst>
              <a:gs pos="0">
                <a:srgbClr val="FFFFFF">
                  <a:alpha val="0"/>
                </a:srgbClr>
              </a:gs>
              <a:gs pos="46000">
                <a:schemeClr val="accent1">
                  <a:alpha val="40000"/>
                </a:schemeClr>
              </a:gs>
              <a:gs pos="72000">
                <a:schemeClr val="accent1"/>
              </a:gs>
            </a:gsLst>
            <a:lin ang="5400000" scaled="0"/>
            <a:tileRect/>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a:latin typeface="Arial" panose="020B0604020202020204" pitchFamily="34" charset="0"/>
              <a:cs typeface="Arial" panose="020B0604020202020204" pitchFamily="34" charset="0"/>
            </a:endParaRPr>
          </a:p>
        </p:txBody>
      </p:sp>
      <p:sp>
        <p:nvSpPr>
          <p:cNvPr id="14" name="Linea">
            <a:extLst>
              <a:ext uri="{FF2B5EF4-FFF2-40B4-BE49-F238E27FC236}">
                <a16:creationId xmlns:a16="http://schemas.microsoft.com/office/drawing/2014/main" id="{B39406AE-79B6-49A1-923B-123760D8505F}"/>
              </a:ext>
            </a:extLst>
          </p:cNvPr>
          <p:cNvSpPr/>
          <p:nvPr userDrawn="1"/>
        </p:nvSpPr>
        <p:spPr>
          <a:xfrm>
            <a:off x="0" y="1980994"/>
            <a:ext cx="12192795" cy="0"/>
          </a:xfrm>
          <a:prstGeom prst="line">
            <a:avLst/>
          </a:prstGeom>
          <a:ln w="6350">
            <a:solidFill>
              <a:schemeClr val="bg1">
                <a:alpha val="50000"/>
              </a:schemeClr>
            </a:solidFill>
            <a:miter lim="400000"/>
          </a:ln>
        </p:spPr>
        <p:txBody>
          <a:bodyPr lIns="25400" tIns="25400" rIns="25400" bIns="25400" anchor="ctr"/>
          <a:lstStyle/>
          <a:p>
            <a:endParaRPr sz="338">
              <a:latin typeface="Manrope" pitchFamily="2" charset="0"/>
            </a:endParaRPr>
          </a:p>
        </p:txBody>
      </p:sp>
      <p:sp>
        <p:nvSpPr>
          <p:cNvPr id="17" name="Linea">
            <a:extLst>
              <a:ext uri="{FF2B5EF4-FFF2-40B4-BE49-F238E27FC236}">
                <a16:creationId xmlns:a16="http://schemas.microsoft.com/office/drawing/2014/main" id="{DCC9F3C9-7921-43F1-BB63-5744C63E565E}"/>
              </a:ext>
            </a:extLst>
          </p:cNvPr>
          <p:cNvSpPr/>
          <p:nvPr userDrawn="1"/>
        </p:nvSpPr>
        <p:spPr>
          <a:xfrm flipV="1">
            <a:off x="10715224" y="15448"/>
            <a:ext cx="0" cy="6827108"/>
          </a:xfrm>
          <a:prstGeom prst="line">
            <a:avLst/>
          </a:prstGeom>
          <a:ln w="6350">
            <a:solidFill>
              <a:schemeClr val="bg1">
                <a:alpha val="50000"/>
              </a:schemeClr>
            </a:solidFill>
            <a:miter lim="400000"/>
          </a:ln>
        </p:spPr>
        <p:txBody>
          <a:bodyPr lIns="25400" tIns="25400" rIns="25400" bIns="25400" anchor="ctr"/>
          <a:lstStyle/>
          <a:p>
            <a:endParaRPr sz="338">
              <a:latin typeface="Manrope" pitchFamily="2" charset="0"/>
            </a:endParaRPr>
          </a:p>
        </p:txBody>
      </p:sp>
      <p:sp>
        <p:nvSpPr>
          <p:cNvPr id="10" name="Ovale 9">
            <a:extLst>
              <a:ext uri="{FF2B5EF4-FFF2-40B4-BE49-F238E27FC236}">
                <a16:creationId xmlns:a16="http://schemas.microsoft.com/office/drawing/2014/main" id="{1CCADD42-EE9E-4858-B6FB-01BA6E38FAD3}"/>
              </a:ext>
            </a:extLst>
          </p:cNvPr>
          <p:cNvSpPr/>
          <p:nvPr userDrawn="1"/>
        </p:nvSpPr>
        <p:spPr>
          <a:xfrm rot="20927104">
            <a:off x="-172754" y="1980994"/>
            <a:ext cx="10887979" cy="10887270"/>
          </a:xfrm>
          <a:prstGeom prst="ellipse">
            <a:avLst/>
          </a:prstGeom>
          <a:gradFill flip="none" rotWithShape="1">
            <a:gsLst>
              <a:gs pos="9000">
                <a:schemeClr val="bg1">
                  <a:alpha val="40000"/>
                </a:scheme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900">
              <a:latin typeface="Manrope" pitchFamily="2" charset="0"/>
            </a:endParaRPr>
          </a:p>
        </p:txBody>
      </p:sp>
      <p:sp>
        <p:nvSpPr>
          <p:cNvPr id="15" name="Tema / Titolo / Docente  |  00. 00. 0000">
            <a:extLst>
              <a:ext uri="{FF2B5EF4-FFF2-40B4-BE49-F238E27FC236}">
                <a16:creationId xmlns:a16="http://schemas.microsoft.com/office/drawing/2014/main" id="{43EB2AAE-2F64-43C5-B8E8-F199350D7390}"/>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a:t>00. 00. 0000  |  Relatore</a:t>
            </a:r>
          </a:p>
        </p:txBody>
      </p:sp>
      <p:sp>
        <p:nvSpPr>
          <p:cNvPr id="16" name="Titolo 5">
            <a:extLst>
              <a:ext uri="{FF2B5EF4-FFF2-40B4-BE49-F238E27FC236}">
                <a16:creationId xmlns:a16="http://schemas.microsoft.com/office/drawing/2014/main" id="{E8F7923B-B8EC-4C6A-A6CA-70D16747DBD1}"/>
              </a:ext>
            </a:extLst>
          </p:cNvPr>
          <p:cNvSpPr>
            <a:spLocks noGrp="1"/>
          </p:cNvSpPr>
          <p:nvPr>
            <p:ph type="title" hasCustomPrompt="1"/>
          </p:nvPr>
        </p:nvSpPr>
        <p:spPr>
          <a:xfrm>
            <a:off x="593375" y="3448466"/>
            <a:ext cx="9719547" cy="2108271"/>
          </a:xfrm>
          <a:prstGeom prst="rect">
            <a:avLst/>
          </a:prstGeom>
        </p:spPr>
        <p:txBody>
          <a:bodyPr lIns="0" tIns="360000" rIns="0" bIns="0" anchor="t"/>
          <a:lstStyle>
            <a:lvl1pPr>
              <a:defRPr>
                <a:solidFill>
                  <a:schemeClr val="bg1"/>
                </a:solidFill>
              </a:defRPr>
            </a:lvl1pPr>
          </a:lstStyle>
          <a:p>
            <a:r>
              <a:rPr lang="it-IT"/>
              <a:t>Inserire titolo</a:t>
            </a:r>
            <a:br>
              <a:rPr lang="it-IT"/>
            </a:br>
            <a:r>
              <a:rPr lang="it-IT"/>
              <a:t>Presentazione</a:t>
            </a:r>
          </a:p>
        </p:txBody>
      </p:sp>
      <p:sp>
        <p:nvSpPr>
          <p:cNvPr id="18" name="Segnaposto testo 11">
            <a:extLst>
              <a:ext uri="{FF2B5EF4-FFF2-40B4-BE49-F238E27FC236}">
                <a16:creationId xmlns:a16="http://schemas.microsoft.com/office/drawing/2014/main" id="{7B2691BB-C18A-4BDF-B8C5-3FE96696466A}"/>
              </a:ext>
            </a:extLst>
          </p:cNvPr>
          <p:cNvSpPr>
            <a:spLocks noGrp="1"/>
          </p:cNvSpPr>
          <p:nvPr>
            <p:ph type="body" sz="quarter" idx="22" hasCustomPrompt="1"/>
          </p:nvPr>
        </p:nvSpPr>
        <p:spPr>
          <a:xfrm>
            <a:off x="600710" y="2898987"/>
            <a:ext cx="4833938" cy="392112"/>
          </a:xfrm>
        </p:spPr>
        <p:txBody>
          <a:bodyPr>
            <a:noAutofit/>
          </a:bodyPr>
          <a:lstStyle>
            <a:lvl1pPr>
              <a:defRPr sz="2400">
                <a:solidFill>
                  <a:schemeClr val="bg1"/>
                </a:solidFill>
              </a:defRPr>
            </a:lvl1pPr>
          </a:lstStyle>
          <a:p>
            <a:pPr lvl="0"/>
            <a:r>
              <a:rPr lang="it-IT"/>
              <a:t>Sottotitolo</a:t>
            </a:r>
          </a:p>
        </p:txBody>
      </p:sp>
      <p:pic>
        <p:nvPicPr>
          <p:cNvPr id="20" name="Elemento grafico 19">
            <a:extLst>
              <a:ext uri="{FF2B5EF4-FFF2-40B4-BE49-F238E27FC236}">
                <a16:creationId xmlns:a16="http://schemas.microsoft.com/office/drawing/2014/main" id="{C25B4BF5-56C8-4835-8120-0EDA4A4098C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41968423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Finale">
    <p:bg>
      <p:bgPr>
        <a:gradFill>
          <a:gsLst>
            <a:gs pos="0">
              <a:schemeClr val="tx1"/>
            </a:gs>
            <a:gs pos="100000">
              <a:srgbClr val="102C53"/>
            </a:gs>
          </a:gsLst>
          <a:lin ang="5400000" scaled="0"/>
        </a:gradFill>
        <a:effectLst/>
      </p:bgPr>
    </p:bg>
    <p:spTree>
      <p:nvGrpSpPr>
        <p:cNvPr id="1" name=""/>
        <p:cNvGrpSpPr/>
        <p:nvPr/>
      </p:nvGrpSpPr>
      <p:grpSpPr>
        <a:xfrm>
          <a:off x="0" y="0"/>
          <a:ext cx="0" cy="0"/>
          <a:chOff x="0" y="0"/>
          <a:chExt cx="0" cy="0"/>
        </a:xfrm>
      </p:grpSpPr>
      <p:sp>
        <p:nvSpPr>
          <p:cNvPr id="5" name="Cerchio">
            <a:extLst>
              <a:ext uri="{FF2B5EF4-FFF2-40B4-BE49-F238E27FC236}">
                <a16:creationId xmlns:a16="http://schemas.microsoft.com/office/drawing/2014/main" id="{5F9D2376-F92C-70CC-7E4A-0F195E3EA543}"/>
              </a:ext>
            </a:extLst>
          </p:cNvPr>
          <p:cNvSpPr/>
          <p:nvPr userDrawn="1"/>
        </p:nvSpPr>
        <p:spPr>
          <a:xfrm rot="10800000">
            <a:off x="7559558" y="-1156784"/>
            <a:ext cx="4010434" cy="4010172"/>
          </a:xfrm>
          <a:prstGeom prst="ellipse">
            <a:avLst/>
          </a:prstGeom>
          <a:gradFill flip="none" rotWithShape="1">
            <a:gsLst>
              <a:gs pos="14000">
                <a:srgbClr val="FFFFFF">
                  <a:alpha val="30368"/>
                </a:srgbClr>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b="0" i="0">
              <a:latin typeface="Manrope" pitchFamily="2" charset="0"/>
              <a:cs typeface="Arial" panose="020B0604020202020204" pitchFamily="34" charset="0"/>
            </a:endParaRPr>
          </a:p>
        </p:txBody>
      </p:sp>
      <p:sp>
        <p:nvSpPr>
          <p:cNvPr id="6" name="Cerchio">
            <a:extLst>
              <a:ext uri="{FF2B5EF4-FFF2-40B4-BE49-F238E27FC236}">
                <a16:creationId xmlns:a16="http://schemas.microsoft.com/office/drawing/2014/main" id="{A0BCD1D3-187F-0F81-48F7-30E4CB14B416}"/>
              </a:ext>
            </a:extLst>
          </p:cNvPr>
          <p:cNvSpPr/>
          <p:nvPr userDrawn="1"/>
        </p:nvSpPr>
        <p:spPr>
          <a:xfrm>
            <a:off x="7559559" y="2853390"/>
            <a:ext cx="4010432" cy="4010171"/>
          </a:xfrm>
          <a:prstGeom prst="ellipse">
            <a:avLst/>
          </a:prstGeom>
          <a:gradFill flip="none" rotWithShape="1">
            <a:gsLst>
              <a:gs pos="14000">
                <a:srgbClr val="FFFFFF">
                  <a:alpha val="30000"/>
                </a:srgbClr>
              </a:gs>
              <a:gs pos="13661">
                <a:srgbClr val="8896A9">
                  <a:alpha val="14846"/>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alpha val="20092"/>
                  </a:srgbClr>
                </a:solidFill>
                <a:latin typeface="Helvetica Neue Medium"/>
                <a:ea typeface="Helvetica Neue Medium"/>
                <a:cs typeface="Helvetica Neue Medium"/>
                <a:sym typeface="Helvetica Neue Medium"/>
              </a:defRPr>
            </a:pPr>
            <a:endParaRPr sz="1600" b="0" i="0">
              <a:latin typeface="Manrope" pitchFamily="2" charset="0"/>
              <a:cs typeface="Arial" panose="020B0604020202020204" pitchFamily="34" charset="0"/>
            </a:endParaRPr>
          </a:p>
        </p:txBody>
      </p:sp>
      <p:cxnSp>
        <p:nvCxnSpPr>
          <p:cNvPr id="9" name="Connettore diritto 8">
            <a:extLst>
              <a:ext uri="{FF2B5EF4-FFF2-40B4-BE49-F238E27FC236}">
                <a16:creationId xmlns:a16="http://schemas.microsoft.com/office/drawing/2014/main" id="{2B7B3A0A-3A1B-42DE-B9AE-23655BAD3745}"/>
              </a:ext>
            </a:extLst>
          </p:cNvPr>
          <p:cNvCxnSpPr>
            <a:cxnSpLocks/>
          </p:cNvCxnSpPr>
          <p:nvPr userDrawn="1"/>
        </p:nvCxnSpPr>
        <p:spPr>
          <a:xfrm>
            <a:off x="11569992"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Connettore diritto 9">
            <a:extLst>
              <a:ext uri="{FF2B5EF4-FFF2-40B4-BE49-F238E27FC236}">
                <a16:creationId xmlns:a16="http://schemas.microsoft.com/office/drawing/2014/main" id="{FD11F552-5459-4905-94FE-760C82166453}"/>
              </a:ext>
            </a:extLst>
          </p:cNvPr>
          <p:cNvCxnSpPr>
            <a:cxnSpLocks/>
          </p:cNvCxnSpPr>
          <p:nvPr userDrawn="1"/>
        </p:nvCxnSpPr>
        <p:spPr>
          <a:xfrm>
            <a:off x="7534019"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FFD66269-DBF7-485E-8F18-092A9E8BABC4}"/>
              </a:ext>
            </a:extLst>
          </p:cNvPr>
          <p:cNvCxnSpPr>
            <a:cxnSpLocks/>
          </p:cNvCxnSpPr>
          <p:nvPr userDrawn="1"/>
        </p:nvCxnSpPr>
        <p:spPr>
          <a:xfrm>
            <a:off x="0" y="2853390"/>
            <a:ext cx="12192000" cy="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7" name="Segnaposto testo 6">
            <a:extLst>
              <a:ext uri="{FF2B5EF4-FFF2-40B4-BE49-F238E27FC236}">
                <a16:creationId xmlns:a16="http://schemas.microsoft.com/office/drawing/2014/main" id="{1109DBD9-E7E8-4D94-8FA4-DE3F5B0CDE0B}"/>
              </a:ext>
            </a:extLst>
          </p:cNvPr>
          <p:cNvSpPr>
            <a:spLocks noGrp="1"/>
          </p:cNvSpPr>
          <p:nvPr>
            <p:ph type="body" sz="quarter" idx="23" hasCustomPrompt="1"/>
          </p:nvPr>
        </p:nvSpPr>
        <p:spPr>
          <a:xfrm>
            <a:off x="600075" y="5231876"/>
            <a:ext cx="3866418" cy="1016547"/>
          </a:xfrm>
        </p:spPr>
        <p:txBody>
          <a:bodyPr anchor="b">
            <a:normAutofit/>
          </a:bodyPr>
          <a:lstStyle>
            <a:lvl1pPr>
              <a:lnSpc>
                <a:spcPct val="120000"/>
              </a:lnSpc>
              <a:spcBef>
                <a:spcPts val="0"/>
              </a:spcBef>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it-IT"/>
              <a:t>Via</a:t>
            </a:r>
          </a:p>
          <a:p>
            <a:pPr lvl="0"/>
            <a:r>
              <a:rPr lang="it-IT"/>
              <a:t>T</a:t>
            </a:r>
          </a:p>
          <a:p>
            <a:pPr lvl="0"/>
            <a:r>
              <a:rPr lang="it-IT"/>
              <a:t>@ </a:t>
            </a:r>
          </a:p>
          <a:p>
            <a:pPr lvl="0"/>
            <a:r>
              <a:rPr lang="it-IT" err="1"/>
              <a:t>wwww</a:t>
            </a:r>
            <a:r>
              <a:rPr lang="it-IT"/>
              <a:t>.</a:t>
            </a:r>
          </a:p>
        </p:txBody>
      </p:sp>
      <p:sp>
        <p:nvSpPr>
          <p:cNvPr id="12" name="CasellaDiTesto 11">
            <a:extLst>
              <a:ext uri="{FF2B5EF4-FFF2-40B4-BE49-F238E27FC236}">
                <a16:creationId xmlns:a16="http://schemas.microsoft.com/office/drawing/2014/main" id="{4F23B4B4-BBE2-4A30-A8C2-C0000C21DCBE}"/>
              </a:ext>
            </a:extLst>
          </p:cNvPr>
          <p:cNvSpPr txBox="1"/>
          <p:nvPr userDrawn="1"/>
        </p:nvSpPr>
        <p:spPr>
          <a:xfrm>
            <a:off x="516329" y="4858475"/>
            <a:ext cx="3932408" cy="276999"/>
          </a:xfrm>
          <a:prstGeom prst="rect">
            <a:avLst/>
          </a:prstGeom>
          <a:noFill/>
        </p:spPr>
        <p:txBody>
          <a:bodyPr wrap="square" rtlCol="0">
            <a:spAutoFit/>
          </a:bodyPr>
          <a:lstStyle/>
          <a:p>
            <a:r>
              <a:rPr lang="it-IT" sz="1200" b="1" err="1">
                <a:solidFill>
                  <a:schemeClr val="bg1"/>
                </a:solidFill>
              </a:rPr>
              <a:t>Contacts</a:t>
            </a:r>
            <a:endParaRPr lang="it-IT" sz="1200" b="1">
              <a:solidFill>
                <a:schemeClr val="bg1"/>
              </a:solidFill>
            </a:endParaRPr>
          </a:p>
        </p:txBody>
      </p:sp>
      <p:pic>
        <p:nvPicPr>
          <p:cNvPr id="13" name="Elemento grafico 12">
            <a:extLst>
              <a:ext uri="{FF2B5EF4-FFF2-40B4-BE49-F238E27FC236}">
                <a16:creationId xmlns:a16="http://schemas.microsoft.com/office/drawing/2014/main" id="{617515AB-8CBA-4526-8637-4BA0E0664E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4114000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93F0EDA-05BE-4DD7-962F-394BE0791CF8}"/>
              </a:ext>
            </a:extLst>
          </p:cNvPr>
          <p:cNvSpPr>
            <a:spLocks noGrp="1"/>
          </p:cNvSpPr>
          <p:nvPr>
            <p:ph type="title"/>
          </p:nvPr>
        </p:nvSpPr>
        <p:spPr>
          <a:xfrm>
            <a:off x="334963" y="808073"/>
            <a:ext cx="11522075" cy="840083"/>
          </a:xfrm>
          <a:prstGeom prst="rect">
            <a:avLst/>
          </a:prstGeom>
        </p:spPr>
        <p:txBody>
          <a:bodyPr vert="horz" lIns="0" tIns="0" rIns="0" bIns="0" rtlCol="0" anchor="t">
            <a:noAutofit/>
          </a:bodyPr>
          <a:lstStyle/>
          <a:p>
            <a:endParaRPr lang="it-IT"/>
          </a:p>
        </p:txBody>
      </p:sp>
      <p:sp>
        <p:nvSpPr>
          <p:cNvPr id="3" name="Segnaposto testo 2">
            <a:extLst>
              <a:ext uri="{FF2B5EF4-FFF2-40B4-BE49-F238E27FC236}">
                <a16:creationId xmlns:a16="http://schemas.microsoft.com/office/drawing/2014/main" id="{8F0C82C2-529C-45CC-B0FD-8E1A68BA426E}"/>
              </a:ext>
            </a:extLst>
          </p:cNvPr>
          <p:cNvSpPr>
            <a:spLocks noGrp="1"/>
          </p:cNvSpPr>
          <p:nvPr>
            <p:ph type="body" idx="1"/>
          </p:nvPr>
        </p:nvSpPr>
        <p:spPr>
          <a:xfrm>
            <a:off x="334963" y="2060575"/>
            <a:ext cx="11522075" cy="4429125"/>
          </a:xfrm>
          <a:prstGeom prst="rect">
            <a:avLst/>
          </a:prstGeom>
        </p:spPr>
        <p:txBody>
          <a:bodyPr vert="horz" lIns="0" tIns="0" rIns="0" bIns="0" rtlCol="0">
            <a:noAutofit/>
          </a:bodyPr>
          <a:lstStyle/>
          <a:p>
            <a:pPr lvl="0"/>
            <a:r>
              <a:rPr lang="it-IT"/>
              <a:t>Fare clic per modificare gli stili del testo dello schema</a:t>
            </a:r>
          </a:p>
          <a:p>
            <a:pPr lvl="0"/>
            <a:r>
              <a:rPr lang="it-IT"/>
              <a:t>Secondo livello</a:t>
            </a:r>
          </a:p>
          <a:p>
            <a:pPr lvl="0"/>
            <a:r>
              <a:rPr lang="it-IT"/>
              <a:t>Terzo livello</a:t>
            </a:r>
          </a:p>
          <a:p>
            <a:pPr lvl="0"/>
            <a:r>
              <a:rPr lang="it-IT"/>
              <a:t>Quarto livello</a:t>
            </a:r>
          </a:p>
          <a:p>
            <a:pPr lvl="0"/>
            <a:r>
              <a:rPr lang="it-IT"/>
              <a:t>Quinto livello</a:t>
            </a:r>
          </a:p>
        </p:txBody>
      </p:sp>
      <p:sp>
        <p:nvSpPr>
          <p:cNvPr id="4" name="Segnaposto data 3">
            <a:extLst>
              <a:ext uri="{FF2B5EF4-FFF2-40B4-BE49-F238E27FC236}">
                <a16:creationId xmlns:a16="http://schemas.microsoft.com/office/drawing/2014/main" id="{3C0DE2DC-DBA6-437E-BB4E-13D6007AE7EE}"/>
              </a:ext>
            </a:extLst>
          </p:cNvPr>
          <p:cNvSpPr>
            <a:spLocks noGrp="1"/>
          </p:cNvSpPr>
          <p:nvPr>
            <p:ph type="dt" sz="half" idx="2"/>
          </p:nvPr>
        </p:nvSpPr>
        <p:spPr>
          <a:xfrm>
            <a:off x="334964" y="39688"/>
            <a:ext cx="2383298" cy="365125"/>
          </a:xfrm>
          <a:prstGeom prst="rect">
            <a:avLst/>
          </a:prstGeom>
        </p:spPr>
        <p:txBody>
          <a:bodyPr vert="horz" lIns="0" tIns="0" rIns="0" bIns="0" rtlCol="0" anchor="b"/>
          <a:lstStyle>
            <a:lvl1pPr algn="l">
              <a:defRPr sz="700" b="1" spc="50" baseline="0">
                <a:solidFill>
                  <a:schemeClr val="tx1">
                    <a:lumMod val="65000"/>
                    <a:lumOff val="35000"/>
                  </a:schemeClr>
                </a:solidFill>
              </a:defRPr>
            </a:lvl1pPr>
          </a:lstStyle>
          <a:p>
            <a:r>
              <a:rPr lang="en-US"/>
              <a:t>POLITECNICO DI MILANO</a:t>
            </a:r>
            <a:endParaRPr lang="it-IT"/>
          </a:p>
        </p:txBody>
      </p:sp>
      <p:sp>
        <p:nvSpPr>
          <p:cNvPr id="5" name="Segnaposto piè di pagina 4">
            <a:extLst>
              <a:ext uri="{FF2B5EF4-FFF2-40B4-BE49-F238E27FC236}">
                <a16:creationId xmlns:a16="http://schemas.microsoft.com/office/drawing/2014/main" id="{32393C94-ABEE-455B-B13B-0EB6402D37E5}"/>
              </a:ext>
            </a:extLst>
          </p:cNvPr>
          <p:cNvSpPr>
            <a:spLocks noGrp="1"/>
          </p:cNvSpPr>
          <p:nvPr>
            <p:ph type="ftr" sz="quarter" idx="3"/>
          </p:nvPr>
        </p:nvSpPr>
        <p:spPr>
          <a:xfrm>
            <a:off x="3216274" y="39688"/>
            <a:ext cx="7598263" cy="365125"/>
          </a:xfrm>
          <a:prstGeom prst="rect">
            <a:avLst/>
          </a:prstGeom>
        </p:spPr>
        <p:txBody>
          <a:bodyPr vert="horz" lIns="0" tIns="0" rIns="0" bIns="0" rtlCol="0" anchor="b"/>
          <a:lstStyle>
            <a:lvl1pPr algn="l">
              <a:defRPr sz="700" spc="50" baseline="0">
                <a:solidFill>
                  <a:schemeClr val="tx1">
                    <a:lumMod val="65000"/>
                    <a:lumOff val="35000"/>
                  </a:schemeClr>
                </a:solidFill>
              </a:defRPr>
            </a:lvl1pPr>
          </a:lstStyle>
          <a:p>
            <a:r>
              <a:rPr lang="en-US"/>
              <a:t>Marionette: Runtime Behavioural Configuration and A/B/n Testing for Microservices Systems 2025 / Prof. Matteo Camilli</a:t>
            </a:r>
            <a:endParaRPr lang="it-IT"/>
          </a:p>
        </p:txBody>
      </p:sp>
      <p:sp>
        <p:nvSpPr>
          <p:cNvPr id="6" name="Segnaposto numero diapositiva 5">
            <a:extLst>
              <a:ext uri="{FF2B5EF4-FFF2-40B4-BE49-F238E27FC236}">
                <a16:creationId xmlns:a16="http://schemas.microsoft.com/office/drawing/2014/main" id="{9A960919-4893-43E8-BAF3-C8C59F419B7B}"/>
              </a:ext>
            </a:extLst>
          </p:cNvPr>
          <p:cNvSpPr>
            <a:spLocks noGrp="1"/>
          </p:cNvSpPr>
          <p:nvPr>
            <p:ph type="sldNum" sz="quarter" idx="4"/>
          </p:nvPr>
        </p:nvSpPr>
        <p:spPr>
          <a:xfrm>
            <a:off x="10814538" y="39688"/>
            <a:ext cx="1042500" cy="365125"/>
          </a:xfrm>
          <a:prstGeom prst="rect">
            <a:avLst/>
          </a:prstGeom>
        </p:spPr>
        <p:txBody>
          <a:bodyPr vert="horz" lIns="0" tIns="0" rIns="0" bIns="0" rtlCol="0" anchor="b"/>
          <a:lstStyle>
            <a:lvl1pPr algn="r">
              <a:defRPr sz="700" spc="50" baseline="0">
                <a:solidFill>
                  <a:schemeClr val="tx1">
                    <a:lumMod val="65000"/>
                    <a:lumOff val="35000"/>
                  </a:schemeClr>
                </a:solidFill>
              </a:defRPr>
            </a:lvl1pPr>
          </a:lstStyle>
          <a:p>
            <a:fld id="{3135EEA2-8D42-4D46-95A6-66E65FDC5EB1}" type="slidenum">
              <a:rPr lang="it-IT" smtClean="0"/>
              <a:pPr/>
              <a:t>‹#›</a:t>
            </a:fld>
            <a:endParaRPr lang="it-IT"/>
          </a:p>
        </p:txBody>
      </p:sp>
    </p:spTree>
    <p:extLst>
      <p:ext uri="{BB962C8B-B14F-4D97-AF65-F5344CB8AC3E}">
        <p14:creationId xmlns:p14="http://schemas.microsoft.com/office/powerpoint/2010/main" val="4032105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680" r:id="rId3"/>
    <p:sldLayoutId id="2147483717" r:id="rId4"/>
    <p:sldLayoutId id="2147483681" r:id="rId5"/>
    <p:sldLayoutId id="2147483682" r:id="rId6"/>
    <p:sldLayoutId id="2147483719" r:id="rId7"/>
    <p:sldLayoutId id="2147483671" r:id="rId8"/>
    <p:sldLayoutId id="2147483726" r:id="rId9"/>
    <p:sldLayoutId id="2147483727" r:id="rId10"/>
    <p:sldLayoutId id="2147483662" r:id="rId11"/>
    <p:sldLayoutId id="2147483670" r:id="rId12"/>
    <p:sldLayoutId id="2147483720" r:id="rId13"/>
    <p:sldLayoutId id="2147483672" r:id="rId14"/>
    <p:sldLayoutId id="2147483677" r:id="rId15"/>
    <p:sldLayoutId id="2147483732" r:id="rId16"/>
    <p:sldLayoutId id="2147483721" r:id="rId17"/>
    <p:sldLayoutId id="2147483723" r:id="rId18"/>
    <p:sldLayoutId id="2147483724" r:id="rId19"/>
    <p:sldLayoutId id="2147483734" r:id="rId20"/>
    <p:sldLayoutId id="2147483735" r:id="rId21"/>
    <p:sldLayoutId id="2147483736" r:id="rId22"/>
    <p:sldLayoutId id="2147483675" r:id="rId23"/>
    <p:sldLayoutId id="2147483676" r:id="rId24"/>
  </p:sldLayoutIdLst>
  <p:hf hdr="0"/>
  <p:txStyles>
    <p:title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0" indent="0" algn="l" defTabSz="914400" rtl="0" eaLnBrk="1" latinLnBrk="0" hangingPunct="1">
        <a:lnSpc>
          <a:spcPct val="120000"/>
        </a:lnSpc>
        <a:spcBef>
          <a:spcPts val="0"/>
        </a:spcBef>
        <a:buFont typeface="Arial" panose="020B0604020202020204" pitchFamily="34" charset="0"/>
        <a:buNone/>
        <a:defRPr lang="it-IT" sz="16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69">
          <p15:clr>
            <a:srgbClr val="F26B43"/>
          </p15:clr>
        </p15:guide>
        <p15:guide id="2" pos="211">
          <p15:clr>
            <a:srgbClr val="F26B43"/>
          </p15:clr>
        </p15:guide>
        <p15:guide id="3" pos="2026">
          <p15:clr>
            <a:srgbClr val="F26B43"/>
          </p15:clr>
        </p15:guide>
        <p15:guide id="4" pos="1799">
          <p15:clr>
            <a:srgbClr val="F26B43"/>
          </p15:clr>
        </p15:guide>
        <p15:guide id="5" orient="horz" pos="1298">
          <p15:clr>
            <a:srgbClr val="F26B43"/>
          </p15:clr>
        </p15:guide>
        <p15:guide id="6" orient="horz" pos="4088">
          <p15:clr>
            <a:srgbClr val="F26B43"/>
          </p15:clr>
        </p15:guide>
        <p15:guide id="7" orient="horz" pos="255">
          <p15:clr>
            <a:srgbClr val="F26B43"/>
          </p15:clr>
        </p15:guide>
        <p15:guide id="8" orient="horz" pos="981">
          <p15:clr>
            <a:srgbClr val="F26B43"/>
          </p15:clr>
        </p15:guide>
        <p15:guide id="9" orient="horz" pos="504">
          <p15:clr>
            <a:srgbClr val="F26B43"/>
          </p15:clr>
        </p15:guide>
        <p15:guide id="10"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93F0EDA-05BE-4DD7-962F-394BE0791CF8}"/>
              </a:ext>
            </a:extLst>
          </p:cNvPr>
          <p:cNvSpPr>
            <a:spLocks noGrp="1"/>
          </p:cNvSpPr>
          <p:nvPr>
            <p:ph type="title"/>
          </p:nvPr>
        </p:nvSpPr>
        <p:spPr>
          <a:xfrm>
            <a:off x="334963" y="808073"/>
            <a:ext cx="11522075" cy="840083"/>
          </a:xfrm>
          <a:prstGeom prst="rect">
            <a:avLst/>
          </a:prstGeom>
        </p:spPr>
        <p:txBody>
          <a:bodyPr vert="horz" lIns="0" tIns="0" rIns="0" bIns="0" rtlCol="0" anchor="b">
            <a:noAutofit/>
          </a:bodyPr>
          <a:lstStyle/>
          <a:p>
            <a:endParaRPr lang="it-IT"/>
          </a:p>
        </p:txBody>
      </p:sp>
      <p:sp>
        <p:nvSpPr>
          <p:cNvPr id="3" name="Segnaposto testo 2">
            <a:extLst>
              <a:ext uri="{FF2B5EF4-FFF2-40B4-BE49-F238E27FC236}">
                <a16:creationId xmlns:a16="http://schemas.microsoft.com/office/drawing/2014/main" id="{8F0C82C2-529C-45CC-B0FD-8E1A68BA426E}"/>
              </a:ext>
            </a:extLst>
          </p:cNvPr>
          <p:cNvSpPr>
            <a:spLocks noGrp="1"/>
          </p:cNvSpPr>
          <p:nvPr>
            <p:ph type="body" idx="1"/>
          </p:nvPr>
        </p:nvSpPr>
        <p:spPr>
          <a:xfrm>
            <a:off x="334963" y="2060575"/>
            <a:ext cx="11522075" cy="4429125"/>
          </a:xfrm>
          <a:prstGeom prst="rect">
            <a:avLst/>
          </a:prstGeom>
        </p:spPr>
        <p:txBody>
          <a:bodyPr vert="horz" lIns="0" tIns="0" rIns="0" bIns="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4066552547"/>
      </p:ext>
    </p:extLst>
  </p:cSld>
  <p:clrMap bg1="lt1" tx1="dk1" bg2="lt2" tx2="dk2" accent1="accent1" accent2="accent2" accent3="accent3" accent4="accent4" accent5="accent5" accent6="accent6" hlink="hlink" folHlink="folHlink"/>
  <p:sldLayoutIdLst>
    <p:sldLayoutId id="2147483704" r:id="rId1"/>
    <p:sldLayoutId id="2147483712" r:id="rId2"/>
    <p:sldLayoutId id="2147483705" r:id="rId3"/>
    <p:sldLayoutId id="2147483706" r:id="rId4"/>
    <p:sldLayoutId id="2147483709" r:id="rId5"/>
    <p:sldLayoutId id="2147483714" r:id="rId6"/>
    <p:sldLayoutId id="2147483729" r:id="rId7"/>
    <p:sldLayoutId id="2147483715" r:id="rId8"/>
  </p:sldLayoutIdLst>
  <p:hf hdr="0"/>
  <p:txStyles>
    <p:titleStyle>
      <a:lvl1pPr algn="l" defTabSz="914400" rtl="0" eaLnBrk="1" latinLnBrk="0" hangingPunct="1">
        <a:lnSpc>
          <a:spcPct val="100000"/>
        </a:lnSpc>
        <a:spcBef>
          <a:spcPct val="0"/>
        </a:spcBef>
        <a:buNone/>
        <a:defRPr sz="6000" b="1" kern="1200">
          <a:solidFill>
            <a:schemeClr val="tx2"/>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lang="it-IT" sz="14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69" userDrawn="1">
          <p15:clr>
            <a:srgbClr val="F26B43"/>
          </p15:clr>
        </p15:guide>
        <p15:guide id="2" pos="211" userDrawn="1">
          <p15:clr>
            <a:srgbClr val="F26B43"/>
          </p15:clr>
        </p15:guide>
        <p15:guide id="3" pos="2026" userDrawn="1">
          <p15:clr>
            <a:srgbClr val="F26B43"/>
          </p15:clr>
        </p15:guide>
        <p15:guide id="4" pos="1799" userDrawn="1">
          <p15:clr>
            <a:srgbClr val="F26B43"/>
          </p15:clr>
        </p15:guide>
        <p15:guide id="5" orient="horz" pos="1298" userDrawn="1">
          <p15:clr>
            <a:srgbClr val="F26B43"/>
          </p15:clr>
        </p15:guide>
        <p15:guide id="6" orient="horz" pos="4088" userDrawn="1">
          <p15:clr>
            <a:srgbClr val="F26B43"/>
          </p15:clr>
        </p15:guide>
        <p15:guide id="7" orient="horz" pos="255" userDrawn="1">
          <p15:clr>
            <a:srgbClr val="F26B43"/>
          </p15:clr>
        </p15:guide>
        <p15:guide id="8" orient="horz" pos="981" userDrawn="1">
          <p15:clr>
            <a:srgbClr val="F26B43"/>
          </p15:clr>
        </p15:guide>
        <p15:guide id="9" orient="horz" pos="504" userDrawn="1">
          <p15:clr>
            <a:srgbClr val="F26B43"/>
          </p15:clr>
        </p15:guide>
        <p15:guide id="10"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audio" Target="../media/media4.m4a"/><Relationship Id="rId3" Type="http://schemas.microsoft.com/office/2007/relationships/media" Target="../media/media2.m4a"/><Relationship Id="rId7" Type="http://schemas.microsoft.com/office/2007/relationships/media" Target="../media/media4.m4a"/><Relationship Id="rId12" Type="http://schemas.openxmlformats.org/officeDocument/2006/relationships/image" Target="../media/image8.png"/><Relationship Id="rId2" Type="http://schemas.openxmlformats.org/officeDocument/2006/relationships/audio" Target="../media/media1.m4a"/><Relationship Id="rId1" Type="http://schemas.microsoft.com/office/2007/relationships/media" Target="../media/media1.m4a"/><Relationship Id="rId6" Type="http://schemas.microsoft.com/office/2007/relationships/media" Target="../media/media3.m4a"/><Relationship Id="rId11" Type="http://schemas.openxmlformats.org/officeDocument/2006/relationships/image" Target="../media/image7.png"/><Relationship Id="rId5" Type="http://schemas.openxmlformats.org/officeDocument/2006/relationships/audio" Target="NULL" TargetMode="External"/><Relationship Id="rId10" Type="http://schemas.openxmlformats.org/officeDocument/2006/relationships/notesSlide" Target="../notesSlides/notesSlide11.xml"/><Relationship Id="rId4" Type="http://schemas.openxmlformats.org/officeDocument/2006/relationships/audio" Target="../media/media2.m4a"/><Relationship Id="rId9"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9.xml"/><Relationship Id="rId5" Type="http://schemas.microsoft.com/office/2007/relationships/hdphoto" Target="../media/hdphoto1.wdp"/><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9.xml"/><Relationship Id="rId7" Type="http://schemas.openxmlformats.org/officeDocument/2006/relationships/image" Target="../media/image11.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0.png"/><Relationship Id="rId11" Type="http://schemas.openxmlformats.org/officeDocument/2006/relationships/image" Target="../media/image8.png"/><Relationship Id="rId5" Type="http://schemas.openxmlformats.org/officeDocument/2006/relationships/image" Target="../media/image12.png"/><Relationship Id="rId10" Type="http://schemas.openxmlformats.org/officeDocument/2006/relationships/image" Target="../media/image14.png"/><Relationship Id="rId4" Type="http://schemas.openxmlformats.org/officeDocument/2006/relationships/notesSlide" Target="../notesSlides/notesSlide18.xml"/><Relationship Id="rId9"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microsoft.com/office/2007/relationships/hdphoto" Target="../media/hdphoto1.wdp"/><Relationship Id="rId5" Type="http://schemas.openxmlformats.org/officeDocument/2006/relationships/image" Target="../media/image11.png"/><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400.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4.xml"/><Relationship Id="rId5" Type="http://schemas.openxmlformats.org/officeDocument/2006/relationships/chart" Target="../charts/chart3.xml"/><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hyperlink" Target="https://github.com/AlDanial/cloc"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026BBB7E-2B72-48A5-B8AC-092CE1F3CB5C}"/>
              </a:ext>
            </a:extLst>
          </p:cNvPr>
          <p:cNvSpPr>
            <a:spLocks noGrp="1"/>
          </p:cNvSpPr>
          <p:nvPr>
            <p:ph type="body" sz="quarter" idx="21"/>
          </p:nvPr>
        </p:nvSpPr>
        <p:spPr>
          <a:xfrm>
            <a:off x="600710" y="5589496"/>
            <a:ext cx="6871439" cy="403125"/>
          </a:xfrm>
        </p:spPr>
        <p:txBody>
          <a:bodyPr/>
          <a:lstStyle/>
          <a:p>
            <a:r>
              <a:rPr lang="en-GB" sz="1700" noProof="0" dirty="0"/>
              <a:t>Author: </a:t>
            </a:r>
            <a:r>
              <a:rPr lang="en-GB" sz="1700" b="1" noProof="0" dirty="0"/>
              <a:t>Matteo Sissa</a:t>
            </a:r>
            <a:r>
              <a:rPr lang="en-GB" sz="1700" b="1" dirty="0"/>
              <a:t>   </a:t>
            </a:r>
            <a:r>
              <a:rPr lang="en-GB" sz="1700" dirty="0"/>
              <a:t>|   Advisor: </a:t>
            </a:r>
            <a:r>
              <a:rPr lang="en-GB" sz="1700" b="1" dirty="0"/>
              <a:t>Prof. Matteo Camilli</a:t>
            </a:r>
            <a:endParaRPr lang="en-GB" sz="1700" noProof="0" dirty="0"/>
          </a:p>
        </p:txBody>
      </p:sp>
      <p:sp>
        <p:nvSpPr>
          <p:cNvPr id="3" name="Titolo 2">
            <a:extLst>
              <a:ext uri="{FF2B5EF4-FFF2-40B4-BE49-F238E27FC236}">
                <a16:creationId xmlns:a16="http://schemas.microsoft.com/office/drawing/2014/main" id="{139C8332-124C-4AAA-8F96-961CED6E62F0}"/>
              </a:ext>
            </a:extLst>
          </p:cNvPr>
          <p:cNvSpPr>
            <a:spLocks noGrp="1"/>
          </p:cNvSpPr>
          <p:nvPr>
            <p:ph type="title"/>
          </p:nvPr>
        </p:nvSpPr>
        <p:spPr>
          <a:xfrm>
            <a:off x="603287" y="2669142"/>
            <a:ext cx="10986218" cy="1345386"/>
          </a:xfrm>
        </p:spPr>
        <p:txBody>
          <a:bodyPr/>
          <a:lstStyle/>
          <a:p>
            <a:r>
              <a:rPr lang="en-GB" noProof="0" dirty="0"/>
              <a:t>Marionette</a:t>
            </a:r>
          </a:p>
        </p:txBody>
      </p:sp>
      <p:sp>
        <p:nvSpPr>
          <p:cNvPr id="4" name="Titolo 2">
            <a:extLst>
              <a:ext uri="{FF2B5EF4-FFF2-40B4-BE49-F238E27FC236}">
                <a16:creationId xmlns:a16="http://schemas.microsoft.com/office/drawing/2014/main" id="{6E2647FE-42F6-02E9-F474-672105E028FB}"/>
              </a:ext>
            </a:extLst>
          </p:cNvPr>
          <p:cNvSpPr txBox="1">
            <a:spLocks/>
          </p:cNvSpPr>
          <p:nvPr/>
        </p:nvSpPr>
        <p:spPr>
          <a:xfrm>
            <a:off x="600710" y="3601008"/>
            <a:ext cx="10372090" cy="1345386"/>
          </a:xfrm>
          <a:prstGeom prst="rect">
            <a:avLst/>
          </a:prstGeom>
        </p:spPr>
        <p:txBody>
          <a:bodyPr vert="horz" lIns="0" tIns="360000" rIns="0" bIns="0" rtlCol="0" anchor="t">
            <a:noAutofit/>
          </a:bodyPr>
          <a:lstStyle>
            <a:lvl1pPr algn="l" defTabSz="914400" rtl="0" eaLnBrk="1" latinLnBrk="0" hangingPunct="1">
              <a:lnSpc>
                <a:spcPct val="100000"/>
              </a:lnSpc>
              <a:spcBef>
                <a:spcPct val="0"/>
              </a:spcBef>
              <a:buNone/>
              <a:defRPr lang="it-IT" sz="6000" b="1" kern="1200" dirty="0">
                <a:solidFill>
                  <a:schemeClr val="bg1"/>
                </a:solidFill>
                <a:latin typeface="+mj-lt"/>
                <a:ea typeface="+mj-ea"/>
                <a:cs typeface="+mj-cs"/>
              </a:defRPr>
            </a:lvl1pPr>
          </a:lstStyle>
          <a:p>
            <a:r>
              <a:rPr lang="en-GB" sz="3200" b="0" noProof="0" dirty="0"/>
              <a:t>Runtime Behavioural Configuration and A/B/n Testing for Microservices Systems</a:t>
            </a:r>
            <a:endParaRPr lang="en-GB" sz="4800" b="0" noProof="0" dirty="0"/>
          </a:p>
        </p:txBody>
      </p:sp>
      <p:sp>
        <p:nvSpPr>
          <p:cNvPr id="8" name="Segnaposto testo 1">
            <a:extLst>
              <a:ext uri="{FF2B5EF4-FFF2-40B4-BE49-F238E27FC236}">
                <a16:creationId xmlns:a16="http://schemas.microsoft.com/office/drawing/2014/main" id="{94937579-536B-7ECC-5AC6-621C692256B7}"/>
              </a:ext>
            </a:extLst>
          </p:cNvPr>
          <p:cNvSpPr txBox="1">
            <a:spLocks/>
          </p:cNvSpPr>
          <p:nvPr/>
        </p:nvSpPr>
        <p:spPr>
          <a:xfrm>
            <a:off x="600710" y="5992621"/>
            <a:ext cx="1246287" cy="403125"/>
          </a:xfrm>
          <a:prstGeom prst="rect">
            <a:avLst/>
          </a:prstGeom>
        </p:spPr>
        <p:txBody>
          <a:bodyPr vert="horz" lIns="45719" tIns="45719" rIns="45719" bIns="45719" rtlCol="0">
            <a:noAutofit/>
          </a:bodyPr>
          <a:lstStyle>
            <a:lvl1pPr marL="0" indent="0" algn="l" defTabSz="914400" rtl="0" eaLnBrk="1" latinLnBrk="0" hangingPunct="1">
              <a:lnSpc>
                <a:spcPct val="100000"/>
              </a:lnSpc>
              <a:spcBef>
                <a:spcPts val="1000"/>
              </a:spcBef>
              <a:buFont typeface="Arial" panose="020B0604020202020204" pitchFamily="34" charset="0"/>
              <a:buNone/>
              <a:defRPr lang="it-IT" sz="1200" kern="1200">
                <a:solidFill>
                  <a:srgbClr val="FFFFFF"/>
                </a:solidFill>
                <a:latin typeface="Manrope" pitchFamily="2" charset="0"/>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dirty="0"/>
              <a:t>23.10.2025</a:t>
            </a:r>
          </a:p>
        </p:txBody>
      </p:sp>
    </p:spTree>
    <p:extLst>
      <p:ext uri="{BB962C8B-B14F-4D97-AF65-F5344CB8AC3E}">
        <p14:creationId xmlns:p14="http://schemas.microsoft.com/office/powerpoint/2010/main" val="3921913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9B33-55E8-6C41-416E-E55643EEF947}"/>
            </a:ext>
          </a:extLst>
        </p:cNvPr>
        <p:cNvGrpSpPr/>
        <p:nvPr/>
      </p:nvGrpSpPr>
      <p:grpSpPr>
        <a:xfrm>
          <a:off x="0" y="0"/>
          <a:ext cx="0" cy="0"/>
          <a:chOff x="0" y="0"/>
          <a:chExt cx="0" cy="0"/>
        </a:xfrm>
      </p:grpSpPr>
      <p:sp>
        <p:nvSpPr>
          <p:cNvPr id="23" name="Oval 22">
            <a:extLst>
              <a:ext uri="{FF2B5EF4-FFF2-40B4-BE49-F238E27FC236}">
                <a16:creationId xmlns:a16="http://schemas.microsoft.com/office/drawing/2014/main" id="{C3F4F3E5-20BE-97FE-7D8B-106933536B92}"/>
              </a:ext>
            </a:extLst>
          </p:cNvPr>
          <p:cNvSpPr>
            <a:spLocks noChangeAspect="1"/>
          </p:cNvSpPr>
          <p:nvPr/>
        </p:nvSpPr>
        <p:spPr>
          <a:xfrm>
            <a:off x="961863" y="5145797"/>
            <a:ext cx="144000" cy="144000"/>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olo 1">
            <a:extLst>
              <a:ext uri="{FF2B5EF4-FFF2-40B4-BE49-F238E27FC236}">
                <a16:creationId xmlns:a16="http://schemas.microsoft.com/office/drawing/2014/main" id="{2A75D27B-3D19-262A-4EA1-5CB3E43F839A}"/>
              </a:ext>
            </a:extLst>
          </p:cNvPr>
          <p:cNvSpPr>
            <a:spLocks noGrp="1"/>
          </p:cNvSpPr>
          <p:nvPr>
            <p:ph type="title"/>
          </p:nvPr>
        </p:nvSpPr>
        <p:spPr>
          <a:xfrm>
            <a:off x="334963" y="812652"/>
            <a:ext cx="11522075" cy="840083"/>
          </a:xfrm>
        </p:spPr>
        <p:txBody>
          <a:bodyPr/>
          <a:lstStyle/>
          <a:p>
            <a:r>
              <a:rPr lang="en-GB" noProof="0"/>
              <a:t>Overview</a:t>
            </a:r>
          </a:p>
        </p:txBody>
      </p:sp>
      <p:sp>
        <p:nvSpPr>
          <p:cNvPr id="3" name="Segnaposto data 2">
            <a:extLst>
              <a:ext uri="{FF2B5EF4-FFF2-40B4-BE49-F238E27FC236}">
                <a16:creationId xmlns:a16="http://schemas.microsoft.com/office/drawing/2014/main" id="{CB31C21C-EF10-6CD3-476F-D0B21EFDA55C}"/>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BBB1C97B-5550-F71A-7C92-352EE8DCA7B8}"/>
              </a:ext>
            </a:extLst>
          </p:cNvPr>
          <p:cNvSpPr>
            <a:spLocks noGrp="1"/>
          </p:cNvSpPr>
          <p:nvPr>
            <p:ph type="ftr" sz="quarter" idx="11"/>
          </p:nvPr>
        </p:nvSpPr>
        <p:spPr>
          <a:xfrm>
            <a:off x="3216274" y="39688"/>
            <a:ext cx="814694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7AE5BD67-D4EC-1B79-C757-C80654488A52}"/>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2</a:t>
            </a:fld>
            <a:endParaRPr lang="en-GB" noProof="0"/>
          </a:p>
        </p:txBody>
      </p:sp>
      <p:sp>
        <p:nvSpPr>
          <p:cNvPr id="6" name="Segnaposto testo 5">
            <a:extLst>
              <a:ext uri="{FF2B5EF4-FFF2-40B4-BE49-F238E27FC236}">
                <a16:creationId xmlns:a16="http://schemas.microsoft.com/office/drawing/2014/main" id="{5755AD38-5BD3-A95D-0FE8-EDE7B92B07C4}"/>
              </a:ext>
            </a:extLst>
          </p:cNvPr>
          <p:cNvSpPr>
            <a:spLocks noGrp="1"/>
          </p:cNvSpPr>
          <p:nvPr>
            <p:ph type="body" sz="quarter" idx="13"/>
          </p:nvPr>
        </p:nvSpPr>
        <p:spPr>
          <a:xfrm>
            <a:off x="334962" y="3054988"/>
            <a:ext cx="2090997" cy="332803"/>
          </a:xfrm>
          <a:ln>
            <a:noFill/>
          </a:ln>
        </p:spPr>
        <p:txBody>
          <a:bodyPr>
            <a:normAutofit/>
          </a:bodyPr>
          <a:lstStyle/>
          <a:p>
            <a:r>
              <a:rPr lang="en-GB" noProof="0" dirty="0"/>
              <a:t>Problem Identification </a:t>
            </a:r>
          </a:p>
          <a:p>
            <a:endParaRPr lang="en-GB" noProof="0" dirty="0"/>
          </a:p>
        </p:txBody>
      </p:sp>
      <p:sp>
        <p:nvSpPr>
          <p:cNvPr id="7" name="Segnaposto testo 6">
            <a:extLst>
              <a:ext uri="{FF2B5EF4-FFF2-40B4-BE49-F238E27FC236}">
                <a16:creationId xmlns:a16="http://schemas.microsoft.com/office/drawing/2014/main" id="{3605841A-A16B-8C42-8474-4B657AA8643F}"/>
              </a:ext>
            </a:extLst>
          </p:cNvPr>
          <p:cNvSpPr>
            <a:spLocks noGrp="1"/>
          </p:cNvSpPr>
          <p:nvPr>
            <p:ph type="body" sz="quarter" idx="14"/>
          </p:nvPr>
        </p:nvSpPr>
        <p:spPr>
          <a:xfrm>
            <a:off x="3107907" y="3054988"/>
            <a:ext cx="2091600" cy="332803"/>
          </a:xfrm>
          <a:ln>
            <a:noFill/>
          </a:ln>
        </p:spPr>
        <p:txBody>
          <a:bodyPr>
            <a:normAutofit/>
          </a:bodyPr>
          <a:lstStyle/>
          <a:p>
            <a:r>
              <a:rPr lang="en-GB" noProof="0" dirty="0"/>
              <a:t>Marionette Framework</a:t>
            </a:r>
          </a:p>
          <a:p>
            <a:endParaRPr lang="en-GB" noProof="0" dirty="0"/>
          </a:p>
        </p:txBody>
      </p:sp>
      <p:sp>
        <p:nvSpPr>
          <p:cNvPr id="9" name="Segnaposto testo 8">
            <a:extLst>
              <a:ext uri="{FF2B5EF4-FFF2-40B4-BE49-F238E27FC236}">
                <a16:creationId xmlns:a16="http://schemas.microsoft.com/office/drawing/2014/main" id="{5BF46C8C-7E67-D933-9672-245D06665FA1}"/>
              </a:ext>
            </a:extLst>
          </p:cNvPr>
          <p:cNvSpPr>
            <a:spLocks noGrp="1"/>
          </p:cNvSpPr>
          <p:nvPr>
            <p:ph type="body" sz="quarter" idx="16"/>
          </p:nvPr>
        </p:nvSpPr>
        <p:spPr>
          <a:xfrm>
            <a:off x="5881455" y="3054988"/>
            <a:ext cx="2091600" cy="332803"/>
          </a:xfrm>
          <a:ln>
            <a:noFill/>
          </a:ln>
        </p:spPr>
        <p:txBody>
          <a:bodyPr/>
          <a:lstStyle/>
          <a:p>
            <a:r>
              <a:rPr lang="en-GB" noProof="0"/>
              <a:t>Experimental Results</a:t>
            </a:r>
          </a:p>
          <a:p>
            <a:endParaRPr lang="en-GB" noProof="0"/>
          </a:p>
        </p:txBody>
      </p:sp>
      <p:sp>
        <p:nvSpPr>
          <p:cNvPr id="11" name="Segnaposto testo 10">
            <a:extLst>
              <a:ext uri="{FF2B5EF4-FFF2-40B4-BE49-F238E27FC236}">
                <a16:creationId xmlns:a16="http://schemas.microsoft.com/office/drawing/2014/main" id="{95341215-0E87-2766-7A0C-964E66D5AA59}"/>
              </a:ext>
            </a:extLst>
          </p:cNvPr>
          <p:cNvSpPr>
            <a:spLocks noGrp="1"/>
          </p:cNvSpPr>
          <p:nvPr>
            <p:ph type="body" sz="quarter" idx="18"/>
          </p:nvPr>
        </p:nvSpPr>
        <p:spPr>
          <a:xfrm>
            <a:off x="334963" y="3736780"/>
            <a:ext cx="1890652" cy="1876932"/>
          </a:xfrm>
        </p:spPr>
        <p:txBody>
          <a:bodyPr/>
          <a:lstStyle/>
          <a:p>
            <a:r>
              <a:rPr lang="en-GB" noProof="0" dirty="0"/>
              <a:t>Problem Statement</a:t>
            </a:r>
          </a:p>
          <a:p>
            <a:r>
              <a:rPr lang="en-GB" noProof="0" dirty="0"/>
              <a:t>Current Solutions</a:t>
            </a:r>
          </a:p>
          <a:p>
            <a:endParaRPr lang="en-GB" noProof="0" dirty="0"/>
          </a:p>
        </p:txBody>
      </p:sp>
      <p:sp>
        <p:nvSpPr>
          <p:cNvPr id="12" name="Segnaposto testo 11">
            <a:extLst>
              <a:ext uri="{FF2B5EF4-FFF2-40B4-BE49-F238E27FC236}">
                <a16:creationId xmlns:a16="http://schemas.microsoft.com/office/drawing/2014/main" id="{9F2F46CD-3430-0A86-0757-749AF583AFEF}"/>
              </a:ext>
            </a:extLst>
          </p:cNvPr>
          <p:cNvSpPr>
            <a:spLocks noGrp="1"/>
          </p:cNvSpPr>
          <p:nvPr>
            <p:ph type="body" sz="quarter" idx="23"/>
          </p:nvPr>
        </p:nvSpPr>
        <p:spPr>
          <a:xfrm rot="16200000">
            <a:off x="88676" y="2159452"/>
            <a:ext cx="776376" cy="665702"/>
          </a:xfrm>
        </p:spPr>
        <p:txBody>
          <a:bodyPr/>
          <a:lstStyle/>
          <a:p>
            <a:r>
              <a:rPr lang="en-GB" noProof="0" dirty="0"/>
              <a:t>01</a:t>
            </a:r>
          </a:p>
        </p:txBody>
      </p:sp>
      <p:sp>
        <p:nvSpPr>
          <p:cNvPr id="13" name="Segnaposto testo 12">
            <a:extLst>
              <a:ext uri="{FF2B5EF4-FFF2-40B4-BE49-F238E27FC236}">
                <a16:creationId xmlns:a16="http://schemas.microsoft.com/office/drawing/2014/main" id="{50E1800C-E1BB-2631-0810-76F66E6B39BB}"/>
              </a:ext>
            </a:extLst>
          </p:cNvPr>
          <p:cNvSpPr>
            <a:spLocks noGrp="1"/>
          </p:cNvSpPr>
          <p:nvPr>
            <p:ph type="body" sz="quarter" idx="24"/>
          </p:nvPr>
        </p:nvSpPr>
        <p:spPr>
          <a:xfrm rot="16200000">
            <a:off x="2844453" y="2115911"/>
            <a:ext cx="776376" cy="665702"/>
          </a:xfrm>
        </p:spPr>
        <p:txBody>
          <a:bodyPr/>
          <a:lstStyle/>
          <a:p>
            <a:r>
              <a:rPr lang="en-GB" noProof="0"/>
              <a:t>02</a:t>
            </a:r>
          </a:p>
        </p:txBody>
      </p:sp>
      <p:sp>
        <p:nvSpPr>
          <p:cNvPr id="15" name="Segnaposto testo 14">
            <a:extLst>
              <a:ext uri="{FF2B5EF4-FFF2-40B4-BE49-F238E27FC236}">
                <a16:creationId xmlns:a16="http://schemas.microsoft.com/office/drawing/2014/main" id="{68478260-E73F-DC3A-4F99-E558D46E1C3A}"/>
              </a:ext>
            </a:extLst>
          </p:cNvPr>
          <p:cNvSpPr>
            <a:spLocks noGrp="1"/>
          </p:cNvSpPr>
          <p:nvPr>
            <p:ph type="body" sz="quarter" idx="26"/>
          </p:nvPr>
        </p:nvSpPr>
        <p:spPr>
          <a:xfrm rot="16200000">
            <a:off x="5600229" y="2119228"/>
            <a:ext cx="776376" cy="665702"/>
          </a:xfrm>
        </p:spPr>
        <p:txBody>
          <a:bodyPr/>
          <a:lstStyle/>
          <a:p>
            <a:r>
              <a:rPr lang="en-GB" noProof="0" dirty="0"/>
              <a:t>03</a:t>
            </a:r>
          </a:p>
        </p:txBody>
      </p:sp>
      <p:sp>
        <p:nvSpPr>
          <p:cNvPr id="17" name="Segnaposto testo 16">
            <a:extLst>
              <a:ext uri="{FF2B5EF4-FFF2-40B4-BE49-F238E27FC236}">
                <a16:creationId xmlns:a16="http://schemas.microsoft.com/office/drawing/2014/main" id="{2A5D7A86-F444-E620-47A0-5912491116C2}"/>
              </a:ext>
            </a:extLst>
          </p:cNvPr>
          <p:cNvSpPr>
            <a:spLocks noGrp="1"/>
          </p:cNvSpPr>
          <p:nvPr>
            <p:ph type="body" sz="quarter" idx="28"/>
          </p:nvPr>
        </p:nvSpPr>
        <p:spPr>
          <a:xfrm>
            <a:off x="3108209" y="3729585"/>
            <a:ext cx="1890652" cy="1876932"/>
          </a:xfrm>
        </p:spPr>
        <p:txBody>
          <a:bodyPr/>
          <a:lstStyle/>
          <a:p>
            <a:r>
              <a:rPr lang="en-GB" noProof="0" dirty="0"/>
              <a:t>High-level View</a:t>
            </a:r>
          </a:p>
          <a:p>
            <a:r>
              <a:rPr lang="en-GB" noProof="0" dirty="0"/>
              <a:t>Code Transformation</a:t>
            </a:r>
          </a:p>
          <a:p>
            <a:r>
              <a:rPr lang="en-GB" noProof="0" dirty="0"/>
              <a:t>Centralised Manager</a:t>
            </a:r>
          </a:p>
          <a:p>
            <a:endParaRPr lang="en-GB" noProof="0" dirty="0"/>
          </a:p>
          <a:p>
            <a:endParaRPr lang="en-GB" noProof="0" dirty="0"/>
          </a:p>
        </p:txBody>
      </p:sp>
      <p:sp>
        <p:nvSpPr>
          <p:cNvPr id="19" name="Segnaposto testo 18">
            <a:extLst>
              <a:ext uri="{FF2B5EF4-FFF2-40B4-BE49-F238E27FC236}">
                <a16:creationId xmlns:a16="http://schemas.microsoft.com/office/drawing/2014/main" id="{9131361F-0C27-1C8D-D100-6E2CDA62F226}"/>
              </a:ext>
            </a:extLst>
          </p:cNvPr>
          <p:cNvSpPr>
            <a:spLocks noGrp="1"/>
          </p:cNvSpPr>
          <p:nvPr>
            <p:ph type="body" sz="quarter" idx="30"/>
          </p:nvPr>
        </p:nvSpPr>
        <p:spPr>
          <a:xfrm>
            <a:off x="5881455" y="3729585"/>
            <a:ext cx="1890652" cy="1876932"/>
          </a:xfrm>
        </p:spPr>
        <p:txBody>
          <a:bodyPr/>
          <a:lstStyle/>
          <a:p>
            <a:r>
              <a:rPr lang="en-GB" noProof="0"/>
              <a:t>Feasibility Experiments</a:t>
            </a:r>
          </a:p>
          <a:p>
            <a:r>
              <a:rPr lang="en-GB" noProof="0"/>
              <a:t>Overhead Analysis</a:t>
            </a:r>
          </a:p>
          <a:p>
            <a:r>
              <a:rPr lang="en-GB" noProof="0"/>
              <a:t>Development Gains</a:t>
            </a:r>
          </a:p>
          <a:p>
            <a:endParaRPr lang="en-GB" noProof="0"/>
          </a:p>
          <a:p>
            <a:endParaRPr lang="en-GB" noProof="0"/>
          </a:p>
        </p:txBody>
      </p:sp>
    </p:spTree>
    <p:extLst>
      <p:ext uri="{BB962C8B-B14F-4D97-AF65-F5344CB8AC3E}">
        <p14:creationId xmlns:p14="http://schemas.microsoft.com/office/powerpoint/2010/main" val="4265121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A6D01-18DB-5E1D-1D86-519FFA2D2FDC}"/>
            </a:ext>
          </a:extLst>
        </p:cNvPr>
        <p:cNvGrpSpPr/>
        <p:nvPr/>
      </p:nvGrpSpPr>
      <p:grpSpPr>
        <a:xfrm>
          <a:off x="0" y="0"/>
          <a:ext cx="0" cy="0"/>
          <a:chOff x="0" y="0"/>
          <a:chExt cx="0" cy="0"/>
        </a:xfrm>
      </p:grpSpPr>
      <p:sp>
        <p:nvSpPr>
          <p:cNvPr id="23" name="Oval 22">
            <a:extLst>
              <a:ext uri="{FF2B5EF4-FFF2-40B4-BE49-F238E27FC236}">
                <a16:creationId xmlns:a16="http://schemas.microsoft.com/office/drawing/2014/main" id="{51BF4167-4582-D87E-97BB-39B40EDB3D85}"/>
              </a:ext>
            </a:extLst>
          </p:cNvPr>
          <p:cNvSpPr>
            <a:spLocks noChangeAspect="1"/>
          </p:cNvSpPr>
          <p:nvPr/>
        </p:nvSpPr>
        <p:spPr>
          <a:xfrm>
            <a:off x="3837535" y="5145797"/>
            <a:ext cx="144000" cy="144000"/>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olo 1">
            <a:extLst>
              <a:ext uri="{FF2B5EF4-FFF2-40B4-BE49-F238E27FC236}">
                <a16:creationId xmlns:a16="http://schemas.microsoft.com/office/drawing/2014/main" id="{E94C2490-2A9D-4666-5AA6-BBF72606F1B1}"/>
              </a:ext>
            </a:extLst>
          </p:cNvPr>
          <p:cNvSpPr>
            <a:spLocks noGrp="1"/>
          </p:cNvSpPr>
          <p:nvPr>
            <p:ph type="title"/>
          </p:nvPr>
        </p:nvSpPr>
        <p:spPr>
          <a:xfrm>
            <a:off x="334963" y="812652"/>
            <a:ext cx="11522075" cy="840083"/>
          </a:xfrm>
        </p:spPr>
        <p:txBody>
          <a:bodyPr/>
          <a:lstStyle/>
          <a:p>
            <a:r>
              <a:rPr lang="en-GB" noProof="0"/>
              <a:t>Overview</a:t>
            </a:r>
          </a:p>
        </p:txBody>
      </p:sp>
      <p:sp>
        <p:nvSpPr>
          <p:cNvPr id="3" name="Segnaposto data 2">
            <a:extLst>
              <a:ext uri="{FF2B5EF4-FFF2-40B4-BE49-F238E27FC236}">
                <a16:creationId xmlns:a16="http://schemas.microsoft.com/office/drawing/2014/main" id="{8426AE97-035A-E596-9168-2F213CF4E6D6}"/>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9ACED741-0408-CEDB-C186-3439FE658E21}"/>
              </a:ext>
            </a:extLst>
          </p:cNvPr>
          <p:cNvSpPr>
            <a:spLocks noGrp="1"/>
          </p:cNvSpPr>
          <p:nvPr>
            <p:ph type="ftr" sz="quarter" idx="11"/>
          </p:nvPr>
        </p:nvSpPr>
        <p:spPr>
          <a:xfrm>
            <a:off x="3216274" y="39688"/>
            <a:ext cx="814694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041C1335-E0DD-F4F2-3F18-2C27FBA33866}"/>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3</a:t>
            </a:fld>
            <a:endParaRPr lang="en-GB" noProof="0"/>
          </a:p>
        </p:txBody>
      </p:sp>
      <p:sp>
        <p:nvSpPr>
          <p:cNvPr id="6" name="Segnaposto testo 5">
            <a:extLst>
              <a:ext uri="{FF2B5EF4-FFF2-40B4-BE49-F238E27FC236}">
                <a16:creationId xmlns:a16="http://schemas.microsoft.com/office/drawing/2014/main" id="{118A2FB8-10F9-0063-D019-0291FCBC5564}"/>
              </a:ext>
            </a:extLst>
          </p:cNvPr>
          <p:cNvSpPr>
            <a:spLocks noGrp="1"/>
          </p:cNvSpPr>
          <p:nvPr>
            <p:ph type="body" sz="quarter" idx="13"/>
          </p:nvPr>
        </p:nvSpPr>
        <p:spPr>
          <a:xfrm>
            <a:off x="334962" y="3054988"/>
            <a:ext cx="2090997" cy="332803"/>
          </a:xfrm>
          <a:ln>
            <a:noFill/>
          </a:ln>
        </p:spPr>
        <p:txBody>
          <a:bodyPr>
            <a:normAutofit/>
          </a:bodyPr>
          <a:lstStyle/>
          <a:p>
            <a:r>
              <a:rPr lang="en-GB" noProof="0" dirty="0"/>
              <a:t>Problem Identification </a:t>
            </a:r>
          </a:p>
          <a:p>
            <a:endParaRPr lang="en-GB" noProof="0" dirty="0"/>
          </a:p>
        </p:txBody>
      </p:sp>
      <p:sp>
        <p:nvSpPr>
          <p:cNvPr id="7" name="Segnaposto testo 6">
            <a:extLst>
              <a:ext uri="{FF2B5EF4-FFF2-40B4-BE49-F238E27FC236}">
                <a16:creationId xmlns:a16="http://schemas.microsoft.com/office/drawing/2014/main" id="{51BB1DEA-C6AC-3498-D599-89D4D127EF6F}"/>
              </a:ext>
            </a:extLst>
          </p:cNvPr>
          <p:cNvSpPr>
            <a:spLocks noGrp="1"/>
          </p:cNvSpPr>
          <p:nvPr>
            <p:ph type="body" sz="quarter" idx="14"/>
          </p:nvPr>
        </p:nvSpPr>
        <p:spPr>
          <a:xfrm>
            <a:off x="3107907" y="3054988"/>
            <a:ext cx="2091600" cy="332803"/>
          </a:xfrm>
          <a:ln>
            <a:noFill/>
          </a:ln>
        </p:spPr>
        <p:txBody>
          <a:bodyPr>
            <a:normAutofit/>
          </a:bodyPr>
          <a:lstStyle/>
          <a:p>
            <a:r>
              <a:rPr lang="en-GB" noProof="0" dirty="0"/>
              <a:t>Marionette Framework</a:t>
            </a:r>
          </a:p>
          <a:p>
            <a:endParaRPr lang="en-GB" noProof="0" dirty="0"/>
          </a:p>
        </p:txBody>
      </p:sp>
      <p:sp>
        <p:nvSpPr>
          <p:cNvPr id="9" name="Segnaposto testo 8">
            <a:extLst>
              <a:ext uri="{FF2B5EF4-FFF2-40B4-BE49-F238E27FC236}">
                <a16:creationId xmlns:a16="http://schemas.microsoft.com/office/drawing/2014/main" id="{629A1487-95B7-43AB-9E45-81CA13DC6C5C}"/>
              </a:ext>
            </a:extLst>
          </p:cNvPr>
          <p:cNvSpPr>
            <a:spLocks noGrp="1"/>
          </p:cNvSpPr>
          <p:nvPr>
            <p:ph type="body" sz="quarter" idx="16"/>
          </p:nvPr>
        </p:nvSpPr>
        <p:spPr>
          <a:xfrm>
            <a:off x="5881455" y="3054988"/>
            <a:ext cx="2091600" cy="332803"/>
          </a:xfrm>
          <a:ln>
            <a:noFill/>
          </a:ln>
        </p:spPr>
        <p:txBody>
          <a:bodyPr/>
          <a:lstStyle/>
          <a:p>
            <a:r>
              <a:rPr lang="en-GB" noProof="0"/>
              <a:t>Experimental Results</a:t>
            </a:r>
          </a:p>
          <a:p>
            <a:endParaRPr lang="en-GB" noProof="0"/>
          </a:p>
        </p:txBody>
      </p:sp>
      <p:sp>
        <p:nvSpPr>
          <p:cNvPr id="11" name="Segnaposto testo 10">
            <a:extLst>
              <a:ext uri="{FF2B5EF4-FFF2-40B4-BE49-F238E27FC236}">
                <a16:creationId xmlns:a16="http://schemas.microsoft.com/office/drawing/2014/main" id="{052A03C7-7D9F-DEAE-DBCB-874978C895FD}"/>
              </a:ext>
            </a:extLst>
          </p:cNvPr>
          <p:cNvSpPr>
            <a:spLocks noGrp="1"/>
          </p:cNvSpPr>
          <p:nvPr>
            <p:ph type="body" sz="quarter" idx="18"/>
          </p:nvPr>
        </p:nvSpPr>
        <p:spPr>
          <a:xfrm>
            <a:off x="334963" y="3736780"/>
            <a:ext cx="1890652" cy="1876932"/>
          </a:xfrm>
        </p:spPr>
        <p:txBody>
          <a:bodyPr/>
          <a:lstStyle/>
          <a:p>
            <a:r>
              <a:rPr lang="en-GB" noProof="0" dirty="0"/>
              <a:t>Problem Statement</a:t>
            </a:r>
          </a:p>
          <a:p>
            <a:r>
              <a:rPr lang="en-GB" noProof="0" dirty="0"/>
              <a:t>Current Solutions</a:t>
            </a:r>
          </a:p>
          <a:p>
            <a:endParaRPr lang="en-GB" noProof="0" dirty="0"/>
          </a:p>
        </p:txBody>
      </p:sp>
      <p:sp>
        <p:nvSpPr>
          <p:cNvPr id="12" name="Segnaposto testo 11">
            <a:extLst>
              <a:ext uri="{FF2B5EF4-FFF2-40B4-BE49-F238E27FC236}">
                <a16:creationId xmlns:a16="http://schemas.microsoft.com/office/drawing/2014/main" id="{31638700-24E3-577D-874B-B54B800231A2}"/>
              </a:ext>
            </a:extLst>
          </p:cNvPr>
          <p:cNvSpPr>
            <a:spLocks noGrp="1"/>
          </p:cNvSpPr>
          <p:nvPr>
            <p:ph type="body" sz="quarter" idx="23"/>
          </p:nvPr>
        </p:nvSpPr>
        <p:spPr>
          <a:xfrm rot="16200000">
            <a:off x="88676" y="2159452"/>
            <a:ext cx="776376" cy="665702"/>
          </a:xfrm>
        </p:spPr>
        <p:txBody>
          <a:bodyPr/>
          <a:lstStyle/>
          <a:p>
            <a:r>
              <a:rPr lang="en-GB" noProof="0" dirty="0"/>
              <a:t>01</a:t>
            </a:r>
          </a:p>
        </p:txBody>
      </p:sp>
      <p:sp>
        <p:nvSpPr>
          <p:cNvPr id="13" name="Segnaposto testo 12">
            <a:extLst>
              <a:ext uri="{FF2B5EF4-FFF2-40B4-BE49-F238E27FC236}">
                <a16:creationId xmlns:a16="http://schemas.microsoft.com/office/drawing/2014/main" id="{0015EA72-CDD3-405E-3FA3-936E26AB4EEF}"/>
              </a:ext>
            </a:extLst>
          </p:cNvPr>
          <p:cNvSpPr>
            <a:spLocks noGrp="1"/>
          </p:cNvSpPr>
          <p:nvPr>
            <p:ph type="body" sz="quarter" idx="24"/>
          </p:nvPr>
        </p:nvSpPr>
        <p:spPr>
          <a:xfrm rot="16200000">
            <a:off x="2844453" y="2115911"/>
            <a:ext cx="776376" cy="665702"/>
          </a:xfrm>
        </p:spPr>
        <p:txBody>
          <a:bodyPr/>
          <a:lstStyle/>
          <a:p>
            <a:r>
              <a:rPr lang="en-GB" noProof="0"/>
              <a:t>02</a:t>
            </a:r>
          </a:p>
        </p:txBody>
      </p:sp>
      <p:sp>
        <p:nvSpPr>
          <p:cNvPr id="15" name="Segnaposto testo 14">
            <a:extLst>
              <a:ext uri="{FF2B5EF4-FFF2-40B4-BE49-F238E27FC236}">
                <a16:creationId xmlns:a16="http://schemas.microsoft.com/office/drawing/2014/main" id="{F45D900C-FCA3-275C-5DCC-2B732472C47C}"/>
              </a:ext>
            </a:extLst>
          </p:cNvPr>
          <p:cNvSpPr>
            <a:spLocks noGrp="1"/>
          </p:cNvSpPr>
          <p:nvPr>
            <p:ph type="body" sz="quarter" idx="26"/>
          </p:nvPr>
        </p:nvSpPr>
        <p:spPr>
          <a:xfrm rot="16200000">
            <a:off x="5600229" y="2119228"/>
            <a:ext cx="776376" cy="665702"/>
          </a:xfrm>
        </p:spPr>
        <p:txBody>
          <a:bodyPr/>
          <a:lstStyle/>
          <a:p>
            <a:r>
              <a:rPr lang="en-GB" noProof="0" dirty="0"/>
              <a:t>03</a:t>
            </a:r>
          </a:p>
        </p:txBody>
      </p:sp>
      <p:sp>
        <p:nvSpPr>
          <p:cNvPr id="17" name="Segnaposto testo 16">
            <a:extLst>
              <a:ext uri="{FF2B5EF4-FFF2-40B4-BE49-F238E27FC236}">
                <a16:creationId xmlns:a16="http://schemas.microsoft.com/office/drawing/2014/main" id="{89319D66-965F-7FA1-FBF0-68A812BF5474}"/>
              </a:ext>
            </a:extLst>
          </p:cNvPr>
          <p:cNvSpPr>
            <a:spLocks noGrp="1"/>
          </p:cNvSpPr>
          <p:nvPr>
            <p:ph type="body" sz="quarter" idx="28"/>
          </p:nvPr>
        </p:nvSpPr>
        <p:spPr>
          <a:xfrm>
            <a:off x="3108209" y="3729585"/>
            <a:ext cx="1890652" cy="1876932"/>
          </a:xfrm>
        </p:spPr>
        <p:txBody>
          <a:bodyPr/>
          <a:lstStyle/>
          <a:p>
            <a:r>
              <a:rPr lang="en-GB" noProof="0" dirty="0"/>
              <a:t>High-level View</a:t>
            </a:r>
          </a:p>
          <a:p>
            <a:r>
              <a:rPr lang="en-GB" noProof="0" dirty="0"/>
              <a:t>Code Transformation</a:t>
            </a:r>
          </a:p>
          <a:p>
            <a:r>
              <a:rPr lang="en-GB" noProof="0" dirty="0"/>
              <a:t>Centralised Manager</a:t>
            </a:r>
          </a:p>
          <a:p>
            <a:endParaRPr lang="en-GB" noProof="0" dirty="0"/>
          </a:p>
          <a:p>
            <a:endParaRPr lang="en-GB" noProof="0" dirty="0"/>
          </a:p>
        </p:txBody>
      </p:sp>
      <p:sp>
        <p:nvSpPr>
          <p:cNvPr id="19" name="Segnaposto testo 18">
            <a:extLst>
              <a:ext uri="{FF2B5EF4-FFF2-40B4-BE49-F238E27FC236}">
                <a16:creationId xmlns:a16="http://schemas.microsoft.com/office/drawing/2014/main" id="{8D6778F5-2F71-7C03-5D1D-33BD046A86CC}"/>
              </a:ext>
            </a:extLst>
          </p:cNvPr>
          <p:cNvSpPr>
            <a:spLocks noGrp="1"/>
          </p:cNvSpPr>
          <p:nvPr>
            <p:ph type="body" sz="quarter" idx="30"/>
          </p:nvPr>
        </p:nvSpPr>
        <p:spPr>
          <a:xfrm>
            <a:off x="5881455" y="3729585"/>
            <a:ext cx="1890652" cy="1876932"/>
          </a:xfrm>
        </p:spPr>
        <p:txBody>
          <a:bodyPr/>
          <a:lstStyle/>
          <a:p>
            <a:r>
              <a:rPr lang="en-GB" noProof="0"/>
              <a:t>Feasibility Experiments</a:t>
            </a:r>
          </a:p>
          <a:p>
            <a:r>
              <a:rPr lang="en-GB" noProof="0"/>
              <a:t>Overhead Analysis</a:t>
            </a:r>
          </a:p>
          <a:p>
            <a:r>
              <a:rPr lang="en-GB" noProof="0"/>
              <a:t>Development Gains</a:t>
            </a:r>
          </a:p>
          <a:p>
            <a:endParaRPr lang="en-GB" noProof="0"/>
          </a:p>
          <a:p>
            <a:endParaRPr lang="en-GB" noProof="0"/>
          </a:p>
        </p:txBody>
      </p:sp>
    </p:spTree>
    <p:extLst>
      <p:ext uri="{BB962C8B-B14F-4D97-AF65-F5344CB8AC3E}">
        <p14:creationId xmlns:p14="http://schemas.microsoft.com/office/powerpoint/2010/main" val="28441530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139F4-49A9-B63C-AF3E-92FC59C32B77}"/>
            </a:ext>
          </a:extLst>
        </p:cNvPr>
        <p:cNvGrpSpPr/>
        <p:nvPr/>
      </p:nvGrpSpPr>
      <p:grpSpPr>
        <a:xfrm>
          <a:off x="0" y="0"/>
          <a:ext cx="0" cy="0"/>
          <a:chOff x="0" y="0"/>
          <a:chExt cx="0" cy="0"/>
        </a:xfrm>
      </p:grpSpPr>
      <p:sp>
        <p:nvSpPr>
          <p:cNvPr id="23" name="Oval 22">
            <a:extLst>
              <a:ext uri="{FF2B5EF4-FFF2-40B4-BE49-F238E27FC236}">
                <a16:creationId xmlns:a16="http://schemas.microsoft.com/office/drawing/2014/main" id="{929E5D40-9C6E-AF58-64AF-64F50F30B51E}"/>
              </a:ext>
            </a:extLst>
          </p:cNvPr>
          <p:cNvSpPr>
            <a:spLocks noChangeAspect="1"/>
          </p:cNvSpPr>
          <p:nvPr/>
        </p:nvSpPr>
        <p:spPr>
          <a:xfrm>
            <a:off x="6590182" y="5145797"/>
            <a:ext cx="144000" cy="144000"/>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olo 1">
            <a:extLst>
              <a:ext uri="{FF2B5EF4-FFF2-40B4-BE49-F238E27FC236}">
                <a16:creationId xmlns:a16="http://schemas.microsoft.com/office/drawing/2014/main" id="{0B8C1A8C-5F96-F625-4AC8-FB9DDE04FA59}"/>
              </a:ext>
            </a:extLst>
          </p:cNvPr>
          <p:cNvSpPr>
            <a:spLocks noGrp="1"/>
          </p:cNvSpPr>
          <p:nvPr>
            <p:ph type="title"/>
          </p:nvPr>
        </p:nvSpPr>
        <p:spPr>
          <a:xfrm>
            <a:off x="334963" y="812652"/>
            <a:ext cx="11522075" cy="840083"/>
          </a:xfrm>
        </p:spPr>
        <p:txBody>
          <a:bodyPr/>
          <a:lstStyle/>
          <a:p>
            <a:r>
              <a:rPr lang="en-GB" noProof="0"/>
              <a:t>Overview</a:t>
            </a:r>
          </a:p>
        </p:txBody>
      </p:sp>
      <p:sp>
        <p:nvSpPr>
          <p:cNvPr id="3" name="Segnaposto data 2">
            <a:extLst>
              <a:ext uri="{FF2B5EF4-FFF2-40B4-BE49-F238E27FC236}">
                <a16:creationId xmlns:a16="http://schemas.microsoft.com/office/drawing/2014/main" id="{6820F8E2-FEFB-F128-CD55-91C1C0B0DF41}"/>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32BA2DB9-D568-6A2D-4ED6-A66A0E82C2E1}"/>
              </a:ext>
            </a:extLst>
          </p:cNvPr>
          <p:cNvSpPr>
            <a:spLocks noGrp="1"/>
          </p:cNvSpPr>
          <p:nvPr>
            <p:ph type="ftr" sz="quarter" idx="11"/>
          </p:nvPr>
        </p:nvSpPr>
        <p:spPr>
          <a:xfrm>
            <a:off x="3216274" y="39688"/>
            <a:ext cx="814694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9A8D08FA-EB1A-75DA-287D-66A6BD3CAD29}"/>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4</a:t>
            </a:fld>
            <a:endParaRPr lang="en-GB" noProof="0"/>
          </a:p>
        </p:txBody>
      </p:sp>
      <p:sp>
        <p:nvSpPr>
          <p:cNvPr id="6" name="Segnaposto testo 5">
            <a:extLst>
              <a:ext uri="{FF2B5EF4-FFF2-40B4-BE49-F238E27FC236}">
                <a16:creationId xmlns:a16="http://schemas.microsoft.com/office/drawing/2014/main" id="{586A4F62-29DD-D208-F7AE-73712C011028}"/>
              </a:ext>
            </a:extLst>
          </p:cNvPr>
          <p:cNvSpPr>
            <a:spLocks noGrp="1"/>
          </p:cNvSpPr>
          <p:nvPr>
            <p:ph type="body" sz="quarter" idx="13"/>
          </p:nvPr>
        </p:nvSpPr>
        <p:spPr>
          <a:xfrm>
            <a:off x="334962" y="3054988"/>
            <a:ext cx="2090997" cy="332803"/>
          </a:xfrm>
          <a:ln>
            <a:noFill/>
          </a:ln>
        </p:spPr>
        <p:txBody>
          <a:bodyPr>
            <a:normAutofit/>
          </a:bodyPr>
          <a:lstStyle/>
          <a:p>
            <a:r>
              <a:rPr lang="en-GB" noProof="0" dirty="0"/>
              <a:t>Problem Identification </a:t>
            </a:r>
          </a:p>
          <a:p>
            <a:endParaRPr lang="en-GB" noProof="0" dirty="0"/>
          </a:p>
        </p:txBody>
      </p:sp>
      <p:sp>
        <p:nvSpPr>
          <p:cNvPr id="7" name="Segnaposto testo 6">
            <a:extLst>
              <a:ext uri="{FF2B5EF4-FFF2-40B4-BE49-F238E27FC236}">
                <a16:creationId xmlns:a16="http://schemas.microsoft.com/office/drawing/2014/main" id="{D998268C-DB29-7A81-77E9-882807FA4295}"/>
              </a:ext>
            </a:extLst>
          </p:cNvPr>
          <p:cNvSpPr>
            <a:spLocks noGrp="1"/>
          </p:cNvSpPr>
          <p:nvPr>
            <p:ph type="body" sz="quarter" idx="14"/>
          </p:nvPr>
        </p:nvSpPr>
        <p:spPr>
          <a:xfrm>
            <a:off x="3107907" y="3054988"/>
            <a:ext cx="2091600" cy="332803"/>
          </a:xfrm>
          <a:ln>
            <a:noFill/>
          </a:ln>
        </p:spPr>
        <p:txBody>
          <a:bodyPr>
            <a:normAutofit/>
          </a:bodyPr>
          <a:lstStyle/>
          <a:p>
            <a:r>
              <a:rPr lang="en-GB" noProof="0" dirty="0"/>
              <a:t>Marionette Framework</a:t>
            </a:r>
          </a:p>
          <a:p>
            <a:endParaRPr lang="en-GB" noProof="0" dirty="0"/>
          </a:p>
        </p:txBody>
      </p:sp>
      <p:sp>
        <p:nvSpPr>
          <p:cNvPr id="9" name="Segnaposto testo 8">
            <a:extLst>
              <a:ext uri="{FF2B5EF4-FFF2-40B4-BE49-F238E27FC236}">
                <a16:creationId xmlns:a16="http://schemas.microsoft.com/office/drawing/2014/main" id="{B4893BC3-B2D2-0082-8982-00138D955FA4}"/>
              </a:ext>
            </a:extLst>
          </p:cNvPr>
          <p:cNvSpPr>
            <a:spLocks noGrp="1"/>
          </p:cNvSpPr>
          <p:nvPr>
            <p:ph type="body" sz="quarter" idx="16"/>
          </p:nvPr>
        </p:nvSpPr>
        <p:spPr>
          <a:xfrm>
            <a:off x="5881455" y="3054988"/>
            <a:ext cx="2091600" cy="332803"/>
          </a:xfrm>
          <a:ln>
            <a:noFill/>
          </a:ln>
        </p:spPr>
        <p:txBody>
          <a:bodyPr/>
          <a:lstStyle/>
          <a:p>
            <a:r>
              <a:rPr lang="en-GB" noProof="0"/>
              <a:t>Experimental Results</a:t>
            </a:r>
          </a:p>
          <a:p>
            <a:endParaRPr lang="en-GB" noProof="0"/>
          </a:p>
        </p:txBody>
      </p:sp>
      <p:sp>
        <p:nvSpPr>
          <p:cNvPr id="11" name="Segnaposto testo 10">
            <a:extLst>
              <a:ext uri="{FF2B5EF4-FFF2-40B4-BE49-F238E27FC236}">
                <a16:creationId xmlns:a16="http://schemas.microsoft.com/office/drawing/2014/main" id="{AD33184E-AC67-7ED0-44D4-40DAEB353D22}"/>
              </a:ext>
            </a:extLst>
          </p:cNvPr>
          <p:cNvSpPr>
            <a:spLocks noGrp="1"/>
          </p:cNvSpPr>
          <p:nvPr>
            <p:ph type="body" sz="quarter" idx="18"/>
          </p:nvPr>
        </p:nvSpPr>
        <p:spPr>
          <a:xfrm>
            <a:off x="334963" y="3736780"/>
            <a:ext cx="1890652" cy="1876932"/>
          </a:xfrm>
        </p:spPr>
        <p:txBody>
          <a:bodyPr/>
          <a:lstStyle/>
          <a:p>
            <a:r>
              <a:rPr lang="en-GB" noProof="0" dirty="0"/>
              <a:t>Problem Statement</a:t>
            </a:r>
          </a:p>
          <a:p>
            <a:r>
              <a:rPr lang="en-GB" noProof="0" dirty="0"/>
              <a:t>Current Solutions</a:t>
            </a:r>
          </a:p>
          <a:p>
            <a:endParaRPr lang="en-GB" noProof="0" dirty="0"/>
          </a:p>
        </p:txBody>
      </p:sp>
      <p:sp>
        <p:nvSpPr>
          <p:cNvPr id="12" name="Segnaposto testo 11">
            <a:extLst>
              <a:ext uri="{FF2B5EF4-FFF2-40B4-BE49-F238E27FC236}">
                <a16:creationId xmlns:a16="http://schemas.microsoft.com/office/drawing/2014/main" id="{368DE99D-DC0B-2BDF-2CC1-13E09F67A10B}"/>
              </a:ext>
            </a:extLst>
          </p:cNvPr>
          <p:cNvSpPr>
            <a:spLocks noGrp="1"/>
          </p:cNvSpPr>
          <p:nvPr>
            <p:ph type="body" sz="quarter" idx="23"/>
          </p:nvPr>
        </p:nvSpPr>
        <p:spPr>
          <a:xfrm rot="16200000">
            <a:off x="88676" y="2159452"/>
            <a:ext cx="776376" cy="665702"/>
          </a:xfrm>
        </p:spPr>
        <p:txBody>
          <a:bodyPr/>
          <a:lstStyle/>
          <a:p>
            <a:r>
              <a:rPr lang="en-GB" noProof="0" dirty="0"/>
              <a:t>01</a:t>
            </a:r>
          </a:p>
        </p:txBody>
      </p:sp>
      <p:sp>
        <p:nvSpPr>
          <p:cNvPr id="13" name="Segnaposto testo 12">
            <a:extLst>
              <a:ext uri="{FF2B5EF4-FFF2-40B4-BE49-F238E27FC236}">
                <a16:creationId xmlns:a16="http://schemas.microsoft.com/office/drawing/2014/main" id="{1CFCCE63-51E4-DDE9-1C24-17E19E017562}"/>
              </a:ext>
            </a:extLst>
          </p:cNvPr>
          <p:cNvSpPr>
            <a:spLocks noGrp="1"/>
          </p:cNvSpPr>
          <p:nvPr>
            <p:ph type="body" sz="quarter" idx="24"/>
          </p:nvPr>
        </p:nvSpPr>
        <p:spPr>
          <a:xfrm rot="16200000">
            <a:off x="2844453" y="2115911"/>
            <a:ext cx="776376" cy="665702"/>
          </a:xfrm>
        </p:spPr>
        <p:txBody>
          <a:bodyPr/>
          <a:lstStyle/>
          <a:p>
            <a:r>
              <a:rPr lang="en-GB" noProof="0"/>
              <a:t>02</a:t>
            </a:r>
          </a:p>
        </p:txBody>
      </p:sp>
      <p:sp>
        <p:nvSpPr>
          <p:cNvPr id="15" name="Segnaposto testo 14">
            <a:extLst>
              <a:ext uri="{FF2B5EF4-FFF2-40B4-BE49-F238E27FC236}">
                <a16:creationId xmlns:a16="http://schemas.microsoft.com/office/drawing/2014/main" id="{240083E6-081D-92FD-2CA8-B5886802FFD6}"/>
              </a:ext>
            </a:extLst>
          </p:cNvPr>
          <p:cNvSpPr>
            <a:spLocks noGrp="1"/>
          </p:cNvSpPr>
          <p:nvPr>
            <p:ph type="body" sz="quarter" idx="26"/>
          </p:nvPr>
        </p:nvSpPr>
        <p:spPr>
          <a:xfrm rot="16200000">
            <a:off x="5600229" y="2119228"/>
            <a:ext cx="776376" cy="665702"/>
          </a:xfrm>
        </p:spPr>
        <p:txBody>
          <a:bodyPr/>
          <a:lstStyle/>
          <a:p>
            <a:r>
              <a:rPr lang="en-GB" noProof="0" dirty="0"/>
              <a:t>03</a:t>
            </a:r>
          </a:p>
        </p:txBody>
      </p:sp>
      <p:sp>
        <p:nvSpPr>
          <p:cNvPr id="17" name="Segnaposto testo 16">
            <a:extLst>
              <a:ext uri="{FF2B5EF4-FFF2-40B4-BE49-F238E27FC236}">
                <a16:creationId xmlns:a16="http://schemas.microsoft.com/office/drawing/2014/main" id="{ECE5AC6D-9E18-7232-DE90-5991CDA1D796}"/>
              </a:ext>
            </a:extLst>
          </p:cNvPr>
          <p:cNvSpPr>
            <a:spLocks noGrp="1"/>
          </p:cNvSpPr>
          <p:nvPr>
            <p:ph type="body" sz="quarter" idx="28"/>
          </p:nvPr>
        </p:nvSpPr>
        <p:spPr>
          <a:xfrm>
            <a:off x="3108209" y="3729585"/>
            <a:ext cx="1890652" cy="1060459"/>
          </a:xfrm>
        </p:spPr>
        <p:txBody>
          <a:bodyPr/>
          <a:lstStyle/>
          <a:p>
            <a:r>
              <a:rPr lang="en-GB" noProof="0" dirty="0"/>
              <a:t>High-level View</a:t>
            </a:r>
          </a:p>
          <a:p>
            <a:r>
              <a:rPr lang="en-GB" noProof="0" dirty="0"/>
              <a:t>Code Transformation</a:t>
            </a:r>
          </a:p>
          <a:p>
            <a:r>
              <a:rPr lang="en-GB" noProof="0" dirty="0"/>
              <a:t>Centralised Manager</a:t>
            </a:r>
          </a:p>
        </p:txBody>
      </p:sp>
      <p:sp>
        <p:nvSpPr>
          <p:cNvPr id="19" name="Segnaposto testo 18">
            <a:extLst>
              <a:ext uri="{FF2B5EF4-FFF2-40B4-BE49-F238E27FC236}">
                <a16:creationId xmlns:a16="http://schemas.microsoft.com/office/drawing/2014/main" id="{214498DD-2820-063B-F442-321CF0F015A9}"/>
              </a:ext>
            </a:extLst>
          </p:cNvPr>
          <p:cNvSpPr>
            <a:spLocks noGrp="1"/>
          </p:cNvSpPr>
          <p:nvPr>
            <p:ph type="body" sz="quarter" idx="30"/>
          </p:nvPr>
        </p:nvSpPr>
        <p:spPr>
          <a:xfrm>
            <a:off x="5881455" y="3729585"/>
            <a:ext cx="1890652" cy="1876932"/>
          </a:xfrm>
        </p:spPr>
        <p:txBody>
          <a:bodyPr/>
          <a:lstStyle/>
          <a:p>
            <a:r>
              <a:rPr lang="en-GB" noProof="0"/>
              <a:t>Feasibility Experiments</a:t>
            </a:r>
          </a:p>
          <a:p>
            <a:r>
              <a:rPr lang="en-GB" noProof="0"/>
              <a:t>Overhead Analysis</a:t>
            </a:r>
          </a:p>
          <a:p>
            <a:r>
              <a:rPr lang="en-GB" noProof="0"/>
              <a:t>Development Gains</a:t>
            </a:r>
          </a:p>
          <a:p>
            <a:endParaRPr lang="en-GB" noProof="0"/>
          </a:p>
          <a:p>
            <a:endParaRPr lang="en-GB" noProof="0"/>
          </a:p>
        </p:txBody>
      </p:sp>
    </p:spTree>
    <p:extLst>
      <p:ext uri="{BB962C8B-B14F-4D97-AF65-F5344CB8AC3E}">
        <p14:creationId xmlns:p14="http://schemas.microsoft.com/office/powerpoint/2010/main" val="41567075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D34749-4E22-4C51-8D56-875FBC98E96F}"/>
              </a:ext>
            </a:extLst>
          </p:cNvPr>
          <p:cNvSpPr>
            <a:spLocks noGrp="1"/>
          </p:cNvSpPr>
          <p:nvPr>
            <p:ph type="title"/>
          </p:nvPr>
        </p:nvSpPr>
        <p:spPr>
          <a:xfrm>
            <a:off x="3216275" y="1418313"/>
            <a:ext cx="8640763" cy="1299008"/>
          </a:xfrm>
        </p:spPr>
        <p:txBody>
          <a:bodyPr/>
          <a:lstStyle/>
          <a:p>
            <a:r>
              <a:rPr lang="en-GB" noProof="0"/>
              <a:t>Problem Identification</a:t>
            </a:r>
          </a:p>
        </p:txBody>
      </p:sp>
      <p:sp>
        <p:nvSpPr>
          <p:cNvPr id="6" name="Segnaposto testo 5">
            <a:extLst>
              <a:ext uri="{FF2B5EF4-FFF2-40B4-BE49-F238E27FC236}">
                <a16:creationId xmlns:a16="http://schemas.microsoft.com/office/drawing/2014/main" id="{AE592BED-7591-48F7-81D0-20D55911E22D}"/>
              </a:ext>
            </a:extLst>
          </p:cNvPr>
          <p:cNvSpPr>
            <a:spLocks noGrp="1"/>
          </p:cNvSpPr>
          <p:nvPr>
            <p:ph type="body" sz="quarter" idx="13"/>
          </p:nvPr>
        </p:nvSpPr>
        <p:spPr>
          <a:xfrm>
            <a:off x="8765931" y="3961597"/>
            <a:ext cx="3091107" cy="2359025"/>
          </a:xfrm>
        </p:spPr>
        <p:txBody>
          <a:bodyPr/>
          <a:lstStyle/>
          <a:p>
            <a:r>
              <a:rPr lang="en-GB" noProof="0"/>
              <a:t>01</a:t>
            </a:r>
          </a:p>
        </p:txBody>
      </p:sp>
    </p:spTree>
    <p:extLst>
      <p:ext uri="{BB962C8B-B14F-4D97-AF65-F5344CB8AC3E}">
        <p14:creationId xmlns:p14="http://schemas.microsoft.com/office/powerpoint/2010/main" val="1270366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A0B0056D-6805-8ED2-07EF-4ED5040DB852}"/>
              </a:ext>
            </a:extLst>
          </p:cNvPr>
          <p:cNvSpPr>
            <a:spLocks noChangeAspect="1"/>
          </p:cNvSpPr>
          <p:nvPr/>
        </p:nvSpPr>
        <p:spPr>
          <a:xfrm>
            <a:off x="103315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 name="Segnaposto data 2">
            <a:extLst>
              <a:ext uri="{FF2B5EF4-FFF2-40B4-BE49-F238E27FC236}">
                <a16:creationId xmlns:a16="http://schemas.microsoft.com/office/drawing/2014/main" id="{81A345C3-1AA5-4207-ADA3-AF6AA6FE4242}"/>
              </a:ext>
            </a:extLst>
          </p:cNvPr>
          <p:cNvSpPr>
            <a:spLocks noGrp="1"/>
          </p:cNvSpPr>
          <p:nvPr>
            <p:ph type="dt" sz="half" idx="10"/>
          </p:nvPr>
        </p:nvSpPr>
        <p:spPr/>
        <p:txBody>
          <a:bodyPr/>
          <a:lstStyle/>
          <a:p>
            <a:r>
              <a:rPr lang="en-GB" noProof="0"/>
              <a:t>POLITECNICO DI MILANO</a:t>
            </a:r>
          </a:p>
        </p:txBody>
      </p:sp>
      <p:sp>
        <p:nvSpPr>
          <p:cNvPr id="4" name="Segnaposto piè di pagina 3">
            <a:extLst>
              <a:ext uri="{FF2B5EF4-FFF2-40B4-BE49-F238E27FC236}">
                <a16:creationId xmlns:a16="http://schemas.microsoft.com/office/drawing/2014/main" id="{4EF1C5EA-D8D5-4399-9733-C7AE03BB6786}"/>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89F921F1-17B0-49B1-BE1B-E6336170F2B3}"/>
              </a:ext>
            </a:extLst>
          </p:cNvPr>
          <p:cNvSpPr>
            <a:spLocks noGrp="1"/>
          </p:cNvSpPr>
          <p:nvPr>
            <p:ph type="sldNum" sz="quarter" idx="12"/>
          </p:nvPr>
        </p:nvSpPr>
        <p:spPr/>
        <p:txBody>
          <a:bodyPr/>
          <a:lstStyle/>
          <a:p>
            <a:fld id="{3135EEA2-8D42-4D46-95A6-66E65FDC5EB1}" type="slidenum">
              <a:rPr lang="en-GB" noProof="0" smtClean="0"/>
              <a:pPr/>
              <a:t>6</a:t>
            </a:fld>
            <a:endParaRPr lang="en-GB" noProof="0"/>
          </a:p>
        </p:txBody>
      </p:sp>
      <p:sp>
        <p:nvSpPr>
          <p:cNvPr id="6" name="!!Question">
            <a:extLst>
              <a:ext uri="{FF2B5EF4-FFF2-40B4-BE49-F238E27FC236}">
                <a16:creationId xmlns:a16="http://schemas.microsoft.com/office/drawing/2014/main" id="{52822CAF-BA6F-4E9D-86A5-64822FC205E8}"/>
              </a:ext>
            </a:extLst>
          </p:cNvPr>
          <p:cNvSpPr>
            <a:spLocks noGrp="1"/>
          </p:cNvSpPr>
          <p:nvPr>
            <p:ph type="body" sz="quarter" idx="13"/>
          </p:nvPr>
        </p:nvSpPr>
        <p:spPr>
          <a:xfrm>
            <a:off x="1080037" y="2141189"/>
            <a:ext cx="10031926" cy="2575622"/>
          </a:xfrm>
        </p:spPr>
        <p:txBody>
          <a:bodyPr/>
          <a:lstStyle/>
          <a:p>
            <a:pPr algn="ctr"/>
            <a:r>
              <a:rPr lang="en-GB" sz="4400" noProof="0" dirty="0"/>
              <a:t>“Is it possible to achieve fine-grained, runtime behavioural control in a microservice system?”</a:t>
            </a:r>
          </a:p>
        </p:txBody>
      </p:sp>
      <p:grpSp>
        <p:nvGrpSpPr>
          <p:cNvPr id="9" name="Group 8">
            <a:extLst>
              <a:ext uri="{FF2B5EF4-FFF2-40B4-BE49-F238E27FC236}">
                <a16:creationId xmlns:a16="http://schemas.microsoft.com/office/drawing/2014/main" id="{81469858-5FAD-F217-8FF8-DF5EF60471C7}"/>
              </a:ext>
            </a:extLst>
          </p:cNvPr>
          <p:cNvGrpSpPr/>
          <p:nvPr/>
        </p:nvGrpSpPr>
        <p:grpSpPr>
          <a:xfrm>
            <a:off x="10278334" y="0"/>
            <a:ext cx="987657" cy="297132"/>
            <a:chOff x="10278334" y="0"/>
            <a:chExt cx="987657" cy="297132"/>
          </a:xfrm>
        </p:grpSpPr>
        <p:grpSp>
          <p:nvGrpSpPr>
            <p:cNvPr id="32" name="Group 31">
              <a:extLst>
                <a:ext uri="{FF2B5EF4-FFF2-40B4-BE49-F238E27FC236}">
                  <a16:creationId xmlns:a16="http://schemas.microsoft.com/office/drawing/2014/main" id="{5FE6283A-58CE-F5E0-8F4B-F621B7BFD40A}"/>
                </a:ext>
              </a:extLst>
            </p:cNvPr>
            <p:cNvGrpSpPr/>
            <p:nvPr/>
          </p:nvGrpSpPr>
          <p:grpSpPr>
            <a:xfrm>
              <a:off x="10278334" y="0"/>
              <a:ext cx="336385" cy="294592"/>
              <a:chOff x="10278334" y="0"/>
              <a:chExt cx="336385" cy="294592"/>
            </a:xfrm>
          </p:grpSpPr>
          <p:sp>
            <p:nvSpPr>
              <p:cNvPr id="10" name="Rectangle 9">
                <a:extLst>
                  <a:ext uri="{FF2B5EF4-FFF2-40B4-BE49-F238E27FC236}">
                    <a16:creationId xmlns:a16="http://schemas.microsoft.com/office/drawing/2014/main" id="{CE12DAB5-70C8-1A8B-5885-E84711B7B75B}"/>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A4DEB81-BA57-2B01-0D42-3DB6C1241896}"/>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B04AD694-9EAE-8D84-C939-BB2FE15967A6}"/>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28" name="Group 27">
              <a:extLst>
                <a:ext uri="{FF2B5EF4-FFF2-40B4-BE49-F238E27FC236}">
                  <a16:creationId xmlns:a16="http://schemas.microsoft.com/office/drawing/2014/main" id="{2834AA6A-FCCA-98F1-A2BB-B0C64DCDBA96}"/>
                </a:ext>
              </a:extLst>
            </p:cNvPr>
            <p:cNvGrpSpPr/>
            <p:nvPr/>
          </p:nvGrpSpPr>
          <p:grpSpPr>
            <a:xfrm>
              <a:off x="10605240" y="0"/>
              <a:ext cx="336385" cy="297132"/>
              <a:chOff x="10289176" y="0"/>
              <a:chExt cx="336385" cy="297132"/>
            </a:xfrm>
          </p:grpSpPr>
          <p:sp>
            <p:nvSpPr>
              <p:cNvPr id="2" name="Rectangle 1">
                <a:extLst>
                  <a:ext uri="{FF2B5EF4-FFF2-40B4-BE49-F238E27FC236}">
                    <a16:creationId xmlns:a16="http://schemas.microsoft.com/office/drawing/2014/main" id="{BEDBDC2A-010D-53D8-CFCF-09556B169E63}"/>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6126E830-4753-D59A-4E70-D374429CD82E}"/>
                  </a:ext>
                </a:extLst>
              </p:cNvPr>
              <p:cNvGrpSpPr/>
              <p:nvPr/>
            </p:nvGrpSpPr>
            <p:grpSpPr>
              <a:xfrm>
                <a:off x="10289176" y="81688"/>
                <a:ext cx="336385" cy="215444"/>
                <a:chOff x="5178425" y="855322"/>
                <a:chExt cx="336385" cy="215444"/>
              </a:xfrm>
            </p:grpSpPr>
            <p:sp>
              <p:nvSpPr>
                <p:cNvPr id="17" name="Oval 16">
                  <a:extLst>
                    <a:ext uri="{FF2B5EF4-FFF2-40B4-BE49-F238E27FC236}">
                      <a16:creationId xmlns:a16="http://schemas.microsoft.com/office/drawing/2014/main" id="{81ADDD4B-1AA1-39C0-2CA0-9BCEE262254E}"/>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63C1A1D3-730B-DF31-1993-3C2937E4AEB0}"/>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29" name="Group 28">
              <a:extLst>
                <a:ext uri="{FF2B5EF4-FFF2-40B4-BE49-F238E27FC236}">
                  <a16:creationId xmlns:a16="http://schemas.microsoft.com/office/drawing/2014/main" id="{9AE5F35C-7DE6-EC24-BF5B-355D58FB2264}"/>
                </a:ext>
              </a:extLst>
            </p:cNvPr>
            <p:cNvGrpSpPr/>
            <p:nvPr/>
          </p:nvGrpSpPr>
          <p:grpSpPr>
            <a:xfrm>
              <a:off x="10929606" y="0"/>
              <a:ext cx="336385" cy="297132"/>
              <a:chOff x="10880361" y="0"/>
              <a:chExt cx="336385" cy="297132"/>
            </a:xfrm>
          </p:grpSpPr>
          <p:sp>
            <p:nvSpPr>
              <p:cNvPr id="7" name="Rectangle 6">
                <a:extLst>
                  <a:ext uri="{FF2B5EF4-FFF2-40B4-BE49-F238E27FC236}">
                    <a16:creationId xmlns:a16="http://schemas.microsoft.com/office/drawing/2014/main" id="{99238173-696D-CD31-A4DA-A5A5DB0A1053}"/>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D18B640C-7517-404B-8D18-9244FD102C10}"/>
                  </a:ext>
                </a:extLst>
              </p:cNvPr>
              <p:cNvGrpSpPr/>
              <p:nvPr/>
            </p:nvGrpSpPr>
            <p:grpSpPr>
              <a:xfrm>
                <a:off x="10880361" y="81688"/>
                <a:ext cx="336385" cy="215444"/>
                <a:chOff x="5180965" y="851650"/>
                <a:chExt cx="336385" cy="215444"/>
              </a:xfrm>
            </p:grpSpPr>
            <p:sp>
              <p:nvSpPr>
                <p:cNvPr id="20" name="Oval 19">
                  <a:extLst>
                    <a:ext uri="{FF2B5EF4-FFF2-40B4-BE49-F238E27FC236}">
                      <a16:creationId xmlns:a16="http://schemas.microsoft.com/office/drawing/2014/main" id="{4010C182-02A4-EDE9-3A4C-2E7D7A89B0D8}"/>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A954FC6-9C8A-D2AC-C960-A117D6F7C5F3}"/>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554448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17C4-9DA3-10A5-7B3A-6E3C8E64F357}"/>
            </a:ext>
          </a:extLst>
        </p:cNvPr>
        <p:cNvGrpSpPr/>
        <p:nvPr/>
      </p:nvGrpSpPr>
      <p:grpSpPr>
        <a:xfrm>
          <a:off x="0" y="0"/>
          <a:ext cx="0" cy="0"/>
          <a:chOff x="0" y="0"/>
          <a:chExt cx="0" cy="0"/>
        </a:xfrm>
      </p:grpSpPr>
      <p:sp>
        <p:nvSpPr>
          <p:cNvPr id="3" name="Segnaposto data 2">
            <a:extLst>
              <a:ext uri="{FF2B5EF4-FFF2-40B4-BE49-F238E27FC236}">
                <a16:creationId xmlns:a16="http://schemas.microsoft.com/office/drawing/2014/main" id="{22E65D76-A86E-B3E7-ED34-03DDEA332C2A}"/>
              </a:ext>
            </a:extLst>
          </p:cNvPr>
          <p:cNvSpPr>
            <a:spLocks noGrp="1"/>
          </p:cNvSpPr>
          <p:nvPr>
            <p:ph type="dt" sz="half" idx="10"/>
          </p:nvPr>
        </p:nvSpPr>
        <p:spPr/>
        <p:txBody>
          <a:bodyPr/>
          <a:lstStyle/>
          <a:p>
            <a:r>
              <a:rPr lang="en-GB" noProof="0"/>
              <a:t>POLITECNICO DI MILANO</a:t>
            </a:r>
          </a:p>
        </p:txBody>
      </p:sp>
      <p:sp>
        <p:nvSpPr>
          <p:cNvPr id="4" name="Segnaposto piè di pagina 3">
            <a:extLst>
              <a:ext uri="{FF2B5EF4-FFF2-40B4-BE49-F238E27FC236}">
                <a16:creationId xmlns:a16="http://schemas.microsoft.com/office/drawing/2014/main" id="{155F71B4-8877-7F34-A970-89C915F4469F}"/>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3A046F88-3859-9256-2773-7B585604486F}"/>
              </a:ext>
            </a:extLst>
          </p:cNvPr>
          <p:cNvSpPr>
            <a:spLocks noGrp="1"/>
          </p:cNvSpPr>
          <p:nvPr>
            <p:ph type="sldNum" sz="quarter" idx="12"/>
          </p:nvPr>
        </p:nvSpPr>
        <p:spPr/>
        <p:txBody>
          <a:bodyPr/>
          <a:lstStyle/>
          <a:p>
            <a:fld id="{3135EEA2-8D42-4D46-95A6-66E65FDC5EB1}" type="slidenum">
              <a:rPr lang="en-GB" noProof="0" smtClean="0"/>
              <a:pPr/>
              <a:t>7</a:t>
            </a:fld>
            <a:endParaRPr lang="en-GB" noProof="0"/>
          </a:p>
        </p:txBody>
      </p:sp>
      <p:sp>
        <p:nvSpPr>
          <p:cNvPr id="6" name="!!Question">
            <a:extLst>
              <a:ext uri="{FF2B5EF4-FFF2-40B4-BE49-F238E27FC236}">
                <a16:creationId xmlns:a16="http://schemas.microsoft.com/office/drawing/2014/main" id="{858F8CB3-7CBD-B293-8D92-553B6C726554}"/>
              </a:ext>
            </a:extLst>
          </p:cNvPr>
          <p:cNvSpPr>
            <a:spLocks noGrp="1"/>
          </p:cNvSpPr>
          <p:nvPr>
            <p:ph type="body" sz="quarter" idx="13"/>
          </p:nvPr>
        </p:nvSpPr>
        <p:spPr>
          <a:xfrm>
            <a:off x="481806" y="1857869"/>
            <a:ext cx="11228388" cy="3142262"/>
          </a:xfrm>
        </p:spPr>
        <p:txBody>
          <a:bodyPr/>
          <a:lstStyle/>
          <a:p>
            <a:pPr algn="ctr"/>
            <a:r>
              <a:rPr lang="en-GB" sz="4800" noProof="0"/>
              <a:t>“</a:t>
            </a:r>
            <a:r>
              <a:rPr lang="en-GB" sz="3600" noProof="0"/>
              <a:t>Is it possible to achieve </a:t>
            </a:r>
            <a:r>
              <a:rPr lang="en-GB" sz="6000" b="1" noProof="0"/>
              <a:t>fine-grained</a:t>
            </a:r>
            <a:r>
              <a:rPr lang="en-GB" sz="4800" noProof="0"/>
              <a:t>, </a:t>
            </a:r>
            <a:r>
              <a:rPr lang="en-GB" sz="6000" b="1" noProof="0"/>
              <a:t>runtime</a:t>
            </a:r>
            <a:r>
              <a:rPr lang="en-GB" sz="4800" noProof="0"/>
              <a:t> </a:t>
            </a:r>
            <a:r>
              <a:rPr lang="en-GB" sz="6000" b="1" noProof="0"/>
              <a:t>behavioural control</a:t>
            </a:r>
            <a:r>
              <a:rPr lang="en-GB" sz="6000" noProof="0"/>
              <a:t> </a:t>
            </a:r>
            <a:r>
              <a:rPr lang="en-GB" sz="3600" noProof="0"/>
              <a:t>in a microservice system?</a:t>
            </a:r>
            <a:r>
              <a:rPr lang="en-GB" sz="4800" noProof="0"/>
              <a:t>”</a:t>
            </a:r>
          </a:p>
        </p:txBody>
      </p:sp>
      <p:sp>
        <p:nvSpPr>
          <p:cNvPr id="14" name="Rectangle 13">
            <a:extLst>
              <a:ext uri="{FF2B5EF4-FFF2-40B4-BE49-F238E27FC236}">
                <a16:creationId xmlns:a16="http://schemas.microsoft.com/office/drawing/2014/main" id="{43ED2B08-8BA1-40DB-77A3-E228D49FEB72}"/>
              </a:ext>
            </a:extLst>
          </p:cNvPr>
          <p:cNvSpPr/>
          <p:nvPr/>
        </p:nvSpPr>
        <p:spPr>
          <a:xfrm>
            <a:off x="-5495352" y="0"/>
            <a:ext cx="3082444"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4C8E4B1E-B158-45BF-FEAB-9AD3F810B888}"/>
              </a:ext>
            </a:extLst>
          </p:cNvPr>
          <p:cNvSpPr>
            <a:spLocks noChangeAspect="1"/>
          </p:cNvSpPr>
          <p:nvPr/>
        </p:nvSpPr>
        <p:spPr>
          <a:xfrm>
            <a:off x="103315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extBox 1">
            <a:extLst>
              <a:ext uri="{FF2B5EF4-FFF2-40B4-BE49-F238E27FC236}">
                <a16:creationId xmlns:a16="http://schemas.microsoft.com/office/drawing/2014/main" id="{FFCF28B0-1F48-BF6F-12A4-217B72488AAC}"/>
              </a:ext>
            </a:extLst>
          </p:cNvPr>
          <p:cNvSpPr txBox="1"/>
          <p:nvPr/>
        </p:nvSpPr>
        <p:spPr>
          <a:xfrm>
            <a:off x="4894690" y="14546282"/>
            <a:ext cx="2782885" cy="584775"/>
          </a:xfrm>
          <a:prstGeom prst="rect">
            <a:avLst/>
          </a:prstGeom>
          <a:noFill/>
        </p:spPr>
        <p:txBody>
          <a:bodyPr wrap="square" rtlCol="0">
            <a:spAutoFit/>
          </a:bodyPr>
          <a:lstStyle/>
          <a:p>
            <a:pPr algn="just"/>
            <a:r>
              <a:rPr lang="en-GB" sz="1600" noProof="0" dirty="0"/>
              <a:t>Control at the level of a single </a:t>
            </a:r>
            <a:r>
              <a:rPr lang="en-GB" sz="1600" b="1" noProof="0" dirty="0"/>
              <a:t>method</a:t>
            </a:r>
            <a:r>
              <a:rPr lang="en-GB" sz="1600" noProof="0" dirty="0"/>
              <a:t> or </a:t>
            </a:r>
            <a:r>
              <a:rPr lang="en-GB" sz="1600" b="1" noProof="0" dirty="0"/>
              <a:t>function</a:t>
            </a:r>
            <a:r>
              <a:rPr lang="en-GB" sz="1600" noProof="0" dirty="0"/>
              <a:t>.</a:t>
            </a:r>
          </a:p>
        </p:txBody>
      </p:sp>
      <p:grpSp>
        <p:nvGrpSpPr>
          <p:cNvPr id="7" name="Group 6">
            <a:extLst>
              <a:ext uri="{FF2B5EF4-FFF2-40B4-BE49-F238E27FC236}">
                <a16:creationId xmlns:a16="http://schemas.microsoft.com/office/drawing/2014/main" id="{BC9FA847-9E9F-22A1-7F92-0AB6B7996189}"/>
              </a:ext>
            </a:extLst>
          </p:cNvPr>
          <p:cNvGrpSpPr/>
          <p:nvPr/>
        </p:nvGrpSpPr>
        <p:grpSpPr>
          <a:xfrm>
            <a:off x="4940845" y="15174049"/>
            <a:ext cx="1958073" cy="940588"/>
            <a:chOff x="1197209" y="3246338"/>
            <a:chExt cx="1958073" cy="940588"/>
          </a:xfrm>
        </p:grpSpPr>
        <p:grpSp>
          <p:nvGrpSpPr>
            <p:cNvPr id="8" name="Group 7">
              <a:extLst>
                <a:ext uri="{FF2B5EF4-FFF2-40B4-BE49-F238E27FC236}">
                  <a16:creationId xmlns:a16="http://schemas.microsoft.com/office/drawing/2014/main" id="{C86D3A6B-DAD9-A977-0E97-D79799406B34}"/>
                </a:ext>
              </a:extLst>
            </p:cNvPr>
            <p:cNvGrpSpPr/>
            <p:nvPr/>
          </p:nvGrpSpPr>
          <p:grpSpPr>
            <a:xfrm>
              <a:off x="1197209" y="3246338"/>
              <a:ext cx="1688289" cy="523220"/>
              <a:chOff x="1435911" y="3731586"/>
              <a:chExt cx="1688289" cy="523220"/>
            </a:xfrm>
          </p:grpSpPr>
          <p:sp>
            <p:nvSpPr>
              <p:cNvPr id="13" name="Rectangle: Rounded Corners 12">
                <a:extLst>
                  <a:ext uri="{FF2B5EF4-FFF2-40B4-BE49-F238E27FC236}">
                    <a16:creationId xmlns:a16="http://schemas.microsoft.com/office/drawing/2014/main" id="{E70B04E5-E6C2-EEED-1096-AEAF84593FE0}"/>
                  </a:ext>
                </a:extLst>
              </p:cNvPr>
              <p:cNvSpPr/>
              <p:nvPr/>
            </p:nvSpPr>
            <p:spPr>
              <a:xfrm>
                <a:off x="1455923" y="3859939"/>
                <a:ext cx="1668277"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15" name="TextBox 14">
                <a:extLst>
                  <a:ext uri="{FF2B5EF4-FFF2-40B4-BE49-F238E27FC236}">
                    <a16:creationId xmlns:a16="http://schemas.microsoft.com/office/drawing/2014/main" id="{83EC1291-3493-A769-A379-E36A658B699F}"/>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16" name="TextBox 15">
                <a:extLst>
                  <a:ext uri="{FF2B5EF4-FFF2-40B4-BE49-F238E27FC236}">
                    <a16:creationId xmlns:a16="http://schemas.microsoft.com/office/drawing/2014/main" id="{F3772827-3AEE-E2C0-E2AA-26A1663AA7A9}"/>
                  </a:ext>
                </a:extLst>
              </p:cNvPr>
              <p:cNvSpPr txBox="1"/>
              <p:nvPr/>
            </p:nvSpPr>
            <p:spPr>
              <a:xfrm>
                <a:off x="1768134" y="3852543"/>
                <a:ext cx="1284326" cy="338554"/>
              </a:xfrm>
              <a:prstGeom prst="rect">
                <a:avLst/>
              </a:prstGeom>
              <a:noFill/>
            </p:spPr>
            <p:txBody>
              <a:bodyPr wrap="none" rtlCol="0">
                <a:spAutoFit/>
              </a:bodyPr>
              <a:lstStyle/>
              <a:p>
                <a:r>
                  <a:rPr lang="en-US" sz="1600"/>
                  <a:t>A/B Testing</a:t>
                </a:r>
                <a:endParaRPr lang="en-GB" sz="1600"/>
              </a:p>
            </p:txBody>
          </p:sp>
        </p:grpSp>
        <p:grpSp>
          <p:nvGrpSpPr>
            <p:cNvPr id="9" name="Group 8">
              <a:extLst>
                <a:ext uri="{FF2B5EF4-FFF2-40B4-BE49-F238E27FC236}">
                  <a16:creationId xmlns:a16="http://schemas.microsoft.com/office/drawing/2014/main" id="{3D294E15-D596-51A5-4D4D-F71CF6A4E890}"/>
                </a:ext>
              </a:extLst>
            </p:cNvPr>
            <p:cNvGrpSpPr/>
            <p:nvPr/>
          </p:nvGrpSpPr>
          <p:grpSpPr>
            <a:xfrm>
              <a:off x="1197209" y="3663706"/>
              <a:ext cx="1958073" cy="523220"/>
              <a:chOff x="1435911" y="3731586"/>
              <a:chExt cx="1958073" cy="523220"/>
            </a:xfrm>
          </p:grpSpPr>
          <p:sp>
            <p:nvSpPr>
              <p:cNvPr id="10" name="Rectangle: Rounded Corners 9">
                <a:extLst>
                  <a:ext uri="{FF2B5EF4-FFF2-40B4-BE49-F238E27FC236}">
                    <a16:creationId xmlns:a16="http://schemas.microsoft.com/office/drawing/2014/main" id="{967987F5-5176-437B-46F8-38AA9B6FA9DF}"/>
                  </a:ext>
                </a:extLst>
              </p:cNvPr>
              <p:cNvSpPr/>
              <p:nvPr/>
            </p:nvSpPr>
            <p:spPr>
              <a:xfrm>
                <a:off x="1455923" y="3859939"/>
                <a:ext cx="1807978"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11" name="TextBox 10">
                <a:extLst>
                  <a:ext uri="{FF2B5EF4-FFF2-40B4-BE49-F238E27FC236}">
                    <a16:creationId xmlns:a16="http://schemas.microsoft.com/office/drawing/2014/main" id="{A54CCF93-91AE-A731-26F6-27F1B17335F3}"/>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12" name="TextBox 11">
                <a:extLst>
                  <a:ext uri="{FF2B5EF4-FFF2-40B4-BE49-F238E27FC236}">
                    <a16:creationId xmlns:a16="http://schemas.microsoft.com/office/drawing/2014/main" id="{A0A22850-CE3D-CA02-BA29-4B344846768C}"/>
                  </a:ext>
                </a:extLst>
              </p:cNvPr>
              <p:cNvSpPr txBox="1"/>
              <p:nvPr/>
            </p:nvSpPr>
            <p:spPr>
              <a:xfrm>
                <a:off x="1762354" y="3852543"/>
                <a:ext cx="1631630" cy="338554"/>
              </a:xfrm>
              <a:prstGeom prst="rect">
                <a:avLst/>
              </a:prstGeom>
              <a:noFill/>
            </p:spPr>
            <p:txBody>
              <a:bodyPr wrap="square" rtlCol="0">
                <a:spAutoFit/>
              </a:bodyPr>
              <a:lstStyle/>
              <a:p>
                <a:r>
                  <a:rPr lang="en-US" sz="1600" dirty="0"/>
                  <a:t>Feature Flags</a:t>
                </a:r>
                <a:endParaRPr lang="en-GB" sz="1600" dirty="0"/>
              </a:p>
            </p:txBody>
          </p:sp>
        </p:grpSp>
      </p:grpSp>
      <p:sp>
        <p:nvSpPr>
          <p:cNvPr id="17" name="TextBox 16">
            <a:extLst>
              <a:ext uri="{FF2B5EF4-FFF2-40B4-BE49-F238E27FC236}">
                <a16:creationId xmlns:a16="http://schemas.microsoft.com/office/drawing/2014/main" id="{5574E421-13FD-1F1B-5E5D-74A739DF6767}"/>
              </a:ext>
            </a:extLst>
          </p:cNvPr>
          <p:cNvSpPr txBox="1"/>
          <p:nvPr/>
        </p:nvSpPr>
        <p:spPr>
          <a:xfrm>
            <a:off x="8521374" y="19788842"/>
            <a:ext cx="2493962" cy="1077218"/>
          </a:xfrm>
          <a:prstGeom prst="rect">
            <a:avLst/>
          </a:prstGeom>
          <a:noFill/>
        </p:spPr>
        <p:txBody>
          <a:bodyPr wrap="square" rtlCol="0">
            <a:spAutoFit/>
          </a:bodyPr>
          <a:lstStyle/>
          <a:p>
            <a:pPr algn="just"/>
            <a:r>
              <a:rPr lang="en-US" sz="1600" noProof="0" dirty="0"/>
              <a:t>The </a:t>
            </a:r>
            <a:r>
              <a:rPr lang="en-US" sz="1600" noProof="0" dirty="0" err="1"/>
              <a:t>behaviour</a:t>
            </a:r>
            <a:r>
              <a:rPr lang="en-US" sz="1600" noProof="0" dirty="0"/>
              <a:t> can be selected and </a:t>
            </a:r>
            <a:r>
              <a:rPr lang="en-US" sz="1600" b="1" noProof="0" dirty="0"/>
              <a:t>switched</a:t>
            </a:r>
            <a:r>
              <a:rPr lang="en-US" sz="1600" noProof="0" dirty="0"/>
              <a:t> at </a:t>
            </a:r>
            <a:r>
              <a:rPr lang="en-US" sz="1600" b="1" noProof="0" dirty="0"/>
              <a:t>runtime</a:t>
            </a:r>
            <a:r>
              <a:rPr lang="en-US" sz="1600" noProof="0" dirty="0"/>
              <a:t> among the available ones.</a:t>
            </a:r>
          </a:p>
        </p:txBody>
      </p:sp>
      <p:grpSp>
        <p:nvGrpSpPr>
          <p:cNvPr id="18" name="Group 17">
            <a:extLst>
              <a:ext uri="{FF2B5EF4-FFF2-40B4-BE49-F238E27FC236}">
                <a16:creationId xmlns:a16="http://schemas.microsoft.com/office/drawing/2014/main" id="{E8B040F9-9D24-7A79-F573-1E412E999C7B}"/>
              </a:ext>
            </a:extLst>
          </p:cNvPr>
          <p:cNvGrpSpPr/>
          <p:nvPr/>
        </p:nvGrpSpPr>
        <p:grpSpPr>
          <a:xfrm>
            <a:off x="8570534" y="20873809"/>
            <a:ext cx="1929794" cy="523220"/>
            <a:chOff x="1435911" y="3731586"/>
            <a:chExt cx="1929794" cy="523220"/>
          </a:xfrm>
        </p:grpSpPr>
        <p:sp>
          <p:nvSpPr>
            <p:cNvPr id="19" name="Rectangle: Rounded Corners 18">
              <a:extLst>
                <a:ext uri="{FF2B5EF4-FFF2-40B4-BE49-F238E27FC236}">
                  <a16:creationId xmlns:a16="http://schemas.microsoft.com/office/drawing/2014/main" id="{C817C10E-8411-1374-AEF8-739D77E65291}"/>
                </a:ext>
              </a:extLst>
            </p:cNvPr>
            <p:cNvSpPr/>
            <p:nvPr/>
          </p:nvSpPr>
          <p:spPr>
            <a:xfrm>
              <a:off x="1455922" y="3859939"/>
              <a:ext cx="190978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20" name="TextBox 19">
              <a:extLst>
                <a:ext uri="{FF2B5EF4-FFF2-40B4-BE49-F238E27FC236}">
                  <a16:creationId xmlns:a16="http://schemas.microsoft.com/office/drawing/2014/main" id="{0AA92768-897B-E79C-54A8-EF2F69EE7830}"/>
                </a:ext>
              </a:extLst>
            </p:cNvPr>
            <p:cNvSpPr txBox="1"/>
            <p:nvPr/>
          </p:nvSpPr>
          <p:spPr>
            <a:xfrm>
              <a:off x="1435911" y="3731586"/>
              <a:ext cx="407447" cy="523220"/>
            </a:xfrm>
            <a:prstGeom prst="rect">
              <a:avLst/>
            </a:prstGeom>
            <a:noFill/>
          </p:spPr>
          <p:txBody>
            <a:bodyPr wrap="none" rtlCol="0">
              <a:spAutoFit/>
            </a:bodyPr>
            <a:lstStyle/>
            <a:p>
              <a:r>
                <a:rPr lang="en-US" sz="2800" dirty="0">
                  <a:ln w="0"/>
                  <a:gradFill>
                    <a:gsLst>
                      <a:gs pos="21000">
                        <a:srgbClr val="53575C"/>
                      </a:gs>
                      <a:gs pos="88000">
                        <a:srgbClr val="C5C7CA"/>
                      </a:gs>
                    </a:gsLst>
                    <a:lin ang="5400000"/>
                  </a:gradFill>
                  <a:latin typeface="Aptos Mono" panose="020F0502020204030204" pitchFamily="49" charset="0"/>
                </a:rPr>
                <a:t>x</a:t>
              </a:r>
              <a:endParaRPr lang="en-GB" sz="2800" dirty="0">
                <a:ln w="0"/>
                <a:gradFill>
                  <a:gsLst>
                    <a:gs pos="21000">
                      <a:srgbClr val="53575C"/>
                    </a:gs>
                    <a:gs pos="88000">
                      <a:srgbClr val="C5C7CA"/>
                    </a:gs>
                  </a:gsLst>
                  <a:lin ang="5400000"/>
                </a:gradFill>
                <a:latin typeface="Aptos Mono" panose="020F0502020204030204" pitchFamily="49" charset="0"/>
              </a:endParaRPr>
            </a:p>
          </p:txBody>
        </p:sp>
        <p:sp>
          <p:nvSpPr>
            <p:cNvPr id="21" name="TextBox 20">
              <a:extLst>
                <a:ext uri="{FF2B5EF4-FFF2-40B4-BE49-F238E27FC236}">
                  <a16:creationId xmlns:a16="http://schemas.microsoft.com/office/drawing/2014/main" id="{374AF2AC-6C93-42EF-7634-BB1BB8695682}"/>
                </a:ext>
              </a:extLst>
            </p:cNvPr>
            <p:cNvSpPr txBox="1"/>
            <p:nvPr/>
          </p:nvSpPr>
          <p:spPr>
            <a:xfrm>
              <a:off x="1740905" y="3856104"/>
              <a:ext cx="1574000" cy="338554"/>
            </a:xfrm>
            <a:prstGeom prst="rect">
              <a:avLst/>
            </a:prstGeom>
            <a:noFill/>
          </p:spPr>
          <p:txBody>
            <a:bodyPr wrap="square" rtlCol="0">
              <a:spAutoFit/>
            </a:bodyPr>
            <a:lstStyle/>
            <a:p>
              <a:r>
                <a:rPr lang="en-US" sz="1600" dirty="0"/>
                <a:t>Redeployment</a:t>
              </a:r>
              <a:endParaRPr lang="en-GB" sz="1600" dirty="0"/>
            </a:p>
          </p:txBody>
        </p:sp>
      </p:grpSp>
      <p:sp>
        <p:nvSpPr>
          <p:cNvPr id="22" name="TextBox 21">
            <a:extLst>
              <a:ext uri="{FF2B5EF4-FFF2-40B4-BE49-F238E27FC236}">
                <a16:creationId xmlns:a16="http://schemas.microsoft.com/office/drawing/2014/main" id="{0CBB6906-BFE2-D65E-9CC6-397B3347D372}"/>
              </a:ext>
            </a:extLst>
          </p:cNvPr>
          <p:cNvSpPr txBox="1"/>
          <p:nvPr/>
        </p:nvSpPr>
        <p:spPr>
          <a:xfrm>
            <a:off x="955133" y="9181802"/>
            <a:ext cx="3007290" cy="830997"/>
          </a:xfrm>
          <a:prstGeom prst="rect">
            <a:avLst/>
          </a:prstGeom>
          <a:noFill/>
        </p:spPr>
        <p:txBody>
          <a:bodyPr wrap="square" rtlCol="0">
            <a:spAutoFit/>
          </a:bodyPr>
          <a:lstStyle/>
          <a:p>
            <a:pPr algn="just"/>
            <a:r>
              <a:rPr lang="en-US" sz="1600" noProof="0" dirty="0"/>
              <a:t>The goal of this project is to enable </a:t>
            </a:r>
            <a:r>
              <a:rPr lang="en-US" sz="1600" b="1" noProof="0" dirty="0" err="1"/>
              <a:t>behavioural</a:t>
            </a:r>
            <a:r>
              <a:rPr lang="en-US" sz="1600" b="1" noProof="0" dirty="0"/>
              <a:t> flexibility </a:t>
            </a:r>
            <a:r>
              <a:rPr lang="en-US" sz="1600" noProof="0" dirty="0"/>
              <a:t>in a microservice system.</a:t>
            </a:r>
          </a:p>
        </p:txBody>
      </p:sp>
      <p:grpSp>
        <p:nvGrpSpPr>
          <p:cNvPr id="23" name="Group 22">
            <a:extLst>
              <a:ext uri="{FF2B5EF4-FFF2-40B4-BE49-F238E27FC236}">
                <a16:creationId xmlns:a16="http://schemas.microsoft.com/office/drawing/2014/main" id="{37B6ED6F-9482-1A6E-6529-7FFCDC9E04FC}"/>
              </a:ext>
            </a:extLst>
          </p:cNvPr>
          <p:cNvGrpSpPr/>
          <p:nvPr/>
        </p:nvGrpSpPr>
        <p:grpSpPr>
          <a:xfrm>
            <a:off x="1077030" y="10033089"/>
            <a:ext cx="2813843" cy="1414564"/>
            <a:chOff x="8402367" y="3429089"/>
            <a:chExt cx="2813843" cy="1414564"/>
          </a:xfrm>
        </p:grpSpPr>
        <p:grpSp>
          <p:nvGrpSpPr>
            <p:cNvPr id="24" name="Group 23">
              <a:extLst>
                <a:ext uri="{FF2B5EF4-FFF2-40B4-BE49-F238E27FC236}">
                  <a16:creationId xmlns:a16="http://schemas.microsoft.com/office/drawing/2014/main" id="{2EB94C32-40AB-2633-6C56-5C20C984A292}"/>
                </a:ext>
              </a:extLst>
            </p:cNvPr>
            <p:cNvGrpSpPr/>
            <p:nvPr/>
          </p:nvGrpSpPr>
          <p:grpSpPr>
            <a:xfrm>
              <a:off x="8402367" y="3429089"/>
              <a:ext cx="1544904" cy="523220"/>
              <a:chOff x="1435911" y="3731586"/>
              <a:chExt cx="1544904" cy="523220"/>
            </a:xfrm>
          </p:grpSpPr>
          <p:sp>
            <p:nvSpPr>
              <p:cNvPr id="62" name="Rectangle: Rounded Corners 61">
                <a:extLst>
                  <a:ext uri="{FF2B5EF4-FFF2-40B4-BE49-F238E27FC236}">
                    <a16:creationId xmlns:a16="http://schemas.microsoft.com/office/drawing/2014/main" id="{6DB986C5-A77C-9014-C3B8-A3589C76B87B}"/>
                  </a:ext>
                </a:extLst>
              </p:cNvPr>
              <p:cNvSpPr/>
              <p:nvPr/>
            </p:nvSpPr>
            <p:spPr>
              <a:xfrm>
                <a:off x="1455923" y="3859939"/>
                <a:ext cx="152489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63" name="TextBox 62">
                <a:extLst>
                  <a:ext uri="{FF2B5EF4-FFF2-40B4-BE49-F238E27FC236}">
                    <a16:creationId xmlns:a16="http://schemas.microsoft.com/office/drawing/2014/main" id="{99F08870-EB34-3CD6-7BA0-BAF6E92A46B5}"/>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64" name="TextBox 63">
                <a:extLst>
                  <a:ext uri="{FF2B5EF4-FFF2-40B4-BE49-F238E27FC236}">
                    <a16:creationId xmlns:a16="http://schemas.microsoft.com/office/drawing/2014/main" id="{D0B3F7A7-B2F8-42DF-64B2-3E9B72E67507}"/>
                  </a:ext>
                </a:extLst>
              </p:cNvPr>
              <p:cNvSpPr txBox="1"/>
              <p:nvPr/>
            </p:nvSpPr>
            <p:spPr>
              <a:xfrm>
                <a:off x="1740905" y="3856415"/>
                <a:ext cx="1166553" cy="338554"/>
              </a:xfrm>
              <a:prstGeom prst="rect">
                <a:avLst/>
              </a:prstGeom>
              <a:noFill/>
            </p:spPr>
            <p:txBody>
              <a:bodyPr wrap="square" rtlCol="0">
                <a:spAutoFit/>
              </a:bodyPr>
              <a:lstStyle/>
              <a:p>
                <a:r>
                  <a:rPr lang="en-US" sz="1600"/>
                  <a:t>Scalability</a:t>
                </a:r>
                <a:endParaRPr lang="en-GB" sz="1600"/>
              </a:p>
            </p:txBody>
          </p:sp>
        </p:grpSp>
        <p:grpSp>
          <p:nvGrpSpPr>
            <p:cNvPr id="54" name="Group 53">
              <a:extLst>
                <a:ext uri="{FF2B5EF4-FFF2-40B4-BE49-F238E27FC236}">
                  <a16:creationId xmlns:a16="http://schemas.microsoft.com/office/drawing/2014/main" id="{DFCC3339-3E9C-1E5D-5BC5-F4BC9C583BB4}"/>
                </a:ext>
              </a:extLst>
            </p:cNvPr>
            <p:cNvGrpSpPr/>
            <p:nvPr/>
          </p:nvGrpSpPr>
          <p:grpSpPr>
            <a:xfrm>
              <a:off x="8402367" y="3874761"/>
              <a:ext cx="2014705" cy="523220"/>
              <a:chOff x="1435911" y="3731586"/>
              <a:chExt cx="2014705" cy="523220"/>
            </a:xfrm>
          </p:grpSpPr>
          <p:sp>
            <p:nvSpPr>
              <p:cNvPr id="59" name="Rectangle: Rounded Corners 58">
                <a:extLst>
                  <a:ext uri="{FF2B5EF4-FFF2-40B4-BE49-F238E27FC236}">
                    <a16:creationId xmlns:a16="http://schemas.microsoft.com/office/drawing/2014/main" id="{8487B810-2722-8DE4-A680-AC1827D00B5B}"/>
                  </a:ext>
                </a:extLst>
              </p:cNvPr>
              <p:cNvSpPr/>
              <p:nvPr/>
            </p:nvSpPr>
            <p:spPr>
              <a:xfrm>
                <a:off x="1455923" y="3859939"/>
                <a:ext cx="199469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60" name="TextBox 59">
                <a:extLst>
                  <a:ext uri="{FF2B5EF4-FFF2-40B4-BE49-F238E27FC236}">
                    <a16:creationId xmlns:a16="http://schemas.microsoft.com/office/drawing/2014/main" id="{9BFDC92F-1CCB-A70C-936C-B4917D9DF168}"/>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61" name="TextBox 60">
                <a:extLst>
                  <a:ext uri="{FF2B5EF4-FFF2-40B4-BE49-F238E27FC236}">
                    <a16:creationId xmlns:a16="http://schemas.microsoft.com/office/drawing/2014/main" id="{F3BD19A2-228F-7D0E-7676-4A5E867E64B0}"/>
                  </a:ext>
                </a:extLst>
              </p:cNvPr>
              <p:cNvSpPr txBox="1"/>
              <p:nvPr/>
            </p:nvSpPr>
            <p:spPr>
              <a:xfrm>
                <a:off x="1740905" y="3856415"/>
                <a:ext cx="1648751" cy="338554"/>
              </a:xfrm>
              <a:prstGeom prst="rect">
                <a:avLst/>
              </a:prstGeom>
              <a:noFill/>
            </p:spPr>
            <p:txBody>
              <a:bodyPr wrap="square" rtlCol="0">
                <a:spAutoFit/>
              </a:bodyPr>
              <a:lstStyle/>
              <a:p>
                <a:r>
                  <a:rPr lang="en-US" sz="1600" dirty="0"/>
                  <a:t>Fault-tolerance</a:t>
                </a:r>
                <a:endParaRPr lang="en-GB" sz="1600" dirty="0"/>
              </a:p>
            </p:txBody>
          </p:sp>
        </p:grpSp>
        <p:grpSp>
          <p:nvGrpSpPr>
            <p:cNvPr id="55" name="Group 54">
              <a:extLst>
                <a:ext uri="{FF2B5EF4-FFF2-40B4-BE49-F238E27FC236}">
                  <a16:creationId xmlns:a16="http://schemas.microsoft.com/office/drawing/2014/main" id="{9C77C08A-8326-3E47-7C17-1DD037A32C03}"/>
                </a:ext>
              </a:extLst>
            </p:cNvPr>
            <p:cNvGrpSpPr/>
            <p:nvPr/>
          </p:nvGrpSpPr>
          <p:grpSpPr>
            <a:xfrm>
              <a:off x="8402367" y="4320433"/>
              <a:ext cx="2813843" cy="523220"/>
              <a:chOff x="1435911" y="3731586"/>
              <a:chExt cx="2813843" cy="523220"/>
            </a:xfrm>
          </p:grpSpPr>
          <p:sp>
            <p:nvSpPr>
              <p:cNvPr id="56" name="Rectangle: Rounded Corners 55">
                <a:extLst>
                  <a:ext uri="{FF2B5EF4-FFF2-40B4-BE49-F238E27FC236}">
                    <a16:creationId xmlns:a16="http://schemas.microsoft.com/office/drawing/2014/main" id="{58A1C4F7-9252-97DE-172F-8F9417C9F71B}"/>
                  </a:ext>
                </a:extLst>
              </p:cNvPr>
              <p:cNvSpPr/>
              <p:nvPr/>
            </p:nvSpPr>
            <p:spPr>
              <a:xfrm>
                <a:off x="1455922" y="3859939"/>
                <a:ext cx="271382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57" name="TextBox 56">
                <a:extLst>
                  <a:ext uri="{FF2B5EF4-FFF2-40B4-BE49-F238E27FC236}">
                    <a16:creationId xmlns:a16="http://schemas.microsoft.com/office/drawing/2014/main" id="{170E2E5E-B823-2859-99BD-BDD39C430908}"/>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58" name="TextBox 57">
                <a:extLst>
                  <a:ext uri="{FF2B5EF4-FFF2-40B4-BE49-F238E27FC236}">
                    <a16:creationId xmlns:a16="http://schemas.microsoft.com/office/drawing/2014/main" id="{45EB58FF-7075-F488-C543-1D3D3958724D}"/>
                  </a:ext>
                </a:extLst>
              </p:cNvPr>
              <p:cNvSpPr txBox="1"/>
              <p:nvPr/>
            </p:nvSpPr>
            <p:spPr>
              <a:xfrm>
                <a:off x="1740905" y="3856415"/>
                <a:ext cx="2508849" cy="338554"/>
              </a:xfrm>
              <a:prstGeom prst="rect">
                <a:avLst/>
              </a:prstGeom>
              <a:noFill/>
            </p:spPr>
            <p:txBody>
              <a:bodyPr wrap="square" rtlCol="0">
                <a:spAutoFit/>
              </a:bodyPr>
              <a:lstStyle/>
              <a:p>
                <a:r>
                  <a:rPr lang="en-US" sz="1600" dirty="0"/>
                  <a:t>Resource management</a:t>
                </a:r>
                <a:endParaRPr lang="en-GB" sz="1600" dirty="0"/>
              </a:p>
            </p:txBody>
          </p:sp>
        </p:grpSp>
      </p:grpSp>
      <p:grpSp>
        <p:nvGrpSpPr>
          <p:cNvPr id="25" name="Group 24">
            <a:extLst>
              <a:ext uri="{FF2B5EF4-FFF2-40B4-BE49-F238E27FC236}">
                <a16:creationId xmlns:a16="http://schemas.microsoft.com/office/drawing/2014/main" id="{83A8CF96-8CEA-6124-DAC7-A4DB2307E7A1}"/>
              </a:ext>
            </a:extLst>
          </p:cNvPr>
          <p:cNvGrpSpPr/>
          <p:nvPr/>
        </p:nvGrpSpPr>
        <p:grpSpPr>
          <a:xfrm>
            <a:off x="10278334" y="0"/>
            <a:ext cx="987657" cy="297132"/>
            <a:chOff x="10278334" y="0"/>
            <a:chExt cx="987657" cy="297132"/>
          </a:xfrm>
        </p:grpSpPr>
        <p:grpSp>
          <p:nvGrpSpPr>
            <p:cNvPr id="26" name="Group 25">
              <a:extLst>
                <a:ext uri="{FF2B5EF4-FFF2-40B4-BE49-F238E27FC236}">
                  <a16:creationId xmlns:a16="http://schemas.microsoft.com/office/drawing/2014/main" id="{167A460C-9C7E-C1CA-15C6-37BA534AF9C1}"/>
                </a:ext>
              </a:extLst>
            </p:cNvPr>
            <p:cNvGrpSpPr/>
            <p:nvPr/>
          </p:nvGrpSpPr>
          <p:grpSpPr>
            <a:xfrm>
              <a:off x="10278334" y="0"/>
              <a:ext cx="336385" cy="294592"/>
              <a:chOff x="10278334" y="0"/>
              <a:chExt cx="336385" cy="294592"/>
            </a:xfrm>
          </p:grpSpPr>
          <p:sp>
            <p:nvSpPr>
              <p:cNvPr id="37" name="Rectangle 36">
                <a:extLst>
                  <a:ext uri="{FF2B5EF4-FFF2-40B4-BE49-F238E27FC236}">
                    <a16:creationId xmlns:a16="http://schemas.microsoft.com/office/drawing/2014/main" id="{CCD27A7B-0686-33B0-5F57-EB8A23FFE343}"/>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269B146C-9674-3088-2330-74FC3224941B}"/>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5DD24217-E888-335C-657B-4038B45759D2}"/>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27" name="Group 26">
              <a:extLst>
                <a:ext uri="{FF2B5EF4-FFF2-40B4-BE49-F238E27FC236}">
                  <a16:creationId xmlns:a16="http://schemas.microsoft.com/office/drawing/2014/main" id="{39D2F0AB-B74C-9BEA-6083-CED0D545FFBB}"/>
                </a:ext>
              </a:extLst>
            </p:cNvPr>
            <p:cNvGrpSpPr/>
            <p:nvPr/>
          </p:nvGrpSpPr>
          <p:grpSpPr>
            <a:xfrm>
              <a:off x="10605240" y="0"/>
              <a:ext cx="336385" cy="297132"/>
              <a:chOff x="10289176" y="0"/>
              <a:chExt cx="336385" cy="297132"/>
            </a:xfrm>
          </p:grpSpPr>
          <p:sp>
            <p:nvSpPr>
              <p:cNvPr id="33" name="Rectangle 32">
                <a:extLst>
                  <a:ext uri="{FF2B5EF4-FFF2-40B4-BE49-F238E27FC236}">
                    <a16:creationId xmlns:a16="http://schemas.microsoft.com/office/drawing/2014/main" id="{E313A52D-61A8-F51D-A604-72DEBEA0E63F}"/>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oup 33">
                <a:extLst>
                  <a:ext uri="{FF2B5EF4-FFF2-40B4-BE49-F238E27FC236}">
                    <a16:creationId xmlns:a16="http://schemas.microsoft.com/office/drawing/2014/main" id="{BCE48551-7BAC-54C3-804A-02C705A286DC}"/>
                  </a:ext>
                </a:extLst>
              </p:cNvPr>
              <p:cNvGrpSpPr/>
              <p:nvPr/>
            </p:nvGrpSpPr>
            <p:grpSpPr>
              <a:xfrm>
                <a:off x="10289176" y="81688"/>
                <a:ext cx="336385" cy="215444"/>
                <a:chOff x="5178425" y="855322"/>
                <a:chExt cx="336385" cy="215444"/>
              </a:xfrm>
            </p:grpSpPr>
            <p:sp>
              <p:nvSpPr>
                <p:cNvPr id="35" name="Oval 34">
                  <a:extLst>
                    <a:ext uri="{FF2B5EF4-FFF2-40B4-BE49-F238E27FC236}">
                      <a16:creationId xmlns:a16="http://schemas.microsoft.com/office/drawing/2014/main" id="{95CE4864-5DF6-81A6-F469-C51AD9027ECA}"/>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6AD27D24-7AE0-B5DA-4C2A-1ECF767E2456}"/>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28" name="Group 27">
              <a:extLst>
                <a:ext uri="{FF2B5EF4-FFF2-40B4-BE49-F238E27FC236}">
                  <a16:creationId xmlns:a16="http://schemas.microsoft.com/office/drawing/2014/main" id="{6177A241-C1F8-9ABF-3783-0A89CD434C27}"/>
                </a:ext>
              </a:extLst>
            </p:cNvPr>
            <p:cNvGrpSpPr/>
            <p:nvPr/>
          </p:nvGrpSpPr>
          <p:grpSpPr>
            <a:xfrm>
              <a:off x="10929606" y="0"/>
              <a:ext cx="336385" cy="297132"/>
              <a:chOff x="10880361" y="0"/>
              <a:chExt cx="336385" cy="297132"/>
            </a:xfrm>
          </p:grpSpPr>
          <p:sp>
            <p:nvSpPr>
              <p:cNvPr id="29" name="Rectangle 28">
                <a:extLst>
                  <a:ext uri="{FF2B5EF4-FFF2-40B4-BE49-F238E27FC236}">
                    <a16:creationId xmlns:a16="http://schemas.microsoft.com/office/drawing/2014/main" id="{ED1DE166-25C4-E1D8-3296-9D3227FF3674}"/>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oup 29">
                <a:extLst>
                  <a:ext uri="{FF2B5EF4-FFF2-40B4-BE49-F238E27FC236}">
                    <a16:creationId xmlns:a16="http://schemas.microsoft.com/office/drawing/2014/main" id="{2379558A-8669-7343-3E84-6C3C259A9FCF}"/>
                  </a:ext>
                </a:extLst>
              </p:cNvPr>
              <p:cNvGrpSpPr/>
              <p:nvPr/>
            </p:nvGrpSpPr>
            <p:grpSpPr>
              <a:xfrm>
                <a:off x="10880361" y="81688"/>
                <a:ext cx="336385" cy="215444"/>
                <a:chOff x="5180965" y="851650"/>
                <a:chExt cx="336385" cy="215444"/>
              </a:xfrm>
            </p:grpSpPr>
            <p:sp>
              <p:nvSpPr>
                <p:cNvPr id="31" name="Oval 30">
                  <a:extLst>
                    <a:ext uri="{FF2B5EF4-FFF2-40B4-BE49-F238E27FC236}">
                      <a16:creationId xmlns:a16="http://schemas.microsoft.com/office/drawing/2014/main" id="{F56418D5-B5A9-0190-9CAA-C36536AA5833}"/>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4FD73284-E5CD-AA5C-2765-8AB583ECAFBF}"/>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6842781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D9CEC-B178-E9FC-DDC0-47DDDC685522}"/>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A305F97B-E287-A47E-D13A-030DAB1BCF4B}"/>
              </a:ext>
            </a:extLst>
          </p:cNvPr>
          <p:cNvSpPr/>
          <p:nvPr/>
        </p:nvSpPr>
        <p:spPr>
          <a:xfrm>
            <a:off x="802618" y="0"/>
            <a:ext cx="3390688"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egnaposto data 2">
            <a:extLst>
              <a:ext uri="{FF2B5EF4-FFF2-40B4-BE49-F238E27FC236}">
                <a16:creationId xmlns:a16="http://schemas.microsoft.com/office/drawing/2014/main" id="{A7AE15C8-52B8-8CA7-387E-FD6C4276ADBB}"/>
              </a:ext>
            </a:extLst>
          </p:cNvPr>
          <p:cNvSpPr>
            <a:spLocks noGrp="1"/>
          </p:cNvSpPr>
          <p:nvPr>
            <p:ph type="dt" sz="half" idx="10"/>
          </p:nvPr>
        </p:nvSpPr>
        <p:spPr/>
        <p:txBody>
          <a:bodyPr/>
          <a:lstStyle/>
          <a:p>
            <a:r>
              <a:rPr lang="en-GB" noProof="0"/>
              <a:t>POLITECNICO DI MILANO</a:t>
            </a:r>
          </a:p>
        </p:txBody>
      </p:sp>
      <p:sp>
        <p:nvSpPr>
          <p:cNvPr id="4" name="Segnaposto piè di pagina 3">
            <a:extLst>
              <a:ext uri="{FF2B5EF4-FFF2-40B4-BE49-F238E27FC236}">
                <a16:creationId xmlns:a16="http://schemas.microsoft.com/office/drawing/2014/main" id="{7543F72F-C589-2C54-D73A-EC47CA57C9B0}"/>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677E1D89-1CCD-DDD3-B250-CEF457C3B7A6}"/>
              </a:ext>
            </a:extLst>
          </p:cNvPr>
          <p:cNvSpPr>
            <a:spLocks noGrp="1"/>
          </p:cNvSpPr>
          <p:nvPr>
            <p:ph type="sldNum" sz="quarter" idx="12"/>
          </p:nvPr>
        </p:nvSpPr>
        <p:spPr/>
        <p:txBody>
          <a:bodyPr/>
          <a:lstStyle/>
          <a:p>
            <a:fld id="{3135EEA2-8D42-4D46-95A6-66E65FDC5EB1}" type="slidenum">
              <a:rPr lang="en-GB" noProof="0" smtClean="0"/>
              <a:pPr/>
              <a:t>8</a:t>
            </a:fld>
            <a:endParaRPr lang="en-GB" noProof="0"/>
          </a:p>
        </p:txBody>
      </p:sp>
      <p:sp>
        <p:nvSpPr>
          <p:cNvPr id="8" name="!!Finegrained">
            <a:extLst>
              <a:ext uri="{FF2B5EF4-FFF2-40B4-BE49-F238E27FC236}">
                <a16:creationId xmlns:a16="http://schemas.microsoft.com/office/drawing/2014/main" id="{830C4E10-7080-6C41-348C-C53D857E2975}"/>
              </a:ext>
            </a:extLst>
          </p:cNvPr>
          <p:cNvSpPr txBox="1"/>
          <p:nvPr/>
        </p:nvSpPr>
        <p:spPr>
          <a:xfrm>
            <a:off x="4894690" y="2528643"/>
            <a:ext cx="2040943" cy="461665"/>
          </a:xfrm>
          <a:prstGeom prst="rect">
            <a:avLst/>
          </a:prstGeom>
          <a:noFill/>
        </p:spPr>
        <p:txBody>
          <a:bodyPr wrap="none" rtlCol="0">
            <a:spAutoFit/>
          </a:bodyPr>
          <a:lstStyle/>
          <a:p>
            <a:r>
              <a:rPr lang="en-GB" sz="2400" b="1" noProof="0" dirty="0"/>
              <a:t>fine-grained</a:t>
            </a:r>
          </a:p>
        </p:txBody>
      </p:sp>
      <p:sp>
        <p:nvSpPr>
          <p:cNvPr id="2" name="TextBox 1">
            <a:extLst>
              <a:ext uri="{FF2B5EF4-FFF2-40B4-BE49-F238E27FC236}">
                <a16:creationId xmlns:a16="http://schemas.microsoft.com/office/drawing/2014/main" id="{833BD4D9-25B9-95DC-41C7-5D3F490F77C0}"/>
              </a:ext>
            </a:extLst>
          </p:cNvPr>
          <p:cNvSpPr txBox="1"/>
          <p:nvPr/>
        </p:nvSpPr>
        <p:spPr>
          <a:xfrm>
            <a:off x="4894690" y="3177242"/>
            <a:ext cx="2782885" cy="584775"/>
          </a:xfrm>
          <a:prstGeom prst="rect">
            <a:avLst/>
          </a:prstGeom>
          <a:noFill/>
        </p:spPr>
        <p:txBody>
          <a:bodyPr wrap="square" rtlCol="0">
            <a:spAutoFit/>
          </a:bodyPr>
          <a:lstStyle/>
          <a:p>
            <a:pPr algn="just"/>
            <a:r>
              <a:rPr lang="en-GB" sz="1600" noProof="0" dirty="0"/>
              <a:t>Control at the level of a single </a:t>
            </a:r>
            <a:r>
              <a:rPr lang="en-GB" sz="1600" b="1" noProof="0" dirty="0"/>
              <a:t>method</a:t>
            </a:r>
            <a:r>
              <a:rPr lang="en-GB" sz="1600" noProof="0" dirty="0"/>
              <a:t> or </a:t>
            </a:r>
            <a:r>
              <a:rPr lang="en-GB" sz="1600" b="1" noProof="0" dirty="0"/>
              <a:t>function</a:t>
            </a:r>
            <a:r>
              <a:rPr lang="en-GB" sz="1600" noProof="0" dirty="0"/>
              <a:t>.</a:t>
            </a:r>
          </a:p>
        </p:txBody>
      </p:sp>
      <p:grpSp>
        <p:nvGrpSpPr>
          <p:cNvPr id="62" name="Group 61">
            <a:extLst>
              <a:ext uri="{FF2B5EF4-FFF2-40B4-BE49-F238E27FC236}">
                <a16:creationId xmlns:a16="http://schemas.microsoft.com/office/drawing/2014/main" id="{48E784F4-1969-38F4-FE9B-48D2020E6A4D}"/>
              </a:ext>
            </a:extLst>
          </p:cNvPr>
          <p:cNvGrpSpPr/>
          <p:nvPr/>
        </p:nvGrpSpPr>
        <p:grpSpPr>
          <a:xfrm>
            <a:off x="4940845" y="3805009"/>
            <a:ext cx="1958073" cy="940588"/>
            <a:chOff x="1197209" y="3246338"/>
            <a:chExt cx="1958073" cy="940588"/>
          </a:xfrm>
        </p:grpSpPr>
        <p:grpSp>
          <p:nvGrpSpPr>
            <p:cNvPr id="21" name="Group 20">
              <a:extLst>
                <a:ext uri="{FF2B5EF4-FFF2-40B4-BE49-F238E27FC236}">
                  <a16:creationId xmlns:a16="http://schemas.microsoft.com/office/drawing/2014/main" id="{B32DC283-83F3-EDF1-B2D4-88A84598E868}"/>
                </a:ext>
              </a:extLst>
            </p:cNvPr>
            <p:cNvGrpSpPr/>
            <p:nvPr/>
          </p:nvGrpSpPr>
          <p:grpSpPr>
            <a:xfrm>
              <a:off x="1197209" y="3246338"/>
              <a:ext cx="1688289" cy="523220"/>
              <a:chOff x="1435911" y="3731586"/>
              <a:chExt cx="1688289" cy="523220"/>
            </a:xfrm>
          </p:grpSpPr>
          <p:sp>
            <p:nvSpPr>
              <p:cNvPr id="11" name="Rectangle: Rounded Corners 10">
                <a:extLst>
                  <a:ext uri="{FF2B5EF4-FFF2-40B4-BE49-F238E27FC236}">
                    <a16:creationId xmlns:a16="http://schemas.microsoft.com/office/drawing/2014/main" id="{0C7C4EC9-FA1A-B992-0C86-66835795F52D}"/>
                  </a:ext>
                </a:extLst>
              </p:cNvPr>
              <p:cNvSpPr/>
              <p:nvPr/>
            </p:nvSpPr>
            <p:spPr>
              <a:xfrm>
                <a:off x="1455923" y="3859939"/>
                <a:ext cx="1668277"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14" name="TextBox 13">
                <a:extLst>
                  <a:ext uri="{FF2B5EF4-FFF2-40B4-BE49-F238E27FC236}">
                    <a16:creationId xmlns:a16="http://schemas.microsoft.com/office/drawing/2014/main" id="{CB74173A-1159-C569-3534-7A8FEF2BC50F}"/>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20" name="TextBox 19">
                <a:extLst>
                  <a:ext uri="{FF2B5EF4-FFF2-40B4-BE49-F238E27FC236}">
                    <a16:creationId xmlns:a16="http://schemas.microsoft.com/office/drawing/2014/main" id="{264C9FD4-1C5F-CA5D-75A1-33F9DC3DC139}"/>
                  </a:ext>
                </a:extLst>
              </p:cNvPr>
              <p:cNvSpPr txBox="1"/>
              <p:nvPr/>
            </p:nvSpPr>
            <p:spPr>
              <a:xfrm>
                <a:off x="1768134" y="3852543"/>
                <a:ext cx="1284326" cy="338554"/>
              </a:xfrm>
              <a:prstGeom prst="rect">
                <a:avLst/>
              </a:prstGeom>
              <a:noFill/>
            </p:spPr>
            <p:txBody>
              <a:bodyPr wrap="none" rtlCol="0">
                <a:spAutoFit/>
              </a:bodyPr>
              <a:lstStyle/>
              <a:p>
                <a:r>
                  <a:rPr lang="en-US" sz="1600"/>
                  <a:t>A/B Testing</a:t>
                </a:r>
                <a:endParaRPr lang="en-GB" sz="1600"/>
              </a:p>
            </p:txBody>
          </p:sp>
        </p:grpSp>
        <p:grpSp>
          <p:nvGrpSpPr>
            <p:cNvPr id="22" name="Group 21">
              <a:extLst>
                <a:ext uri="{FF2B5EF4-FFF2-40B4-BE49-F238E27FC236}">
                  <a16:creationId xmlns:a16="http://schemas.microsoft.com/office/drawing/2014/main" id="{CE99CA2D-E95C-1A2C-9255-DEB0D30AE994}"/>
                </a:ext>
              </a:extLst>
            </p:cNvPr>
            <p:cNvGrpSpPr/>
            <p:nvPr/>
          </p:nvGrpSpPr>
          <p:grpSpPr>
            <a:xfrm>
              <a:off x="1197209" y="3663706"/>
              <a:ext cx="1958073" cy="523220"/>
              <a:chOff x="1435911" y="3731586"/>
              <a:chExt cx="1958073" cy="523220"/>
            </a:xfrm>
          </p:grpSpPr>
          <p:sp>
            <p:nvSpPr>
              <p:cNvPr id="23" name="Rectangle: Rounded Corners 22">
                <a:extLst>
                  <a:ext uri="{FF2B5EF4-FFF2-40B4-BE49-F238E27FC236}">
                    <a16:creationId xmlns:a16="http://schemas.microsoft.com/office/drawing/2014/main" id="{0C1C35B9-44DB-73F3-256A-9B9E12B140F8}"/>
                  </a:ext>
                </a:extLst>
              </p:cNvPr>
              <p:cNvSpPr/>
              <p:nvPr/>
            </p:nvSpPr>
            <p:spPr>
              <a:xfrm>
                <a:off x="1455923" y="3859939"/>
                <a:ext cx="1807978"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24" name="TextBox 23">
                <a:extLst>
                  <a:ext uri="{FF2B5EF4-FFF2-40B4-BE49-F238E27FC236}">
                    <a16:creationId xmlns:a16="http://schemas.microsoft.com/office/drawing/2014/main" id="{1FDB456B-4A00-E265-8673-70A963E63A0A}"/>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25" name="TextBox 24">
                <a:extLst>
                  <a:ext uri="{FF2B5EF4-FFF2-40B4-BE49-F238E27FC236}">
                    <a16:creationId xmlns:a16="http://schemas.microsoft.com/office/drawing/2014/main" id="{231F0C41-9ABD-EAB2-F830-C1271A275D75}"/>
                  </a:ext>
                </a:extLst>
              </p:cNvPr>
              <p:cNvSpPr txBox="1"/>
              <p:nvPr/>
            </p:nvSpPr>
            <p:spPr>
              <a:xfrm>
                <a:off x="1762354" y="3852543"/>
                <a:ext cx="1631630" cy="338554"/>
              </a:xfrm>
              <a:prstGeom prst="rect">
                <a:avLst/>
              </a:prstGeom>
              <a:noFill/>
            </p:spPr>
            <p:txBody>
              <a:bodyPr wrap="square" rtlCol="0">
                <a:spAutoFit/>
              </a:bodyPr>
              <a:lstStyle/>
              <a:p>
                <a:r>
                  <a:rPr lang="en-US" sz="1600" dirty="0"/>
                  <a:t>Feature Flags</a:t>
                </a:r>
                <a:endParaRPr lang="en-GB" sz="1600" dirty="0"/>
              </a:p>
            </p:txBody>
          </p:sp>
        </p:grpSp>
      </p:grpSp>
      <p:sp>
        <p:nvSpPr>
          <p:cNvPr id="9" name="!!Question">
            <a:extLst>
              <a:ext uri="{FF2B5EF4-FFF2-40B4-BE49-F238E27FC236}">
                <a16:creationId xmlns:a16="http://schemas.microsoft.com/office/drawing/2014/main" id="{D286786E-42ED-9492-B684-72FA24A8B81B}"/>
              </a:ext>
            </a:extLst>
          </p:cNvPr>
          <p:cNvSpPr txBox="1"/>
          <p:nvPr/>
        </p:nvSpPr>
        <p:spPr>
          <a:xfrm>
            <a:off x="8521374" y="2528643"/>
            <a:ext cx="1375698" cy="461665"/>
          </a:xfrm>
          <a:prstGeom prst="rect">
            <a:avLst/>
          </a:prstGeom>
          <a:noFill/>
        </p:spPr>
        <p:txBody>
          <a:bodyPr wrap="none" rtlCol="0">
            <a:spAutoFit/>
          </a:bodyPr>
          <a:lstStyle/>
          <a:p>
            <a:r>
              <a:rPr lang="en-GB" sz="2400" b="1" noProof="0" dirty="0"/>
              <a:t>runtime</a:t>
            </a:r>
          </a:p>
        </p:txBody>
      </p:sp>
      <p:sp>
        <p:nvSpPr>
          <p:cNvPr id="6" name="TextBox 5">
            <a:extLst>
              <a:ext uri="{FF2B5EF4-FFF2-40B4-BE49-F238E27FC236}">
                <a16:creationId xmlns:a16="http://schemas.microsoft.com/office/drawing/2014/main" id="{A15F6182-E907-DA48-5216-F3C60B4D114B}"/>
              </a:ext>
            </a:extLst>
          </p:cNvPr>
          <p:cNvSpPr txBox="1"/>
          <p:nvPr/>
        </p:nvSpPr>
        <p:spPr>
          <a:xfrm>
            <a:off x="8521374" y="3177242"/>
            <a:ext cx="2493962" cy="1077218"/>
          </a:xfrm>
          <a:prstGeom prst="rect">
            <a:avLst/>
          </a:prstGeom>
          <a:noFill/>
        </p:spPr>
        <p:txBody>
          <a:bodyPr wrap="square" rtlCol="0">
            <a:spAutoFit/>
          </a:bodyPr>
          <a:lstStyle/>
          <a:p>
            <a:pPr algn="just"/>
            <a:r>
              <a:rPr lang="en-US" sz="1600" noProof="0" dirty="0"/>
              <a:t>The </a:t>
            </a:r>
            <a:r>
              <a:rPr lang="en-US" sz="1600" noProof="0" dirty="0" err="1"/>
              <a:t>behaviour</a:t>
            </a:r>
            <a:r>
              <a:rPr lang="en-US" sz="1600" noProof="0" dirty="0"/>
              <a:t> can be selected and </a:t>
            </a:r>
            <a:r>
              <a:rPr lang="en-US" sz="1600" b="1" noProof="0" dirty="0"/>
              <a:t>switched</a:t>
            </a:r>
            <a:r>
              <a:rPr lang="en-US" sz="1600" noProof="0" dirty="0"/>
              <a:t> at </a:t>
            </a:r>
            <a:r>
              <a:rPr lang="en-US" sz="1600" b="1" noProof="0" dirty="0"/>
              <a:t>runtime</a:t>
            </a:r>
            <a:r>
              <a:rPr lang="en-US" sz="1600" noProof="0" dirty="0"/>
              <a:t> among the available ones.</a:t>
            </a:r>
          </a:p>
        </p:txBody>
      </p:sp>
      <p:grpSp>
        <p:nvGrpSpPr>
          <p:cNvPr id="26" name="Group 25">
            <a:extLst>
              <a:ext uri="{FF2B5EF4-FFF2-40B4-BE49-F238E27FC236}">
                <a16:creationId xmlns:a16="http://schemas.microsoft.com/office/drawing/2014/main" id="{81647831-56AC-6F2D-B9ED-47F3D887CC79}"/>
              </a:ext>
            </a:extLst>
          </p:cNvPr>
          <p:cNvGrpSpPr/>
          <p:nvPr/>
        </p:nvGrpSpPr>
        <p:grpSpPr>
          <a:xfrm>
            <a:off x="8570534" y="4262209"/>
            <a:ext cx="1929794" cy="523220"/>
            <a:chOff x="1435911" y="3731586"/>
            <a:chExt cx="1929794" cy="523220"/>
          </a:xfrm>
        </p:grpSpPr>
        <p:sp>
          <p:nvSpPr>
            <p:cNvPr id="27" name="Rectangle: Rounded Corners 26">
              <a:extLst>
                <a:ext uri="{FF2B5EF4-FFF2-40B4-BE49-F238E27FC236}">
                  <a16:creationId xmlns:a16="http://schemas.microsoft.com/office/drawing/2014/main" id="{19CDF2CF-8B56-84EC-FAB0-AC9DF84FD05C}"/>
                </a:ext>
              </a:extLst>
            </p:cNvPr>
            <p:cNvSpPr/>
            <p:nvPr/>
          </p:nvSpPr>
          <p:spPr>
            <a:xfrm>
              <a:off x="1455922" y="3859939"/>
              <a:ext cx="190978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28" name="TextBox 27">
              <a:extLst>
                <a:ext uri="{FF2B5EF4-FFF2-40B4-BE49-F238E27FC236}">
                  <a16:creationId xmlns:a16="http://schemas.microsoft.com/office/drawing/2014/main" id="{7062E3A3-EDC9-5224-D5F5-105B08428AF6}"/>
                </a:ext>
              </a:extLst>
            </p:cNvPr>
            <p:cNvSpPr txBox="1"/>
            <p:nvPr/>
          </p:nvSpPr>
          <p:spPr>
            <a:xfrm>
              <a:off x="1435911" y="3731586"/>
              <a:ext cx="407447" cy="523220"/>
            </a:xfrm>
            <a:prstGeom prst="rect">
              <a:avLst/>
            </a:prstGeom>
            <a:noFill/>
          </p:spPr>
          <p:txBody>
            <a:bodyPr wrap="none" rtlCol="0">
              <a:spAutoFit/>
            </a:bodyPr>
            <a:lstStyle/>
            <a:p>
              <a:r>
                <a:rPr lang="en-US" sz="2800" dirty="0">
                  <a:ln w="0"/>
                  <a:gradFill>
                    <a:gsLst>
                      <a:gs pos="21000">
                        <a:srgbClr val="53575C"/>
                      </a:gs>
                      <a:gs pos="88000">
                        <a:srgbClr val="C5C7CA"/>
                      </a:gs>
                    </a:gsLst>
                    <a:lin ang="5400000"/>
                  </a:gradFill>
                  <a:latin typeface="Aptos Mono" panose="020F0502020204030204" pitchFamily="49" charset="0"/>
                </a:rPr>
                <a:t>x</a:t>
              </a:r>
              <a:endParaRPr lang="en-GB" sz="2800" dirty="0">
                <a:ln w="0"/>
                <a:gradFill>
                  <a:gsLst>
                    <a:gs pos="21000">
                      <a:srgbClr val="53575C"/>
                    </a:gs>
                    <a:gs pos="88000">
                      <a:srgbClr val="C5C7CA"/>
                    </a:gs>
                  </a:gsLst>
                  <a:lin ang="5400000"/>
                </a:gradFill>
                <a:latin typeface="Aptos Mono" panose="020F0502020204030204" pitchFamily="49" charset="0"/>
              </a:endParaRPr>
            </a:p>
          </p:txBody>
        </p:sp>
        <p:sp>
          <p:nvSpPr>
            <p:cNvPr id="29" name="TextBox 28">
              <a:extLst>
                <a:ext uri="{FF2B5EF4-FFF2-40B4-BE49-F238E27FC236}">
                  <a16:creationId xmlns:a16="http://schemas.microsoft.com/office/drawing/2014/main" id="{2FB8E242-D96B-02B9-DB3E-94A1F9F51E46}"/>
                </a:ext>
              </a:extLst>
            </p:cNvPr>
            <p:cNvSpPr txBox="1"/>
            <p:nvPr/>
          </p:nvSpPr>
          <p:spPr>
            <a:xfrm>
              <a:off x="1740905" y="3856104"/>
              <a:ext cx="1574000" cy="338554"/>
            </a:xfrm>
            <a:prstGeom prst="rect">
              <a:avLst/>
            </a:prstGeom>
            <a:noFill/>
          </p:spPr>
          <p:txBody>
            <a:bodyPr wrap="square" rtlCol="0">
              <a:spAutoFit/>
            </a:bodyPr>
            <a:lstStyle/>
            <a:p>
              <a:r>
                <a:rPr lang="en-US" sz="1600" dirty="0"/>
                <a:t>Redeployment</a:t>
              </a:r>
              <a:endParaRPr lang="en-GB" sz="1600" dirty="0"/>
            </a:p>
          </p:txBody>
        </p:sp>
      </p:grpSp>
      <p:sp>
        <p:nvSpPr>
          <p:cNvPr id="10" name="TextBox 9">
            <a:extLst>
              <a:ext uri="{FF2B5EF4-FFF2-40B4-BE49-F238E27FC236}">
                <a16:creationId xmlns:a16="http://schemas.microsoft.com/office/drawing/2014/main" id="{28080D63-953F-375B-C8F6-888A172CAB11}"/>
              </a:ext>
            </a:extLst>
          </p:cNvPr>
          <p:cNvSpPr txBox="1"/>
          <p:nvPr/>
        </p:nvSpPr>
        <p:spPr>
          <a:xfrm>
            <a:off x="955135" y="2528643"/>
            <a:ext cx="3095756" cy="461665"/>
          </a:xfrm>
          <a:prstGeom prst="rect">
            <a:avLst/>
          </a:prstGeom>
          <a:noFill/>
        </p:spPr>
        <p:txBody>
          <a:bodyPr wrap="square" rtlCol="0">
            <a:spAutoFit/>
          </a:bodyPr>
          <a:lstStyle/>
          <a:p>
            <a:r>
              <a:rPr lang="en-GB" sz="2400" b="1" noProof="0" dirty="0"/>
              <a:t>behavioural control</a:t>
            </a:r>
          </a:p>
        </p:txBody>
      </p:sp>
      <p:sp>
        <p:nvSpPr>
          <p:cNvPr id="7" name="TextBox 6">
            <a:extLst>
              <a:ext uri="{FF2B5EF4-FFF2-40B4-BE49-F238E27FC236}">
                <a16:creationId xmlns:a16="http://schemas.microsoft.com/office/drawing/2014/main" id="{218D38B3-4DFC-E73A-689A-B308BF6F5692}"/>
              </a:ext>
            </a:extLst>
          </p:cNvPr>
          <p:cNvSpPr txBox="1"/>
          <p:nvPr/>
        </p:nvSpPr>
        <p:spPr>
          <a:xfrm>
            <a:off x="955133" y="3177242"/>
            <a:ext cx="3007290" cy="830997"/>
          </a:xfrm>
          <a:prstGeom prst="rect">
            <a:avLst/>
          </a:prstGeom>
          <a:noFill/>
        </p:spPr>
        <p:txBody>
          <a:bodyPr wrap="square" rtlCol="0">
            <a:spAutoFit/>
          </a:bodyPr>
          <a:lstStyle/>
          <a:p>
            <a:pPr algn="just"/>
            <a:r>
              <a:rPr lang="en-US" sz="1600" noProof="0" dirty="0"/>
              <a:t>The goal of this project is to enable </a:t>
            </a:r>
            <a:r>
              <a:rPr lang="en-US" sz="1600" b="1" noProof="0" dirty="0" err="1"/>
              <a:t>behavioural</a:t>
            </a:r>
            <a:r>
              <a:rPr lang="en-US" sz="1600" b="1" noProof="0" dirty="0"/>
              <a:t> flexibility </a:t>
            </a:r>
            <a:r>
              <a:rPr lang="en-US" sz="1600" noProof="0" dirty="0"/>
              <a:t>in a microservice system.</a:t>
            </a:r>
          </a:p>
        </p:txBody>
      </p:sp>
      <p:grpSp>
        <p:nvGrpSpPr>
          <p:cNvPr id="63" name="Group 62">
            <a:extLst>
              <a:ext uri="{FF2B5EF4-FFF2-40B4-BE49-F238E27FC236}">
                <a16:creationId xmlns:a16="http://schemas.microsoft.com/office/drawing/2014/main" id="{625DE57E-9B9A-A9DD-1E71-776A2DCC01AE}"/>
              </a:ext>
            </a:extLst>
          </p:cNvPr>
          <p:cNvGrpSpPr/>
          <p:nvPr/>
        </p:nvGrpSpPr>
        <p:grpSpPr>
          <a:xfrm>
            <a:off x="1077030" y="4028529"/>
            <a:ext cx="2813843" cy="1414564"/>
            <a:chOff x="8402367" y="3429089"/>
            <a:chExt cx="2813843" cy="1414564"/>
          </a:xfrm>
        </p:grpSpPr>
        <p:grpSp>
          <p:nvGrpSpPr>
            <p:cNvPr id="30" name="Group 29">
              <a:extLst>
                <a:ext uri="{FF2B5EF4-FFF2-40B4-BE49-F238E27FC236}">
                  <a16:creationId xmlns:a16="http://schemas.microsoft.com/office/drawing/2014/main" id="{C3164C89-3116-F37F-CF29-6548E4A5A284}"/>
                </a:ext>
              </a:extLst>
            </p:cNvPr>
            <p:cNvGrpSpPr/>
            <p:nvPr/>
          </p:nvGrpSpPr>
          <p:grpSpPr>
            <a:xfrm>
              <a:off x="8402367" y="3429089"/>
              <a:ext cx="1544904" cy="523220"/>
              <a:chOff x="1435911" y="3731586"/>
              <a:chExt cx="1544904" cy="523220"/>
            </a:xfrm>
          </p:grpSpPr>
          <p:sp>
            <p:nvSpPr>
              <p:cNvPr id="31" name="Rectangle: Rounded Corners 30">
                <a:extLst>
                  <a:ext uri="{FF2B5EF4-FFF2-40B4-BE49-F238E27FC236}">
                    <a16:creationId xmlns:a16="http://schemas.microsoft.com/office/drawing/2014/main" id="{988D55D2-23B1-7073-A08B-5DFA54A6C022}"/>
                  </a:ext>
                </a:extLst>
              </p:cNvPr>
              <p:cNvSpPr/>
              <p:nvPr/>
            </p:nvSpPr>
            <p:spPr>
              <a:xfrm>
                <a:off x="1455923" y="3859939"/>
                <a:ext cx="152489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32" name="TextBox 31">
                <a:extLst>
                  <a:ext uri="{FF2B5EF4-FFF2-40B4-BE49-F238E27FC236}">
                    <a16:creationId xmlns:a16="http://schemas.microsoft.com/office/drawing/2014/main" id="{6B3A746A-30E5-19D8-E525-718EC76BDB62}"/>
                  </a:ext>
                </a:extLst>
              </p:cNvPr>
              <p:cNvSpPr txBox="1"/>
              <p:nvPr/>
            </p:nvSpPr>
            <p:spPr>
              <a:xfrm>
                <a:off x="1435911" y="3731586"/>
                <a:ext cx="407447" cy="523220"/>
              </a:xfrm>
              <a:prstGeom prst="rect">
                <a:avLst/>
              </a:prstGeom>
              <a:noFill/>
            </p:spPr>
            <p:txBody>
              <a:bodyPr wrap="none" rtlCol="0">
                <a:spAutoFit/>
              </a:bodyPr>
              <a:lstStyle/>
              <a:p>
                <a:r>
                  <a:rPr lang="en-US" sz="2800" dirty="0">
                    <a:ln w="0"/>
                    <a:gradFill>
                      <a:gsLst>
                        <a:gs pos="21000">
                          <a:srgbClr val="53575C"/>
                        </a:gs>
                        <a:gs pos="88000">
                          <a:srgbClr val="C5C7CA"/>
                        </a:gs>
                      </a:gsLst>
                      <a:lin ang="5400000"/>
                    </a:gradFill>
                    <a:latin typeface="Aptos Mono" panose="020F0502020204030204" pitchFamily="49" charset="0"/>
                  </a:rPr>
                  <a:t>x</a:t>
                </a:r>
                <a:endParaRPr lang="en-GB" sz="2800" dirty="0">
                  <a:ln w="0"/>
                  <a:gradFill>
                    <a:gsLst>
                      <a:gs pos="21000">
                        <a:srgbClr val="53575C"/>
                      </a:gs>
                      <a:gs pos="88000">
                        <a:srgbClr val="C5C7CA"/>
                      </a:gs>
                    </a:gsLst>
                    <a:lin ang="5400000"/>
                  </a:gradFill>
                  <a:latin typeface="Aptos Mono" panose="020F0502020204030204" pitchFamily="49" charset="0"/>
                </a:endParaRPr>
              </a:p>
            </p:txBody>
          </p:sp>
          <p:sp>
            <p:nvSpPr>
              <p:cNvPr id="33" name="TextBox 32">
                <a:extLst>
                  <a:ext uri="{FF2B5EF4-FFF2-40B4-BE49-F238E27FC236}">
                    <a16:creationId xmlns:a16="http://schemas.microsoft.com/office/drawing/2014/main" id="{C0C57863-F791-EFCE-ED41-438586AA1187}"/>
                  </a:ext>
                </a:extLst>
              </p:cNvPr>
              <p:cNvSpPr txBox="1"/>
              <p:nvPr/>
            </p:nvSpPr>
            <p:spPr>
              <a:xfrm>
                <a:off x="1740905" y="3856415"/>
                <a:ext cx="1166553" cy="338554"/>
              </a:xfrm>
              <a:prstGeom prst="rect">
                <a:avLst/>
              </a:prstGeom>
              <a:noFill/>
            </p:spPr>
            <p:txBody>
              <a:bodyPr wrap="square" rtlCol="0">
                <a:spAutoFit/>
              </a:bodyPr>
              <a:lstStyle/>
              <a:p>
                <a:r>
                  <a:rPr lang="en-US" sz="1600"/>
                  <a:t>Scalability</a:t>
                </a:r>
                <a:endParaRPr lang="en-GB" sz="1600"/>
              </a:p>
            </p:txBody>
          </p:sp>
        </p:grpSp>
        <p:grpSp>
          <p:nvGrpSpPr>
            <p:cNvPr id="35" name="Group 34">
              <a:extLst>
                <a:ext uri="{FF2B5EF4-FFF2-40B4-BE49-F238E27FC236}">
                  <a16:creationId xmlns:a16="http://schemas.microsoft.com/office/drawing/2014/main" id="{F32C0092-3230-5B59-B001-FE392E4B6322}"/>
                </a:ext>
              </a:extLst>
            </p:cNvPr>
            <p:cNvGrpSpPr/>
            <p:nvPr/>
          </p:nvGrpSpPr>
          <p:grpSpPr>
            <a:xfrm>
              <a:off x="8402367" y="3874761"/>
              <a:ext cx="2014705" cy="523220"/>
              <a:chOff x="1435911" y="3731586"/>
              <a:chExt cx="2014705" cy="523220"/>
            </a:xfrm>
          </p:grpSpPr>
          <p:sp>
            <p:nvSpPr>
              <p:cNvPr id="36" name="Rectangle: Rounded Corners 35">
                <a:extLst>
                  <a:ext uri="{FF2B5EF4-FFF2-40B4-BE49-F238E27FC236}">
                    <a16:creationId xmlns:a16="http://schemas.microsoft.com/office/drawing/2014/main" id="{DD439889-36D6-D285-114C-91C151C4565E}"/>
                  </a:ext>
                </a:extLst>
              </p:cNvPr>
              <p:cNvSpPr/>
              <p:nvPr/>
            </p:nvSpPr>
            <p:spPr>
              <a:xfrm>
                <a:off x="1455923" y="3859939"/>
                <a:ext cx="199469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37" name="TextBox 36">
                <a:extLst>
                  <a:ext uri="{FF2B5EF4-FFF2-40B4-BE49-F238E27FC236}">
                    <a16:creationId xmlns:a16="http://schemas.microsoft.com/office/drawing/2014/main" id="{EEA21366-F44E-B595-CC65-B868D5985D5F}"/>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38" name="TextBox 37">
                <a:extLst>
                  <a:ext uri="{FF2B5EF4-FFF2-40B4-BE49-F238E27FC236}">
                    <a16:creationId xmlns:a16="http://schemas.microsoft.com/office/drawing/2014/main" id="{31830DC7-B292-7F66-92D5-B1F13E33CA8B}"/>
                  </a:ext>
                </a:extLst>
              </p:cNvPr>
              <p:cNvSpPr txBox="1"/>
              <p:nvPr/>
            </p:nvSpPr>
            <p:spPr>
              <a:xfrm>
                <a:off x="1740905" y="3856415"/>
                <a:ext cx="1648751" cy="338554"/>
              </a:xfrm>
              <a:prstGeom prst="rect">
                <a:avLst/>
              </a:prstGeom>
              <a:noFill/>
            </p:spPr>
            <p:txBody>
              <a:bodyPr wrap="square" rtlCol="0">
                <a:spAutoFit/>
              </a:bodyPr>
              <a:lstStyle/>
              <a:p>
                <a:r>
                  <a:rPr lang="en-US" sz="1600" dirty="0"/>
                  <a:t>Fault-tolerance</a:t>
                </a:r>
                <a:endParaRPr lang="en-GB" sz="1600" dirty="0"/>
              </a:p>
            </p:txBody>
          </p:sp>
        </p:grpSp>
        <p:grpSp>
          <p:nvGrpSpPr>
            <p:cNvPr id="39" name="Group 38">
              <a:extLst>
                <a:ext uri="{FF2B5EF4-FFF2-40B4-BE49-F238E27FC236}">
                  <a16:creationId xmlns:a16="http://schemas.microsoft.com/office/drawing/2014/main" id="{998E288A-E38E-0EEA-9924-4A6D73DE7961}"/>
                </a:ext>
              </a:extLst>
            </p:cNvPr>
            <p:cNvGrpSpPr/>
            <p:nvPr/>
          </p:nvGrpSpPr>
          <p:grpSpPr>
            <a:xfrm>
              <a:off x="8402367" y="4320433"/>
              <a:ext cx="2813843" cy="523220"/>
              <a:chOff x="1435911" y="3731586"/>
              <a:chExt cx="2813843" cy="523220"/>
            </a:xfrm>
          </p:grpSpPr>
          <p:sp>
            <p:nvSpPr>
              <p:cNvPr id="40" name="Rectangle: Rounded Corners 39">
                <a:extLst>
                  <a:ext uri="{FF2B5EF4-FFF2-40B4-BE49-F238E27FC236}">
                    <a16:creationId xmlns:a16="http://schemas.microsoft.com/office/drawing/2014/main" id="{1815E4EA-BA54-3A99-567A-5F918CCCAF5B}"/>
                  </a:ext>
                </a:extLst>
              </p:cNvPr>
              <p:cNvSpPr/>
              <p:nvPr/>
            </p:nvSpPr>
            <p:spPr>
              <a:xfrm>
                <a:off x="1455922" y="3859939"/>
                <a:ext cx="271382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41" name="TextBox 40">
                <a:extLst>
                  <a:ext uri="{FF2B5EF4-FFF2-40B4-BE49-F238E27FC236}">
                    <a16:creationId xmlns:a16="http://schemas.microsoft.com/office/drawing/2014/main" id="{8D8506FD-CDAC-648E-6AAF-FDD3470F380E}"/>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42" name="TextBox 41">
                <a:extLst>
                  <a:ext uri="{FF2B5EF4-FFF2-40B4-BE49-F238E27FC236}">
                    <a16:creationId xmlns:a16="http://schemas.microsoft.com/office/drawing/2014/main" id="{7F5C9699-4122-6A5E-0059-3F3BC146687D}"/>
                  </a:ext>
                </a:extLst>
              </p:cNvPr>
              <p:cNvSpPr txBox="1"/>
              <p:nvPr/>
            </p:nvSpPr>
            <p:spPr>
              <a:xfrm>
                <a:off x="1740905" y="3856415"/>
                <a:ext cx="2508849" cy="338554"/>
              </a:xfrm>
              <a:prstGeom prst="rect">
                <a:avLst/>
              </a:prstGeom>
              <a:noFill/>
            </p:spPr>
            <p:txBody>
              <a:bodyPr wrap="square" rtlCol="0">
                <a:spAutoFit/>
              </a:bodyPr>
              <a:lstStyle/>
              <a:p>
                <a:r>
                  <a:rPr lang="en-US" sz="1600" dirty="0"/>
                  <a:t>Resource management</a:t>
                </a:r>
                <a:endParaRPr lang="en-GB" sz="1600" dirty="0"/>
              </a:p>
            </p:txBody>
          </p:sp>
        </p:grpSp>
      </p:grpSp>
      <p:sp>
        <p:nvSpPr>
          <p:cNvPr id="64" name="Oval 63">
            <a:extLst>
              <a:ext uri="{FF2B5EF4-FFF2-40B4-BE49-F238E27FC236}">
                <a16:creationId xmlns:a16="http://schemas.microsoft.com/office/drawing/2014/main" id="{AA79EED4-B8BA-2296-38A9-02755336FBDD}"/>
              </a:ext>
            </a:extLst>
          </p:cNvPr>
          <p:cNvSpPr>
            <a:spLocks noChangeAspect="1"/>
          </p:cNvSpPr>
          <p:nvPr/>
        </p:nvSpPr>
        <p:spPr>
          <a:xfrm>
            <a:off x="103315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12" name="Group 11">
            <a:extLst>
              <a:ext uri="{FF2B5EF4-FFF2-40B4-BE49-F238E27FC236}">
                <a16:creationId xmlns:a16="http://schemas.microsoft.com/office/drawing/2014/main" id="{E81ABE41-D491-FF1D-3ECC-E92E1D1AD26B}"/>
              </a:ext>
            </a:extLst>
          </p:cNvPr>
          <p:cNvGrpSpPr/>
          <p:nvPr/>
        </p:nvGrpSpPr>
        <p:grpSpPr>
          <a:xfrm>
            <a:off x="10278334" y="0"/>
            <a:ext cx="987657" cy="297132"/>
            <a:chOff x="10278334" y="0"/>
            <a:chExt cx="987657" cy="297132"/>
          </a:xfrm>
        </p:grpSpPr>
        <p:grpSp>
          <p:nvGrpSpPr>
            <p:cNvPr id="13" name="Group 12">
              <a:extLst>
                <a:ext uri="{FF2B5EF4-FFF2-40B4-BE49-F238E27FC236}">
                  <a16:creationId xmlns:a16="http://schemas.microsoft.com/office/drawing/2014/main" id="{A8D2A85C-51FE-7E0A-1890-C732F654AFCB}"/>
                </a:ext>
              </a:extLst>
            </p:cNvPr>
            <p:cNvGrpSpPr/>
            <p:nvPr/>
          </p:nvGrpSpPr>
          <p:grpSpPr>
            <a:xfrm>
              <a:off x="10278334" y="0"/>
              <a:ext cx="336385" cy="294592"/>
              <a:chOff x="10278334" y="0"/>
              <a:chExt cx="336385" cy="294592"/>
            </a:xfrm>
          </p:grpSpPr>
          <p:sp>
            <p:nvSpPr>
              <p:cNvPr id="48" name="Rectangle 47">
                <a:extLst>
                  <a:ext uri="{FF2B5EF4-FFF2-40B4-BE49-F238E27FC236}">
                    <a16:creationId xmlns:a16="http://schemas.microsoft.com/office/drawing/2014/main" id="{2A4EAC7A-4866-E742-1A82-C6BA9E66B4A4}"/>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94BC2C55-C3F0-9106-9FAC-E410FA8C3225}"/>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04470072-140D-0FC1-94E1-253A2149E0E0}"/>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15" name="Group 14">
              <a:extLst>
                <a:ext uri="{FF2B5EF4-FFF2-40B4-BE49-F238E27FC236}">
                  <a16:creationId xmlns:a16="http://schemas.microsoft.com/office/drawing/2014/main" id="{FD470C9E-3BEC-6172-E95A-F9C8FA7C1305}"/>
                </a:ext>
              </a:extLst>
            </p:cNvPr>
            <p:cNvGrpSpPr/>
            <p:nvPr/>
          </p:nvGrpSpPr>
          <p:grpSpPr>
            <a:xfrm>
              <a:off x="10605240" y="0"/>
              <a:ext cx="336385" cy="297132"/>
              <a:chOff x="10289176" y="0"/>
              <a:chExt cx="336385" cy="297132"/>
            </a:xfrm>
          </p:grpSpPr>
          <p:sp>
            <p:nvSpPr>
              <p:cNvPr id="44" name="Rectangle 43">
                <a:extLst>
                  <a:ext uri="{FF2B5EF4-FFF2-40B4-BE49-F238E27FC236}">
                    <a16:creationId xmlns:a16="http://schemas.microsoft.com/office/drawing/2014/main" id="{9D5EC584-EA22-8BEA-CDAB-ECE9E59284A4}"/>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oup 44">
                <a:extLst>
                  <a:ext uri="{FF2B5EF4-FFF2-40B4-BE49-F238E27FC236}">
                    <a16:creationId xmlns:a16="http://schemas.microsoft.com/office/drawing/2014/main" id="{DE674511-F6CC-F8CB-86F8-D5EB01DD316D}"/>
                  </a:ext>
                </a:extLst>
              </p:cNvPr>
              <p:cNvGrpSpPr/>
              <p:nvPr/>
            </p:nvGrpSpPr>
            <p:grpSpPr>
              <a:xfrm>
                <a:off x="10289176" y="81688"/>
                <a:ext cx="336385" cy="215444"/>
                <a:chOff x="5178425" y="855322"/>
                <a:chExt cx="336385" cy="215444"/>
              </a:xfrm>
            </p:grpSpPr>
            <p:sp>
              <p:nvSpPr>
                <p:cNvPr id="46" name="Oval 45">
                  <a:extLst>
                    <a:ext uri="{FF2B5EF4-FFF2-40B4-BE49-F238E27FC236}">
                      <a16:creationId xmlns:a16="http://schemas.microsoft.com/office/drawing/2014/main" id="{C9005202-4535-92DD-AB9D-40A387882A38}"/>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EDD58835-A08A-BEC9-85D1-7FAEFCFB855C}"/>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17" name="Group 16">
              <a:extLst>
                <a:ext uri="{FF2B5EF4-FFF2-40B4-BE49-F238E27FC236}">
                  <a16:creationId xmlns:a16="http://schemas.microsoft.com/office/drawing/2014/main" id="{C0C10EEF-C74A-88F7-AFFD-53B2F4D37FB0}"/>
                </a:ext>
              </a:extLst>
            </p:cNvPr>
            <p:cNvGrpSpPr/>
            <p:nvPr/>
          </p:nvGrpSpPr>
          <p:grpSpPr>
            <a:xfrm>
              <a:off x="10929606" y="0"/>
              <a:ext cx="336385" cy="297132"/>
              <a:chOff x="10880361" y="0"/>
              <a:chExt cx="336385" cy="297132"/>
            </a:xfrm>
          </p:grpSpPr>
          <p:sp>
            <p:nvSpPr>
              <p:cNvPr id="18" name="Rectangle 17">
                <a:extLst>
                  <a:ext uri="{FF2B5EF4-FFF2-40B4-BE49-F238E27FC236}">
                    <a16:creationId xmlns:a16="http://schemas.microsoft.com/office/drawing/2014/main" id="{C973CE2A-AC8D-2E3C-892D-B719703B8E20}"/>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A0CEA618-DE2A-FA47-D221-6D7FD69A61F4}"/>
                  </a:ext>
                </a:extLst>
              </p:cNvPr>
              <p:cNvGrpSpPr/>
              <p:nvPr/>
            </p:nvGrpSpPr>
            <p:grpSpPr>
              <a:xfrm>
                <a:off x="10880361" y="81688"/>
                <a:ext cx="336385" cy="215444"/>
                <a:chOff x="5180965" y="851650"/>
                <a:chExt cx="336385" cy="215444"/>
              </a:xfrm>
            </p:grpSpPr>
            <p:sp>
              <p:nvSpPr>
                <p:cNvPr id="34" name="Oval 33">
                  <a:extLst>
                    <a:ext uri="{FF2B5EF4-FFF2-40B4-BE49-F238E27FC236}">
                      <a16:creationId xmlns:a16="http://schemas.microsoft.com/office/drawing/2014/main" id="{0D99AFC3-9714-9A5B-129B-0AFCC0488A34}"/>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010382D1-5586-3CB7-0CDA-ED3999E560E0}"/>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336684282"/>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15BFD-C737-3CFF-B3C1-90A90D5FB598}"/>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E1A26E6-7F50-B066-C7FA-1CC23C5F92AE}"/>
              </a:ext>
            </a:extLst>
          </p:cNvPr>
          <p:cNvSpPr/>
          <p:nvPr/>
        </p:nvSpPr>
        <p:spPr>
          <a:xfrm>
            <a:off x="4548715" y="0"/>
            <a:ext cx="3390688"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egnaposto data 2">
            <a:extLst>
              <a:ext uri="{FF2B5EF4-FFF2-40B4-BE49-F238E27FC236}">
                <a16:creationId xmlns:a16="http://schemas.microsoft.com/office/drawing/2014/main" id="{A70DBD98-5F2B-4E85-CC70-32FADB2CA372}"/>
              </a:ext>
            </a:extLst>
          </p:cNvPr>
          <p:cNvSpPr>
            <a:spLocks noGrp="1"/>
          </p:cNvSpPr>
          <p:nvPr>
            <p:ph type="dt" sz="half" idx="10"/>
          </p:nvPr>
        </p:nvSpPr>
        <p:spPr/>
        <p:txBody>
          <a:bodyPr/>
          <a:lstStyle/>
          <a:p>
            <a:r>
              <a:rPr lang="en-GB" noProof="0"/>
              <a:t>POLITECNICO DI MILANO</a:t>
            </a:r>
          </a:p>
        </p:txBody>
      </p:sp>
      <p:sp>
        <p:nvSpPr>
          <p:cNvPr id="4" name="Segnaposto piè di pagina 3">
            <a:extLst>
              <a:ext uri="{FF2B5EF4-FFF2-40B4-BE49-F238E27FC236}">
                <a16:creationId xmlns:a16="http://schemas.microsoft.com/office/drawing/2014/main" id="{07AC5F8C-5837-B8F1-EE44-E748E14458F3}"/>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E1CD7A07-2234-59BF-8757-078B2F752085}"/>
              </a:ext>
            </a:extLst>
          </p:cNvPr>
          <p:cNvSpPr>
            <a:spLocks noGrp="1"/>
          </p:cNvSpPr>
          <p:nvPr>
            <p:ph type="sldNum" sz="quarter" idx="12"/>
          </p:nvPr>
        </p:nvSpPr>
        <p:spPr/>
        <p:txBody>
          <a:bodyPr/>
          <a:lstStyle/>
          <a:p>
            <a:fld id="{3135EEA2-8D42-4D46-95A6-66E65FDC5EB1}" type="slidenum">
              <a:rPr lang="en-GB" noProof="0" smtClean="0"/>
              <a:pPr/>
              <a:t>9</a:t>
            </a:fld>
            <a:endParaRPr lang="en-GB" noProof="0"/>
          </a:p>
        </p:txBody>
      </p:sp>
      <p:sp>
        <p:nvSpPr>
          <p:cNvPr id="8" name="!!Finegrained">
            <a:extLst>
              <a:ext uri="{FF2B5EF4-FFF2-40B4-BE49-F238E27FC236}">
                <a16:creationId xmlns:a16="http://schemas.microsoft.com/office/drawing/2014/main" id="{31310665-4D63-1D28-A361-04FD812630BE}"/>
              </a:ext>
            </a:extLst>
          </p:cNvPr>
          <p:cNvSpPr txBox="1"/>
          <p:nvPr/>
        </p:nvSpPr>
        <p:spPr>
          <a:xfrm>
            <a:off x="4894690" y="2528643"/>
            <a:ext cx="2040943" cy="461665"/>
          </a:xfrm>
          <a:prstGeom prst="rect">
            <a:avLst/>
          </a:prstGeom>
          <a:noFill/>
        </p:spPr>
        <p:txBody>
          <a:bodyPr wrap="none" rtlCol="0">
            <a:spAutoFit/>
          </a:bodyPr>
          <a:lstStyle/>
          <a:p>
            <a:r>
              <a:rPr lang="en-GB" sz="2400" b="1" noProof="0" dirty="0"/>
              <a:t>fine-grained</a:t>
            </a:r>
          </a:p>
        </p:txBody>
      </p:sp>
      <p:sp>
        <p:nvSpPr>
          <p:cNvPr id="2" name="TextBox 1">
            <a:extLst>
              <a:ext uri="{FF2B5EF4-FFF2-40B4-BE49-F238E27FC236}">
                <a16:creationId xmlns:a16="http://schemas.microsoft.com/office/drawing/2014/main" id="{7AE1F516-9A27-9433-8C51-AE0DC3529315}"/>
              </a:ext>
            </a:extLst>
          </p:cNvPr>
          <p:cNvSpPr txBox="1"/>
          <p:nvPr/>
        </p:nvSpPr>
        <p:spPr>
          <a:xfrm>
            <a:off x="4894690" y="3177242"/>
            <a:ext cx="2782885" cy="584775"/>
          </a:xfrm>
          <a:prstGeom prst="rect">
            <a:avLst/>
          </a:prstGeom>
          <a:noFill/>
        </p:spPr>
        <p:txBody>
          <a:bodyPr wrap="square" rtlCol="0">
            <a:spAutoFit/>
          </a:bodyPr>
          <a:lstStyle/>
          <a:p>
            <a:pPr algn="just"/>
            <a:r>
              <a:rPr lang="en-GB" sz="1600" noProof="0" dirty="0"/>
              <a:t>Control at the level of a single </a:t>
            </a:r>
            <a:r>
              <a:rPr lang="en-GB" sz="1600" b="1" noProof="0" dirty="0"/>
              <a:t>method</a:t>
            </a:r>
            <a:r>
              <a:rPr lang="en-GB" sz="1600" noProof="0" dirty="0"/>
              <a:t> or </a:t>
            </a:r>
            <a:r>
              <a:rPr lang="en-GB" sz="1600" b="1" noProof="0" dirty="0"/>
              <a:t>function</a:t>
            </a:r>
            <a:r>
              <a:rPr lang="en-GB" sz="1600" noProof="0" dirty="0"/>
              <a:t>.</a:t>
            </a:r>
          </a:p>
        </p:txBody>
      </p:sp>
      <p:grpSp>
        <p:nvGrpSpPr>
          <p:cNvPr id="62" name="Group 61">
            <a:extLst>
              <a:ext uri="{FF2B5EF4-FFF2-40B4-BE49-F238E27FC236}">
                <a16:creationId xmlns:a16="http://schemas.microsoft.com/office/drawing/2014/main" id="{1FF4070E-6F40-3C03-FB6B-EEA311F6F05D}"/>
              </a:ext>
            </a:extLst>
          </p:cNvPr>
          <p:cNvGrpSpPr/>
          <p:nvPr/>
        </p:nvGrpSpPr>
        <p:grpSpPr>
          <a:xfrm>
            <a:off x="4940845" y="3805009"/>
            <a:ext cx="1958073" cy="940588"/>
            <a:chOff x="1197209" y="3246338"/>
            <a:chExt cx="1958073" cy="940588"/>
          </a:xfrm>
        </p:grpSpPr>
        <p:grpSp>
          <p:nvGrpSpPr>
            <p:cNvPr id="21" name="Group 20">
              <a:extLst>
                <a:ext uri="{FF2B5EF4-FFF2-40B4-BE49-F238E27FC236}">
                  <a16:creationId xmlns:a16="http://schemas.microsoft.com/office/drawing/2014/main" id="{6B77AA3E-2886-54C2-97D3-5080E25B0B0B}"/>
                </a:ext>
              </a:extLst>
            </p:cNvPr>
            <p:cNvGrpSpPr/>
            <p:nvPr/>
          </p:nvGrpSpPr>
          <p:grpSpPr>
            <a:xfrm>
              <a:off x="1197209" y="3246338"/>
              <a:ext cx="1688289" cy="523220"/>
              <a:chOff x="1435911" y="3731586"/>
              <a:chExt cx="1688289" cy="523220"/>
            </a:xfrm>
          </p:grpSpPr>
          <p:sp>
            <p:nvSpPr>
              <p:cNvPr id="11" name="Rectangle: Rounded Corners 10">
                <a:extLst>
                  <a:ext uri="{FF2B5EF4-FFF2-40B4-BE49-F238E27FC236}">
                    <a16:creationId xmlns:a16="http://schemas.microsoft.com/office/drawing/2014/main" id="{3737DE58-454A-340E-85B9-28D37D14B1DD}"/>
                  </a:ext>
                </a:extLst>
              </p:cNvPr>
              <p:cNvSpPr/>
              <p:nvPr/>
            </p:nvSpPr>
            <p:spPr>
              <a:xfrm>
                <a:off x="1455923" y="3859939"/>
                <a:ext cx="1668277"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14" name="TextBox 13">
                <a:extLst>
                  <a:ext uri="{FF2B5EF4-FFF2-40B4-BE49-F238E27FC236}">
                    <a16:creationId xmlns:a16="http://schemas.microsoft.com/office/drawing/2014/main" id="{34187058-2614-EB93-C893-683EFDF767CD}"/>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20" name="TextBox 19">
                <a:extLst>
                  <a:ext uri="{FF2B5EF4-FFF2-40B4-BE49-F238E27FC236}">
                    <a16:creationId xmlns:a16="http://schemas.microsoft.com/office/drawing/2014/main" id="{4E5C9C69-0ACE-3727-558E-595AFF3F4E86}"/>
                  </a:ext>
                </a:extLst>
              </p:cNvPr>
              <p:cNvSpPr txBox="1"/>
              <p:nvPr/>
            </p:nvSpPr>
            <p:spPr>
              <a:xfrm>
                <a:off x="1768134" y="3852543"/>
                <a:ext cx="1284326" cy="338554"/>
              </a:xfrm>
              <a:prstGeom prst="rect">
                <a:avLst/>
              </a:prstGeom>
              <a:noFill/>
            </p:spPr>
            <p:txBody>
              <a:bodyPr wrap="none" rtlCol="0">
                <a:spAutoFit/>
              </a:bodyPr>
              <a:lstStyle/>
              <a:p>
                <a:r>
                  <a:rPr lang="en-US" sz="1600"/>
                  <a:t>A/B Testing</a:t>
                </a:r>
                <a:endParaRPr lang="en-GB" sz="1600"/>
              </a:p>
            </p:txBody>
          </p:sp>
        </p:grpSp>
        <p:grpSp>
          <p:nvGrpSpPr>
            <p:cNvPr id="22" name="Group 21">
              <a:extLst>
                <a:ext uri="{FF2B5EF4-FFF2-40B4-BE49-F238E27FC236}">
                  <a16:creationId xmlns:a16="http://schemas.microsoft.com/office/drawing/2014/main" id="{06307565-77AC-F2C8-BA0F-9FD56CE7870D}"/>
                </a:ext>
              </a:extLst>
            </p:cNvPr>
            <p:cNvGrpSpPr/>
            <p:nvPr/>
          </p:nvGrpSpPr>
          <p:grpSpPr>
            <a:xfrm>
              <a:off x="1197209" y="3663706"/>
              <a:ext cx="1958073" cy="523220"/>
              <a:chOff x="1435911" y="3731586"/>
              <a:chExt cx="1958073" cy="523220"/>
            </a:xfrm>
          </p:grpSpPr>
          <p:sp>
            <p:nvSpPr>
              <p:cNvPr id="23" name="Rectangle: Rounded Corners 22">
                <a:extLst>
                  <a:ext uri="{FF2B5EF4-FFF2-40B4-BE49-F238E27FC236}">
                    <a16:creationId xmlns:a16="http://schemas.microsoft.com/office/drawing/2014/main" id="{F023FCDA-B0C4-86D7-4CB0-C159A6D2D893}"/>
                  </a:ext>
                </a:extLst>
              </p:cNvPr>
              <p:cNvSpPr/>
              <p:nvPr/>
            </p:nvSpPr>
            <p:spPr>
              <a:xfrm>
                <a:off x="1455923" y="3859939"/>
                <a:ext cx="1807978"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24" name="TextBox 23">
                <a:extLst>
                  <a:ext uri="{FF2B5EF4-FFF2-40B4-BE49-F238E27FC236}">
                    <a16:creationId xmlns:a16="http://schemas.microsoft.com/office/drawing/2014/main" id="{6A02CACF-F2B5-9254-0325-BE2B09A233B2}"/>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25" name="TextBox 24">
                <a:extLst>
                  <a:ext uri="{FF2B5EF4-FFF2-40B4-BE49-F238E27FC236}">
                    <a16:creationId xmlns:a16="http://schemas.microsoft.com/office/drawing/2014/main" id="{249D7093-2F77-CBA7-F78B-19317E800D99}"/>
                  </a:ext>
                </a:extLst>
              </p:cNvPr>
              <p:cNvSpPr txBox="1"/>
              <p:nvPr/>
            </p:nvSpPr>
            <p:spPr>
              <a:xfrm>
                <a:off x="1762354" y="3852543"/>
                <a:ext cx="1631630" cy="338554"/>
              </a:xfrm>
              <a:prstGeom prst="rect">
                <a:avLst/>
              </a:prstGeom>
              <a:noFill/>
            </p:spPr>
            <p:txBody>
              <a:bodyPr wrap="square" rtlCol="0">
                <a:spAutoFit/>
              </a:bodyPr>
              <a:lstStyle/>
              <a:p>
                <a:r>
                  <a:rPr lang="en-US" sz="1600" dirty="0"/>
                  <a:t>Feature Flags</a:t>
                </a:r>
                <a:endParaRPr lang="en-GB" sz="1600" dirty="0"/>
              </a:p>
            </p:txBody>
          </p:sp>
        </p:grpSp>
      </p:grpSp>
      <p:sp>
        <p:nvSpPr>
          <p:cNvPr id="9" name="!!Question">
            <a:extLst>
              <a:ext uri="{FF2B5EF4-FFF2-40B4-BE49-F238E27FC236}">
                <a16:creationId xmlns:a16="http://schemas.microsoft.com/office/drawing/2014/main" id="{D5BBE2D3-0D46-D4E3-F6B9-EC0C4AD24B44}"/>
              </a:ext>
            </a:extLst>
          </p:cNvPr>
          <p:cNvSpPr txBox="1"/>
          <p:nvPr/>
        </p:nvSpPr>
        <p:spPr>
          <a:xfrm>
            <a:off x="8521374" y="2528643"/>
            <a:ext cx="1375698" cy="461665"/>
          </a:xfrm>
          <a:prstGeom prst="rect">
            <a:avLst/>
          </a:prstGeom>
          <a:noFill/>
        </p:spPr>
        <p:txBody>
          <a:bodyPr wrap="none" rtlCol="0">
            <a:spAutoFit/>
          </a:bodyPr>
          <a:lstStyle/>
          <a:p>
            <a:r>
              <a:rPr lang="en-GB" sz="2400" b="1" noProof="0" dirty="0"/>
              <a:t>runtime</a:t>
            </a:r>
          </a:p>
        </p:txBody>
      </p:sp>
      <p:sp>
        <p:nvSpPr>
          <p:cNvPr id="6" name="TextBox 5">
            <a:extLst>
              <a:ext uri="{FF2B5EF4-FFF2-40B4-BE49-F238E27FC236}">
                <a16:creationId xmlns:a16="http://schemas.microsoft.com/office/drawing/2014/main" id="{5BC532F9-7538-70CC-6E05-6A23F0F8C36D}"/>
              </a:ext>
            </a:extLst>
          </p:cNvPr>
          <p:cNvSpPr txBox="1"/>
          <p:nvPr/>
        </p:nvSpPr>
        <p:spPr>
          <a:xfrm>
            <a:off x="8521374" y="3177242"/>
            <a:ext cx="2493962" cy="1077218"/>
          </a:xfrm>
          <a:prstGeom prst="rect">
            <a:avLst/>
          </a:prstGeom>
          <a:noFill/>
        </p:spPr>
        <p:txBody>
          <a:bodyPr wrap="square" rtlCol="0">
            <a:spAutoFit/>
          </a:bodyPr>
          <a:lstStyle/>
          <a:p>
            <a:pPr algn="just"/>
            <a:r>
              <a:rPr lang="en-US" sz="1600" noProof="0" dirty="0"/>
              <a:t>The </a:t>
            </a:r>
            <a:r>
              <a:rPr lang="en-US" sz="1600" noProof="0" dirty="0" err="1"/>
              <a:t>behaviour</a:t>
            </a:r>
            <a:r>
              <a:rPr lang="en-US" sz="1600" noProof="0" dirty="0"/>
              <a:t> can be selected and </a:t>
            </a:r>
            <a:r>
              <a:rPr lang="en-US" sz="1600" b="1" noProof="0" dirty="0"/>
              <a:t>switched</a:t>
            </a:r>
            <a:r>
              <a:rPr lang="en-US" sz="1600" noProof="0" dirty="0"/>
              <a:t> at </a:t>
            </a:r>
            <a:r>
              <a:rPr lang="en-US" sz="1600" b="1" noProof="0" dirty="0"/>
              <a:t>runtime</a:t>
            </a:r>
            <a:r>
              <a:rPr lang="en-US" sz="1600" noProof="0" dirty="0"/>
              <a:t> among the available ones.</a:t>
            </a:r>
          </a:p>
        </p:txBody>
      </p:sp>
      <p:grpSp>
        <p:nvGrpSpPr>
          <p:cNvPr id="26" name="Group 25">
            <a:extLst>
              <a:ext uri="{FF2B5EF4-FFF2-40B4-BE49-F238E27FC236}">
                <a16:creationId xmlns:a16="http://schemas.microsoft.com/office/drawing/2014/main" id="{D649A411-9234-3AD3-C905-F8ED7D905D96}"/>
              </a:ext>
            </a:extLst>
          </p:cNvPr>
          <p:cNvGrpSpPr/>
          <p:nvPr/>
        </p:nvGrpSpPr>
        <p:grpSpPr>
          <a:xfrm>
            <a:off x="8570534" y="4262209"/>
            <a:ext cx="1929794" cy="523220"/>
            <a:chOff x="1435911" y="3731586"/>
            <a:chExt cx="1929794" cy="523220"/>
          </a:xfrm>
        </p:grpSpPr>
        <p:sp>
          <p:nvSpPr>
            <p:cNvPr id="27" name="Rectangle: Rounded Corners 26">
              <a:extLst>
                <a:ext uri="{FF2B5EF4-FFF2-40B4-BE49-F238E27FC236}">
                  <a16:creationId xmlns:a16="http://schemas.microsoft.com/office/drawing/2014/main" id="{AA204466-99EC-32B5-90C2-AB14154ABCDA}"/>
                </a:ext>
              </a:extLst>
            </p:cNvPr>
            <p:cNvSpPr/>
            <p:nvPr/>
          </p:nvSpPr>
          <p:spPr>
            <a:xfrm>
              <a:off x="1455922" y="3859939"/>
              <a:ext cx="190978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28" name="TextBox 27">
              <a:extLst>
                <a:ext uri="{FF2B5EF4-FFF2-40B4-BE49-F238E27FC236}">
                  <a16:creationId xmlns:a16="http://schemas.microsoft.com/office/drawing/2014/main" id="{90832D12-1891-0494-1434-4FF41EE53BB8}"/>
                </a:ext>
              </a:extLst>
            </p:cNvPr>
            <p:cNvSpPr txBox="1"/>
            <p:nvPr/>
          </p:nvSpPr>
          <p:spPr>
            <a:xfrm>
              <a:off x="1435911" y="3731586"/>
              <a:ext cx="407447" cy="523220"/>
            </a:xfrm>
            <a:prstGeom prst="rect">
              <a:avLst/>
            </a:prstGeom>
            <a:noFill/>
          </p:spPr>
          <p:txBody>
            <a:bodyPr wrap="none" rtlCol="0">
              <a:spAutoFit/>
            </a:bodyPr>
            <a:lstStyle/>
            <a:p>
              <a:r>
                <a:rPr lang="en-US" sz="2800" dirty="0">
                  <a:ln w="0"/>
                  <a:gradFill>
                    <a:gsLst>
                      <a:gs pos="21000">
                        <a:srgbClr val="53575C"/>
                      </a:gs>
                      <a:gs pos="88000">
                        <a:srgbClr val="C5C7CA"/>
                      </a:gs>
                    </a:gsLst>
                    <a:lin ang="5400000"/>
                  </a:gradFill>
                  <a:latin typeface="Aptos Mono" panose="020F0502020204030204" pitchFamily="49" charset="0"/>
                </a:rPr>
                <a:t>x</a:t>
              </a:r>
              <a:endParaRPr lang="en-GB" sz="2800" dirty="0">
                <a:ln w="0"/>
                <a:gradFill>
                  <a:gsLst>
                    <a:gs pos="21000">
                      <a:srgbClr val="53575C"/>
                    </a:gs>
                    <a:gs pos="88000">
                      <a:srgbClr val="C5C7CA"/>
                    </a:gs>
                  </a:gsLst>
                  <a:lin ang="5400000"/>
                </a:gradFill>
                <a:latin typeface="Aptos Mono" panose="020F0502020204030204" pitchFamily="49" charset="0"/>
              </a:endParaRPr>
            </a:p>
          </p:txBody>
        </p:sp>
        <p:sp>
          <p:nvSpPr>
            <p:cNvPr id="29" name="TextBox 28">
              <a:extLst>
                <a:ext uri="{FF2B5EF4-FFF2-40B4-BE49-F238E27FC236}">
                  <a16:creationId xmlns:a16="http://schemas.microsoft.com/office/drawing/2014/main" id="{CB82DFAD-1D55-4144-0344-A57B1F9E9441}"/>
                </a:ext>
              </a:extLst>
            </p:cNvPr>
            <p:cNvSpPr txBox="1"/>
            <p:nvPr/>
          </p:nvSpPr>
          <p:spPr>
            <a:xfrm>
              <a:off x="1740905" y="3856104"/>
              <a:ext cx="1574000" cy="338554"/>
            </a:xfrm>
            <a:prstGeom prst="rect">
              <a:avLst/>
            </a:prstGeom>
            <a:noFill/>
          </p:spPr>
          <p:txBody>
            <a:bodyPr wrap="square" rtlCol="0">
              <a:spAutoFit/>
            </a:bodyPr>
            <a:lstStyle/>
            <a:p>
              <a:r>
                <a:rPr lang="en-US" sz="1600" dirty="0"/>
                <a:t>Redeployment</a:t>
              </a:r>
              <a:endParaRPr lang="en-GB" sz="1600" dirty="0"/>
            </a:p>
          </p:txBody>
        </p:sp>
      </p:grpSp>
      <p:sp>
        <p:nvSpPr>
          <p:cNvPr id="10" name="TextBox 9">
            <a:extLst>
              <a:ext uri="{FF2B5EF4-FFF2-40B4-BE49-F238E27FC236}">
                <a16:creationId xmlns:a16="http://schemas.microsoft.com/office/drawing/2014/main" id="{F721EFB6-09CE-D9A1-97A6-DEB3CAEFE637}"/>
              </a:ext>
            </a:extLst>
          </p:cNvPr>
          <p:cNvSpPr txBox="1"/>
          <p:nvPr/>
        </p:nvSpPr>
        <p:spPr>
          <a:xfrm>
            <a:off x="955135" y="2528643"/>
            <a:ext cx="3095756" cy="461665"/>
          </a:xfrm>
          <a:prstGeom prst="rect">
            <a:avLst/>
          </a:prstGeom>
          <a:noFill/>
        </p:spPr>
        <p:txBody>
          <a:bodyPr wrap="square" rtlCol="0">
            <a:spAutoFit/>
          </a:bodyPr>
          <a:lstStyle/>
          <a:p>
            <a:r>
              <a:rPr lang="en-GB" sz="2400" b="1" noProof="0" dirty="0"/>
              <a:t>behavioural control</a:t>
            </a:r>
          </a:p>
        </p:txBody>
      </p:sp>
      <p:sp>
        <p:nvSpPr>
          <p:cNvPr id="7" name="TextBox 6">
            <a:extLst>
              <a:ext uri="{FF2B5EF4-FFF2-40B4-BE49-F238E27FC236}">
                <a16:creationId xmlns:a16="http://schemas.microsoft.com/office/drawing/2014/main" id="{29C7C6EF-A1A0-F458-C46F-EC6D186CF2CC}"/>
              </a:ext>
            </a:extLst>
          </p:cNvPr>
          <p:cNvSpPr txBox="1"/>
          <p:nvPr/>
        </p:nvSpPr>
        <p:spPr>
          <a:xfrm>
            <a:off x="955133" y="3177242"/>
            <a:ext cx="3007290" cy="830997"/>
          </a:xfrm>
          <a:prstGeom prst="rect">
            <a:avLst/>
          </a:prstGeom>
          <a:noFill/>
        </p:spPr>
        <p:txBody>
          <a:bodyPr wrap="square" rtlCol="0">
            <a:spAutoFit/>
          </a:bodyPr>
          <a:lstStyle/>
          <a:p>
            <a:pPr algn="just"/>
            <a:r>
              <a:rPr lang="en-US" sz="1600" noProof="0" dirty="0"/>
              <a:t>The goal of this project is to enable </a:t>
            </a:r>
            <a:r>
              <a:rPr lang="en-US" sz="1600" b="1" noProof="0" dirty="0" err="1"/>
              <a:t>behavioural</a:t>
            </a:r>
            <a:r>
              <a:rPr lang="en-US" sz="1600" b="1" noProof="0" dirty="0"/>
              <a:t> flexibility </a:t>
            </a:r>
            <a:r>
              <a:rPr lang="en-US" sz="1600" noProof="0" dirty="0"/>
              <a:t>in a microservice system.</a:t>
            </a:r>
          </a:p>
        </p:txBody>
      </p:sp>
      <p:grpSp>
        <p:nvGrpSpPr>
          <p:cNvPr id="63" name="Group 62">
            <a:extLst>
              <a:ext uri="{FF2B5EF4-FFF2-40B4-BE49-F238E27FC236}">
                <a16:creationId xmlns:a16="http://schemas.microsoft.com/office/drawing/2014/main" id="{AC734054-8515-23DD-4369-6D902291ADBA}"/>
              </a:ext>
            </a:extLst>
          </p:cNvPr>
          <p:cNvGrpSpPr/>
          <p:nvPr/>
        </p:nvGrpSpPr>
        <p:grpSpPr>
          <a:xfrm>
            <a:off x="1077030" y="4028529"/>
            <a:ext cx="2813843" cy="1414564"/>
            <a:chOff x="8402367" y="3429089"/>
            <a:chExt cx="2813843" cy="1414564"/>
          </a:xfrm>
        </p:grpSpPr>
        <p:grpSp>
          <p:nvGrpSpPr>
            <p:cNvPr id="30" name="Group 29">
              <a:extLst>
                <a:ext uri="{FF2B5EF4-FFF2-40B4-BE49-F238E27FC236}">
                  <a16:creationId xmlns:a16="http://schemas.microsoft.com/office/drawing/2014/main" id="{94990E9D-32D2-4436-5C66-83068B987BA3}"/>
                </a:ext>
              </a:extLst>
            </p:cNvPr>
            <p:cNvGrpSpPr/>
            <p:nvPr/>
          </p:nvGrpSpPr>
          <p:grpSpPr>
            <a:xfrm>
              <a:off x="8402367" y="3429089"/>
              <a:ext cx="1544904" cy="523220"/>
              <a:chOff x="1435911" y="3731586"/>
              <a:chExt cx="1544904" cy="523220"/>
            </a:xfrm>
          </p:grpSpPr>
          <p:sp>
            <p:nvSpPr>
              <p:cNvPr id="31" name="Rectangle: Rounded Corners 30">
                <a:extLst>
                  <a:ext uri="{FF2B5EF4-FFF2-40B4-BE49-F238E27FC236}">
                    <a16:creationId xmlns:a16="http://schemas.microsoft.com/office/drawing/2014/main" id="{1FA8367B-E909-E025-9D61-11DDE32586AD}"/>
                  </a:ext>
                </a:extLst>
              </p:cNvPr>
              <p:cNvSpPr/>
              <p:nvPr/>
            </p:nvSpPr>
            <p:spPr>
              <a:xfrm>
                <a:off x="1455923" y="3859939"/>
                <a:ext cx="152489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32" name="TextBox 31">
                <a:extLst>
                  <a:ext uri="{FF2B5EF4-FFF2-40B4-BE49-F238E27FC236}">
                    <a16:creationId xmlns:a16="http://schemas.microsoft.com/office/drawing/2014/main" id="{E74B306D-1549-878A-E080-83A11EB76F5C}"/>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33" name="TextBox 32">
                <a:extLst>
                  <a:ext uri="{FF2B5EF4-FFF2-40B4-BE49-F238E27FC236}">
                    <a16:creationId xmlns:a16="http://schemas.microsoft.com/office/drawing/2014/main" id="{B421FE19-95CC-D304-7AA2-CF7A3A08A66E}"/>
                  </a:ext>
                </a:extLst>
              </p:cNvPr>
              <p:cNvSpPr txBox="1"/>
              <p:nvPr/>
            </p:nvSpPr>
            <p:spPr>
              <a:xfrm>
                <a:off x="1740905" y="3856415"/>
                <a:ext cx="1166553" cy="338554"/>
              </a:xfrm>
              <a:prstGeom prst="rect">
                <a:avLst/>
              </a:prstGeom>
              <a:noFill/>
            </p:spPr>
            <p:txBody>
              <a:bodyPr wrap="square" rtlCol="0">
                <a:spAutoFit/>
              </a:bodyPr>
              <a:lstStyle/>
              <a:p>
                <a:r>
                  <a:rPr lang="en-US" sz="1600"/>
                  <a:t>Scalability</a:t>
                </a:r>
                <a:endParaRPr lang="en-GB" sz="1600"/>
              </a:p>
            </p:txBody>
          </p:sp>
        </p:grpSp>
        <p:grpSp>
          <p:nvGrpSpPr>
            <p:cNvPr id="35" name="Group 34">
              <a:extLst>
                <a:ext uri="{FF2B5EF4-FFF2-40B4-BE49-F238E27FC236}">
                  <a16:creationId xmlns:a16="http://schemas.microsoft.com/office/drawing/2014/main" id="{BF46888B-32E7-E58C-E76A-F49F3A532362}"/>
                </a:ext>
              </a:extLst>
            </p:cNvPr>
            <p:cNvGrpSpPr/>
            <p:nvPr/>
          </p:nvGrpSpPr>
          <p:grpSpPr>
            <a:xfrm>
              <a:off x="8402367" y="3874761"/>
              <a:ext cx="2014705" cy="523220"/>
              <a:chOff x="1435911" y="3731586"/>
              <a:chExt cx="2014705" cy="523220"/>
            </a:xfrm>
          </p:grpSpPr>
          <p:sp>
            <p:nvSpPr>
              <p:cNvPr id="36" name="Rectangle: Rounded Corners 35">
                <a:extLst>
                  <a:ext uri="{FF2B5EF4-FFF2-40B4-BE49-F238E27FC236}">
                    <a16:creationId xmlns:a16="http://schemas.microsoft.com/office/drawing/2014/main" id="{23B3A99B-A325-39AA-DA0D-462EEFD43361}"/>
                  </a:ext>
                </a:extLst>
              </p:cNvPr>
              <p:cNvSpPr/>
              <p:nvPr/>
            </p:nvSpPr>
            <p:spPr>
              <a:xfrm>
                <a:off x="1455923" y="3859939"/>
                <a:ext cx="199469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37" name="TextBox 36">
                <a:extLst>
                  <a:ext uri="{FF2B5EF4-FFF2-40B4-BE49-F238E27FC236}">
                    <a16:creationId xmlns:a16="http://schemas.microsoft.com/office/drawing/2014/main" id="{B3F6AFBE-2543-D25A-A4A9-CD30F84938DB}"/>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38" name="TextBox 37">
                <a:extLst>
                  <a:ext uri="{FF2B5EF4-FFF2-40B4-BE49-F238E27FC236}">
                    <a16:creationId xmlns:a16="http://schemas.microsoft.com/office/drawing/2014/main" id="{8D535806-E4B5-52D5-6B14-9447A8754775}"/>
                  </a:ext>
                </a:extLst>
              </p:cNvPr>
              <p:cNvSpPr txBox="1"/>
              <p:nvPr/>
            </p:nvSpPr>
            <p:spPr>
              <a:xfrm>
                <a:off x="1740905" y="3856415"/>
                <a:ext cx="1648751" cy="338554"/>
              </a:xfrm>
              <a:prstGeom prst="rect">
                <a:avLst/>
              </a:prstGeom>
              <a:noFill/>
            </p:spPr>
            <p:txBody>
              <a:bodyPr wrap="square" rtlCol="0">
                <a:spAutoFit/>
              </a:bodyPr>
              <a:lstStyle/>
              <a:p>
                <a:r>
                  <a:rPr lang="en-US" sz="1600" dirty="0"/>
                  <a:t>Fault-tolerance</a:t>
                </a:r>
                <a:endParaRPr lang="en-GB" sz="1600" dirty="0"/>
              </a:p>
            </p:txBody>
          </p:sp>
        </p:grpSp>
        <p:grpSp>
          <p:nvGrpSpPr>
            <p:cNvPr id="39" name="Group 38">
              <a:extLst>
                <a:ext uri="{FF2B5EF4-FFF2-40B4-BE49-F238E27FC236}">
                  <a16:creationId xmlns:a16="http://schemas.microsoft.com/office/drawing/2014/main" id="{86DF772D-C278-AC14-C607-E8B50BEC0DFB}"/>
                </a:ext>
              </a:extLst>
            </p:cNvPr>
            <p:cNvGrpSpPr/>
            <p:nvPr/>
          </p:nvGrpSpPr>
          <p:grpSpPr>
            <a:xfrm>
              <a:off x="8402367" y="4320433"/>
              <a:ext cx="2813843" cy="523220"/>
              <a:chOff x="1435911" y="3731586"/>
              <a:chExt cx="2813843" cy="523220"/>
            </a:xfrm>
          </p:grpSpPr>
          <p:sp>
            <p:nvSpPr>
              <p:cNvPr id="40" name="Rectangle: Rounded Corners 39">
                <a:extLst>
                  <a:ext uri="{FF2B5EF4-FFF2-40B4-BE49-F238E27FC236}">
                    <a16:creationId xmlns:a16="http://schemas.microsoft.com/office/drawing/2014/main" id="{E224C784-4C53-BA6D-8738-88F3050916C3}"/>
                  </a:ext>
                </a:extLst>
              </p:cNvPr>
              <p:cNvSpPr/>
              <p:nvPr/>
            </p:nvSpPr>
            <p:spPr>
              <a:xfrm>
                <a:off x="1455922" y="3859939"/>
                <a:ext cx="271382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41" name="TextBox 40">
                <a:extLst>
                  <a:ext uri="{FF2B5EF4-FFF2-40B4-BE49-F238E27FC236}">
                    <a16:creationId xmlns:a16="http://schemas.microsoft.com/office/drawing/2014/main" id="{706E7741-32A3-1EFB-DBA8-47A413921BA6}"/>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42" name="TextBox 41">
                <a:extLst>
                  <a:ext uri="{FF2B5EF4-FFF2-40B4-BE49-F238E27FC236}">
                    <a16:creationId xmlns:a16="http://schemas.microsoft.com/office/drawing/2014/main" id="{CAE28A1D-44DB-1CFA-4CCC-53782890A2DB}"/>
                  </a:ext>
                </a:extLst>
              </p:cNvPr>
              <p:cNvSpPr txBox="1"/>
              <p:nvPr/>
            </p:nvSpPr>
            <p:spPr>
              <a:xfrm>
                <a:off x="1740905" y="3856415"/>
                <a:ext cx="2508849" cy="338554"/>
              </a:xfrm>
              <a:prstGeom prst="rect">
                <a:avLst/>
              </a:prstGeom>
              <a:noFill/>
            </p:spPr>
            <p:txBody>
              <a:bodyPr wrap="square" rtlCol="0">
                <a:spAutoFit/>
              </a:bodyPr>
              <a:lstStyle/>
              <a:p>
                <a:r>
                  <a:rPr lang="en-US" sz="1600" dirty="0"/>
                  <a:t>Resource management</a:t>
                </a:r>
                <a:endParaRPr lang="en-GB" sz="1600" dirty="0"/>
              </a:p>
            </p:txBody>
          </p:sp>
        </p:grpSp>
      </p:grpSp>
      <p:sp>
        <p:nvSpPr>
          <p:cNvPr id="64" name="Oval 63">
            <a:extLst>
              <a:ext uri="{FF2B5EF4-FFF2-40B4-BE49-F238E27FC236}">
                <a16:creationId xmlns:a16="http://schemas.microsoft.com/office/drawing/2014/main" id="{C804E30D-DE8B-C258-8934-CEC048FCCA05}"/>
              </a:ext>
            </a:extLst>
          </p:cNvPr>
          <p:cNvSpPr>
            <a:spLocks noChangeAspect="1"/>
          </p:cNvSpPr>
          <p:nvPr/>
        </p:nvSpPr>
        <p:spPr>
          <a:xfrm>
            <a:off x="103315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12" name="Group 11">
            <a:extLst>
              <a:ext uri="{FF2B5EF4-FFF2-40B4-BE49-F238E27FC236}">
                <a16:creationId xmlns:a16="http://schemas.microsoft.com/office/drawing/2014/main" id="{1972C186-20D2-4EAC-ECF2-50B13E3E34DE}"/>
              </a:ext>
            </a:extLst>
          </p:cNvPr>
          <p:cNvGrpSpPr/>
          <p:nvPr/>
        </p:nvGrpSpPr>
        <p:grpSpPr>
          <a:xfrm>
            <a:off x="10278334" y="0"/>
            <a:ext cx="987657" cy="297132"/>
            <a:chOff x="10278334" y="0"/>
            <a:chExt cx="987657" cy="297132"/>
          </a:xfrm>
        </p:grpSpPr>
        <p:grpSp>
          <p:nvGrpSpPr>
            <p:cNvPr id="13" name="Group 12">
              <a:extLst>
                <a:ext uri="{FF2B5EF4-FFF2-40B4-BE49-F238E27FC236}">
                  <a16:creationId xmlns:a16="http://schemas.microsoft.com/office/drawing/2014/main" id="{15B22743-B00D-DE95-B568-A60B7D2A04C1}"/>
                </a:ext>
              </a:extLst>
            </p:cNvPr>
            <p:cNvGrpSpPr/>
            <p:nvPr/>
          </p:nvGrpSpPr>
          <p:grpSpPr>
            <a:xfrm>
              <a:off x="10278334" y="0"/>
              <a:ext cx="336385" cy="294592"/>
              <a:chOff x="10278334" y="0"/>
              <a:chExt cx="336385" cy="294592"/>
            </a:xfrm>
          </p:grpSpPr>
          <p:sp>
            <p:nvSpPr>
              <p:cNvPr id="48" name="Rectangle 47">
                <a:extLst>
                  <a:ext uri="{FF2B5EF4-FFF2-40B4-BE49-F238E27FC236}">
                    <a16:creationId xmlns:a16="http://schemas.microsoft.com/office/drawing/2014/main" id="{E2CDD354-813F-4471-2F35-B33CF0C6E4ED}"/>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3AEA5D07-B15E-40A8-C945-FCA0A0253A08}"/>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88931058-FB80-5191-4856-72AB17AD2331}"/>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15" name="Group 14">
              <a:extLst>
                <a:ext uri="{FF2B5EF4-FFF2-40B4-BE49-F238E27FC236}">
                  <a16:creationId xmlns:a16="http://schemas.microsoft.com/office/drawing/2014/main" id="{0BEA6A5D-CEA8-672D-664B-B78D969B2B59}"/>
                </a:ext>
              </a:extLst>
            </p:cNvPr>
            <p:cNvGrpSpPr/>
            <p:nvPr/>
          </p:nvGrpSpPr>
          <p:grpSpPr>
            <a:xfrm>
              <a:off x="10605240" y="0"/>
              <a:ext cx="336385" cy="297132"/>
              <a:chOff x="10289176" y="0"/>
              <a:chExt cx="336385" cy="297132"/>
            </a:xfrm>
          </p:grpSpPr>
          <p:sp>
            <p:nvSpPr>
              <p:cNvPr id="44" name="Rectangle 43">
                <a:extLst>
                  <a:ext uri="{FF2B5EF4-FFF2-40B4-BE49-F238E27FC236}">
                    <a16:creationId xmlns:a16="http://schemas.microsoft.com/office/drawing/2014/main" id="{95D90F08-8FA4-B9ED-69D5-0994A22E7A2B}"/>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oup 44">
                <a:extLst>
                  <a:ext uri="{FF2B5EF4-FFF2-40B4-BE49-F238E27FC236}">
                    <a16:creationId xmlns:a16="http://schemas.microsoft.com/office/drawing/2014/main" id="{7A5A66C1-12CF-3C65-ADA1-9109AC1583C9}"/>
                  </a:ext>
                </a:extLst>
              </p:cNvPr>
              <p:cNvGrpSpPr/>
              <p:nvPr/>
            </p:nvGrpSpPr>
            <p:grpSpPr>
              <a:xfrm>
                <a:off x="10289176" y="81688"/>
                <a:ext cx="336385" cy="215444"/>
                <a:chOff x="5178425" y="855322"/>
                <a:chExt cx="336385" cy="215444"/>
              </a:xfrm>
            </p:grpSpPr>
            <p:sp>
              <p:nvSpPr>
                <p:cNvPr id="46" name="Oval 45">
                  <a:extLst>
                    <a:ext uri="{FF2B5EF4-FFF2-40B4-BE49-F238E27FC236}">
                      <a16:creationId xmlns:a16="http://schemas.microsoft.com/office/drawing/2014/main" id="{784B975F-5D9F-639D-B848-DF9EC72BD48A}"/>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61E75627-684B-2CBF-9808-FEE7EF59561C}"/>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17" name="Group 16">
              <a:extLst>
                <a:ext uri="{FF2B5EF4-FFF2-40B4-BE49-F238E27FC236}">
                  <a16:creationId xmlns:a16="http://schemas.microsoft.com/office/drawing/2014/main" id="{D96F14F1-5BD0-B10E-B0F1-241CECD217EF}"/>
                </a:ext>
              </a:extLst>
            </p:cNvPr>
            <p:cNvGrpSpPr/>
            <p:nvPr/>
          </p:nvGrpSpPr>
          <p:grpSpPr>
            <a:xfrm>
              <a:off x="10929606" y="0"/>
              <a:ext cx="336385" cy="297132"/>
              <a:chOff x="10880361" y="0"/>
              <a:chExt cx="336385" cy="297132"/>
            </a:xfrm>
          </p:grpSpPr>
          <p:sp>
            <p:nvSpPr>
              <p:cNvPr id="18" name="Rectangle 17">
                <a:extLst>
                  <a:ext uri="{FF2B5EF4-FFF2-40B4-BE49-F238E27FC236}">
                    <a16:creationId xmlns:a16="http://schemas.microsoft.com/office/drawing/2014/main" id="{567A953B-45E6-C864-EAEB-E3FE581B410C}"/>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C0BFEFA7-6455-9B65-BFDA-4FD3862A0644}"/>
                  </a:ext>
                </a:extLst>
              </p:cNvPr>
              <p:cNvGrpSpPr/>
              <p:nvPr/>
            </p:nvGrpSpPr>
            <p:grpSpPr>
              <a:xfrm>
                <a:off x="10880361" y="81688"/>
                <a:ext cx="336385" cy="215444"/>
                <a:chOff x="5180965" y="851650"/>
                <a:chExt cx="336385" cy="215444"/>
              </a:xfrm>
            </p:grpSpPr>
            <p:sp>
              <p:nvSpPr>
                <p:cNvPr id="34" name="Oval 33">
                  <a:extLst>
                    <a:ext uri="{FF2B5EF4-FFF2-40B4-BE49-F238E27FC236}">
                      <a16:creationId xmlns:a16="http://schemas.microsoft.com/office/drawing/2014/main" id="{2D899BD6-931B-F293-B121-1C5B523FB26A}"/>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EAE0829E-12DD-EB3F-52D0-98E361BC8712}"/>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71049512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D9B30-8D57-2F1C-FACE-F312B305F31E}"/>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9D625A2-0AFF-BBE9-B1BB-413C9294B814}"/>
              </a:ext>
            </a:extLst>
          </p:cNvPr>
          <p:cNvSpPr/>
          <p:nvPr/>
        </p:nvSpPr>
        <p:spPr>
          <a:xfrm>
            <a:off x="8067698" y="0"/>
            <a:ext cx="3390688"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egnaposto data 2">
            <a:extLst>
              <a:ext uri="{FF2B5EF4-FFF2-40B4-BE49-F238E27FC236}">
                <a16:creationId xmlns:a16="http://schemas.microsoft.com/office/drawing/2014/main" id="{270EDDE9-13FD-4499-D2EF-0E1759D0972E}"/>
              </a:ext>
            </a:extLst>
          </p:cNvPr>
          <p:cNvSpPr>
            <a:spLocks noGrp="1"/>
          </p:cNvSpPr>
          <p:nvPr>
            <p:ph type="dt" sz="half" idx="10"/>
          </p:nvPr>
        </p:nvSpPr>
        <p:spPr/>
        <p:txBody>
          <a:bodyPr/>
          <a:lstStyle/>
          <a:p>
            <a:r>
              <a:rPr lang="en-GB" noProof="0"/>
              <a:t>POLITECNICO DI MILANO</a:t>
            </a:r>
          </a:p>
        </p:txBody>
      </p:sp>
      <p:sp>
        <p:nvSpPr>
          <p:cNvPr id="4" name="Segnaposto piè di pagina 3">
            <a:extLst>
              <a:ext uri="{FF2B5EF4-FFF2-40B4-BE49-F238E27FC236}">
                <a16:creationId xmlns:a16="http://schemas.microsoft.com/office/drawing/2014/main" id="{A3EB2B37-D93B-01BB-34FA-0FEDB93CFBE6}"/>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D6040064-4005-0205-6259-C51BCF0321C9}"/>
              </a:ext>
            </a:extLst>
          </p:cNvPr>
          <p:cNvSpPr>
            <a:spLocks noGrp="1"/>
          </p:cNvSpPr>
          <p:nvPr>
            <p:ph type="sldNum" sz="quarter" idx="12"/>
          </p:nvPr>
        </p:nvSpPr>
        <p:spPr/>
        <p:txBody>
          <a:bodyPr/>
          <a:lstStyle/>
          <a:p>
            <a:fld id="{3135EEA2-8D42-4D46-95A6-66E65FDC5EB1}" type="slidenum">
              <a:rPr lang="en-GB" noProof="0" smtClean="0"/>
              <a:pPr/>
              <a:t>10</a:t>
            </a:fld>
            <a:endParaRPr lang="en-GB" noProof="0"/>
          </a:p>
        </p:txBody>
      </p:sp>
      <p:sp>
        <p:nvSpPr>
          <p:cNvPr id="8" name="!!Finegrained">
            <a:extLst>
              <a:ext uri="{FF2B5EF4-FFF2-40B4-BE49-F238E27FC236}">
                <a16:creationId xmlns:a16="http://schemas.microsoft.com/office/drawing/2014/main" id="{34C33114-8B44-9C58-5971-D6ECA75A6063}"/>
              </a:ext>
            </a:extLst>
          </p:cNvPr>
          <p:cNvSpPr txBox="1"/>
          <p:nvPr/>
        </p:nvSpPr>
        <p:spPr>
          <a:xfrm>
            <a:off x="4894690" y="2528643"/>
            <a:ext cx="2040943" cy="461665"/>
          </a:xfrm>
          <a:prstGeom prst="rect">
            <a:avLst/>
          </a:prstGeom>
          <a:noFill/>
        </p:spPr>
        <p:txBody>
          <a:bodyPr wrap="none" rtlCol="0">
            <a:spAutoFit/>
          </a:bodyPr>
          <a:lstStyle/>
          <a:p>
            <a:r>
              <a:rPr lang="en-GB" sz="2400" b="1" noProof="0" dirty="0"/>
              <a:t>fine-grained</a:t>
            </a:r>
          </a:p>
        </p:txBody>
      </p:sp>
      <p:sp>
        <p:nvSpPr>
          <p:cNvPr id="2" name="TextBox 1">
            <a:extLst>
              <a:ext uri="{FF2B5EF4-FFF2-40B4-BE49-F238E27FC236}">
                <a16:creationId xmlns:a16="http://schemas.microsoft.com/office/drawing/2014/main" id="{F3D3FC5C-0355-C0BF-7078-7249600C7838}"/>
              </a:ext>
            </a:extLst>
          </p:cNvPr>
          <p:cNvSpPr txBox="1"/>
          <p:nvPr/>
        </p:nvSpPr>
        <p:spPr>
          <a:xfrm>
            <a:off x="4894690" y="3177242"/>
            <a:ext cx="2782885" cy="584775"/>
          </a:xfrm>
          <a:prstGeom prst="rect">
            <a:avLst/>
          </a:prstGeom>
          <a:noFill/>
        </p:spPr>
        <p:txBody>
          <a:bodyPr wrap="square" rtlCol="0">
            <a:spAutoFit/>
          </a:bodyPr>
          <a:lstStyle/>
          <a:p>
            <a:pPr algn="just"/>
            <a:r>
              <a:rPr lang="en-GB" sz="1600" noProof="0" dirty="0"/>
              <a:t>Control at the level of a single </a:t>
            </a:r>
            <a:r>
              <a:rPr lang="en-GB" sz="1600" b="1" noProof="0" dirty="0"/>
              <a:t>method</a:t>
            </a:r>
            <a:r>
              <a:rPr lang="en-GB" sz="1600" noProof="0" dirty="0"/>
              <a:t> or </a:t>
            </a:r>
            <a:r>
              <a:rPr lang="en-GB" sz="1600" b="1" noProof="0" dirty="0"/>
              <a:t>function</a:t>
            </a:r>
            <a:r>
              <a:rPr lang="en-GB" sz="1600" noProof="0" dirty="0"/>
              <a:t>.</a:t>
            </a:r>
          </a:p>
        </p:txBody>
      </p:sp>
      <p:grpSp>
        <p:nvGrpSpPr>
          <p:cNvPr id="62" name="Group 61">
            <a:extLst>
              <a:ext uri="{FF2B5EF4-FFF2-40B4-BE49-F238E27FC236}">
                <a16:creationId xmlns:a16="http://schemas.microsoft.com/office/drawing/2014/main" id="{490E74F5-929B-D102-B947-93CFC4BDC701}"/>
              </a:ext>
            </a:extLst>
          </p:cNvPr>
          <p:cNvGrpSpPr/>
          <p:nvPr/>
        </p:nvGrpSpPr>
        <p:grpSpPr>
          <a:xfrm>
            <a:off x="4940845" y="3805009"/>
            <a:ext cx="1958073" cy="940588"/>
            <a:chOff x="1197209" y="3246338"/>
            <a:chExt cx="1958073" cy="940588"/>
          </a:xfrm>
        </p:grpSpPr>
        <p:grpSp>
          <p:nvGrpSpPr>
            <p:cNvPr id="21" name="Group 20">
              <a:extLst>
                <a:ext uri="{FF2B5EF4-FFF2-40B4-BE49-F238E27FC236}">
                  <a16:creationId xmlns:a16="http://schemas.microsoft.com/office/drawing/2014/main" id="{404AADAA-4420-3ECB-D8E1-CC95CA7BEB77}"/>
                </a:ext>
              </a:extLst>
            </p:cNvPr>
            <p:cNvGrpSpPr/>
            <p:nvPr/>
          </p:nvGrpSpPr>
          <p:grpSpPr>
            <a:xfrm>
              <a:off x="1197209" y="3246338"/>
              <a:ext cx="1688289" cy="523220"/>
              <a:chOff x="1435911" y="3731586"/>
              <a:chExt cx="1688289" cy="523220"/>
            </a:xfrm>
          </p:grpSpPr>
          <p:sp>
            <p:nvSpPr>
              <p:cNvPr id="11" name="Rectangle: Rounded Corners 10">
                <a:extLst>
                  <a:ext uri="{FF2B5EF4-FFF2-40B4-BE49-F238E27FC236}">
                    <a16:creationId xmlns:a16="http://schemas.microsoft.com/office/drawing/2014/main" id="{8A6E3BC9-6E98-D1EF-BD72-AE62B8196FC3}"/>
                  </a:ext>
                </a:extLst>
              </p:cNvPr>
              <p:cNvSpPr/>
              <p:nvPr/>
            </p:nvSpPr>
            <p:spPr>
              <a:xfrm>
                <a:off x="1455923" y="3859939"/>
                <a:ext cx="1668277"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14" name="TextBox 13">
                <a:extLst>
                  <a:ext uri="{FF2B5EF4-FFF2-40B4-BE49-F238E27FC236}">
                    <a16:creationId xmlns:a16="http://schemas.microsoft.com/office/drawing/2014/main" id="{7F285B59-7527-8541-61C9-BF76935E64F6}"/>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20" name="TextBox 19">
                <a:extLst>
                  <a:ext uri="{FF2B5EF4-FFF2-40B4-BE49-F238E27FC236}">
                    <a16:creationId xmlns:a16="http://schemas.microsoft.com/office/drawing/2014/main" id="{4337A6AF-D3FF-558F-7852-5CD06B4AB3CC}"/>
                  </a:ext>
                </a:extLst>
              </p:cNvPr>
              <p:cNvSpPr txBox="1"/>
              <p:nvPr/>
            </p:nvSpPr>
            <p:spPr>
              <a:xfrm>
                <a:off x="1768134" y="3852543"/>
                <a:ext cx="1284326" cy="338554"/>
              </a:xfrm>
              <a:prstGeom prst="rect">
                <a:avLst/>
              </a:prstGeom>
              <a:noFill/>
            </p:spPr>
            <p:txBody>
              <a:bodyPr wrap="none" rtlCol="0">
                <a:spAutoFit/>
              </a:bodyPr>
              <a:lstStyle/>
              <a:p>
                <a:r>
                  <a:rPr lang="en-US" sz="1600"/>
                  <a:t>A/B Testing</a:t>
                </a:r>
                <a:endParaRPr lang="en-GB" sz="1600"/>
              </a:p>
            </p:txBody>
          </p:sp>
        </p:grpSp>
        <p:grpSp>
          <p:nvGrpSpPr>
            <p:cNvPr id="22" name="Group 21">
              <a:extLst>
                <a:ext uri="{FF2B5EF4-FFF2-40B4-BE49-F238E27FC236}">
                  <a16:creationId xmlns:a16="http://schemas.microsoft.com/office/drawing/2014/main" id="{D114F4E9-3FD5-7B51-59DE-A876BE4D04C9}"/>
                </a:ext>
              </a:extLst>
            </p:cNvPr>
            <p:cNvGrpSpPr/>
            <p:nvPr/>
          </p:nvGrpSpPr>
          <p:grpSpPr>
            <a:xfrm>
              <a:off x="1197209" y="3663706"/>
              <a:ext cx="1958073" cy="523220"/>
              <a:chOff x="1435911" y="3731586"/>
              <a:chExt cx="1958073" cy="523220"/>
            </a:xfrm>
          </p:grpSpPr>
          <p:sp>
            <p:nvSpPr>
              <p:cNvPr id="23" name="Rectangle: Rounded Corners 22">
                <a:extLst>
                  <a:ext uri="{FF2B5EF4-FFF2-40B4-BE49-F238E27FC236}">
                    <a16:creationId xmlns:a16="http://schemas.microsoft.com/office/drawing/2014/main" id="{71539C3F-47F4-AF8C-6AE0-CA4190CD0DF0}"/>
                  </a:ext>
                </a:extLst>
              </p:cNvPr>
              <p:cNvSpPr/>
              <p:nvPr/>
            </p:nvSpPr>
            <p:spPr>
              <a:xfrm>
                <a:off x="1455923" y="3859939"/>
                <a:ext cx="1807978"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24" name="TextBox 23">
                <a:extLst>
                  <a:ext uri="{FF2B5EF4-FFF2-40B4-BE49-F238E27FC236}">
                    <a16:creationId xmlns:a16="http://schemas.microsoft.com/office/drawing/2014/main" id="{29A1ABDC-BCD5-1BE8-A326-478AD3B2BFDA}"/>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25" name="TextBox 24">
                <a:extLst>
                  <a:ext uri="{FF2B5EF4-FFF2-40B4-BE49-F238E27FC236}">
                    <a16:creationId xmlns:a16="http://schemas.microsoft.com/office/drawing/2014/main" id="{BDD3264F-9DC6-F829-F5F9-54E0064CB6BF}"/>
                  </a:ext>
                </a:extLst>
              </p:cNvPr>
              <p:cNvSpPr txBox="1"/>
              <p:nvPr/>
            </p:nvSpPr>
            <p:spPr>
              <a:xfrm>
                <a:off x="1762354" y="3852543"/>
                <a:ext cx="1631630" cy="338554"/>
              </a:xfrm>
              <a:prstGeom prst="rect">
                <a:avLst/>
              </a:prstGeom>
              <a:noFill/>
            </p:spPr>
            <p:txBody>
              <a:bodyPr wrap="square" rtlCol="0">
                <a:spAutoFit/>
              </a:bodyPr>
              <a:lstStyle/>
              <a:p>
                <a:r>
                  <a:rPr lang="en-US" sz="1600" dirty="0"/>
                  <a:t>Feature Flags</a:t>
                </a:r>
                <a:endParaRPr lang="en-GB" sz="1600" dirty="0"/>
              </a:p>
            </p:txBody>
          </p:sp>
        </p:grpSp>
      </p:grpSp>
      <p:sp>
        <p:nvSpPr>
          <p:cNvPr id="9" name="!!Question">
            <a:extLst>
              <a:ext uri="{FF2B5EF4-FFF2-40B4-BE49-F238E27FC236}">
                <a16:creationId xmlns:a16="http://schemas.microsoft.com/office/drawing/2014/main" id="{CB07C229-C053-E83E-D8DB-9AB12D93F23C}"/>
              </a:ext>
            </a:extLst>
          </p:cNvPr>
          <p:cNvSpPr txBox="1"/>
          <p:nvPr/>
        </p:nvSpPr>
        <p:spPr>
          <a:xfrm>
            <a:off x="8521374" y="2528643"/>
            <a:ext cx="1375698" cy="461665"/>
          </a:xfrm>
          <a:prstGeom prst="rect">
            <a:avLst/>
          </a:prstGeom>
          <a:noFill/>
        </p:spPr>
        <p:txBody>
          <a:bodyPr wrap="none" rtlCol="0">
            <a:spAutoFit/>
          </a:bodyPr>
          <a:lstStyle/>
          <a:p>
            <a:r>
              <a:rPr lang="en-GB" sz="2400" b="1" noProof="0" dirty="0"/>
              <a:t>runtime</a:t>
            </a:r>
          </a:p>
        </p:txBody>
      </p:sp>
      <p:sp>
        <p:nvSpPr>
          <p:cNvPr id="6" name="TextBox 5">
            <a:extLst>
              <a:ext uri="{FF2B5EF4-FFF2-40B4-BE49-F238E27FC236}">
                <a16:creationId xmlns:a16="http://schemas.microsoft.com/office/drawing/2014/main" id="{38854180-2AA9-E359-F431-4CB6F80B65D0}"/>
              </a:ext>
            </a:extLst>
          </p:cNvPr>
          <p:cNvSpPr txBox="1"/>
          <p:nvPr/>
        </p:nvSpPr>
        <p:spPr>
          <a:xfrm>
            <a:off x="8521374" y="3177242"/>
            <a:ext cx="2493962" cy="1077218"/>
          </a:xfrm>
          <a:prstGeom prst="rect">
            <a:avLst/>
          </a:prstGeom>
          <a:noFill/>
        </p:spPr>
        <p:txBody>
          <a:bodyPr wrap="square" rtlCol="0">
            <a:spAutoFit/>
          </a:bodyPr>
          <a:lstStyle/>
          <a:p>
            <a:pPr algn="just"/>
            <a:r>
              <a:rPr lang="en-US" sz="1600" noProof="0" dirty="0"/>
              <a:t>The </a:t>
            </a:r>
            <a:r>
              <a:rPr lang="en-US" sz="1600" noProof="0" dirty="0" err="1"/>
              <a:t>behaviour</a:t>
            </a:r>
            <a:r>
              <a:rPr lang="en-US" sz="1600" noProof="0" dirty="0"/>
              <a:t> can be selected and </a:t>
            </a:r>
            <a:r>
              <a:rPr lang="en-US" sz="1600" b="1" noProof="0" dirty="0"/>
              <a:t>switched</a:t>
            </a:r>
            <a:r>
              <a:rPr lang="en-US" sz="1600" noProof="0" dirty="0"/>
              <a:t> at </a:t>
            </a:r>
            <a:r>
              <a:rPr lang="en-US" sz="1600" b="1" noProof="0" dirty="0"/>
              <a:t>runtime</a:t>
            </a:r>
            <a:r>
              <a:rPr lang="en-US" sz="1600" noProof="0" dirty="0"/>
              <a:t> among the available ones.</a:t>
            </a:r>
          </a:p>
        </p:txBody>
      </p:sp>
      <p:grpSp>
        <p:nvGrpSpPr>
          <p:cNvPr id="26" name="Group 25">
            <a:extLst>
              <a:ext uri="{FF2B5EF4-FFF2-40B4-BE49-F238E27FC236}">
                <a16:creationId xmlns:a16="http://schemas.microsoft.com/office/drawing/2014/main" id="{02944E6E-55B3-23E4-F384-B2BDA3C7F497}"/>
              </a:ext>
            </a:extLst>
          </p:cNvPr>
          <p:cNvGrpSpPr/>
          <p:nvPr/>
        </p:nvGrpSpPr>
        <p:grpSpPr>
          <a:xfrm>
            <a:off x="8570534" y="4262209"/>
            <a:ext cx="1929794" cy="523220"/>
            <a:chOff x="1435911" y="3731586"/>
            <a:chExt cx="1929794" cy="523220"/>
          </a:xfrm>
        </p:grpSpPr>
        <p:sp>
          <p:nvSpPr>
            <p:cNvPr id="27" name="Rectangle: Rounded Corners 26">
              <a:extLst>
                <a:ext uri="{FF2B5EF4-FFF2-40B4-BE49-F238E27FC236}">
                  <a16:creationId xmlns:a16="http://schemas.microsoft.com/office/drawing/2014/main" id="{0D6DA4CC-83DB-27CA-B3BD-A43437619064}"/>
                </a:ext>
              </a:extLst>
            </p:cNvPr>
            <p:cNvSpPr/>
            <p:nvPr/>
          </p:nvSpPr>
          <p:spPr>
            <a:xfrm>
              <a:off x="1455922" y="3859939"/>
              <a:ext cx="190978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28" name="TextBox 27">
              <a:extLst>
                <a:ext uri="{FF2B5EF4-FFF2-40B4-BE49-F238E27FC236}">
                  <a16:creationId xmlns:a16="http://schemas.microsoft.com/office/drawing/2014/main" id="{8DA47AE2-35CF-D5B1-AFEF-E1076FA34AA2}"/>
                </a:ext>
              </a:extLst>
            </p:cNvPr>
            <p:cNvSpPr txBox="1"/>
            <p:nvPr/>
          </p:nvSpPr>
          <p:spPr>
            <a:xfrm>
              <a:off x="1435911" y="3731586"/>
              <a:ext cx="407447" cy="523220"/>
            </a:xfrm>
            <a:prstGeom prst="rect">
              <a:avLst/>
            </a:prstGeom>
            <a:noFill/>
          </p:spPr>
          <p:txBody>
            <a:bodyPr wrap="none" rtlCol="0">
              <a:spAutoFit/>
            </a:bodyPr>
            <a:lstStyle/>
            <a:p>
              <a:r>
                <a:rPr lang="en-US" sz="2800" dirty="0">
                  <a:ln w="0"/>
                  <a:gradFill>
                    <a:gsLst>
                      <a:gs pos="21000">
                        <a:srgbClr val="53575C"/>
                      </a:gs>
                      <a:gs pos="88000">
                        <a:srgbClr val="C5C7CA"/>
                      </a:gs>
                    </a:gsLst>
                    <a:lin ang="5400000"/>
                  </a:gradFill>
                  <a:latin typeface="Aptos Mono" panose="020F0502020204030204" pitchFamily="49" charset="0"/>
                </a:rPr>
                <a:t>x</a:t>
              </a:r>
              <a:endParaRPr lang="en-GB" sz="2800" dirty="0">
                <a:ln w="0"/>
                <a:gradFill>
                  <a:gsLst>
                    <a:gs pos="21000">
                      <a:srgbClr val="53575C"/>
                    </a:gs>
                    <a:gs pos="88000">
                      <a:srgbClr val="C5C7CA"/>
                    </a:gs>
                  </a:gsLst>
                  <a:lin ang="5400000"/>
                </a:gradFill>
                <a:latin typeface="Aptos Mono" panose="020F0502020204030204" pitchFamily="49" charset="0"/>
              </a:endParaRPr>
            </a:p>
          </p:txBody>
        </p:sp>
        <p:sp>
          <p:nvSpPr>
            <p:cNvPr id="29" name="TextBox 28">
              <a:extLst>
                <a:ext uri="{FF2B5EF4-FFF2-40B4-BE49-F238E27FC236}">
                  <a16:creationId xmlns:a16="http://schemas.microsoft.com/office/drawing/2014/main" id="{A4AC83CD-797E-E15C-BDF9-9D6F53E782D6}"/>
                </a:ext>
              </a:extLst>
            </p:cNvPr>
            <p:cNvSpPr txBox="1"/>
            <p:nvPr/>
          </p:nvSpPr>
          <p:spPr>
            <a:xfrm>
              <a:off x="1740905" y="3856104"/>
              <a:ext cx="1574000" cy="338554"/>
            </a:xfrm>
            <a:prstGeom prst="rect">
              <a:avLst/>
            </a:prstGeom>
            <a:noFill/>
          </p:spPr>
          <p:txBody>
            <a:bodyPr wrap="square" rtlCol="0">
              <a:spAutoFit/>
            </a:bodyPr>
            <a:lstStyle/>
            <a:p>
              <a:r>
                <a:rPr lang="en-US" sz="1600" dirty="0"/>
                <a:t>Redeployment</a:t>
              </a:r>
              <a:endParaRPr lang="en-GB" sz="1600" dirty="0"/>
            </a:p>
          </p:txBody>
        </p:sp>
      </p:grpSp>
      <p:sp>
        <p:nvSpPr>
          <p:cNvPr id="10" name="TextBox 9">
            <a:extLst>
              <a:ext uri="{FF2B5EF4-FFF2-40B4-BE49-F238E27FC236}">
                <a16:creationId xmlns:a16="http://schemas.microsoft.com/office/drawing/2014/main" id="{3DC92D6D-8418-2551-C26F-D6018CEDA237}"/>
              </a:ext>
            </a:extLst>
          </p:cNvPr>
          <p:cNvSpPr txBox="1"/>
          <p:nvPr/>
        </p:nvSpPr>
        <p:spPr>
          <a:xfrm>
            <a:off x="955135" y="2528643"/>
            <a:ext cx="3095756" cy="461665"/>
          </a:xfrm>
          <a:prstGeom prst="rect">
            <a:avLst/>
          </a:prstGeom>
          <a:noFill/>
        </p:spPr>
        <p:txBody>
          <a:bodyPr wrap="square" rtlCol="0">
            <a:spAutoFit/>
          </a:bodyPr>
          <a:lstStyle/>
          <a:p>
            <a:r>
              <a:rPr lang="en-GB" sz="2400" b="1" noProof="0" dirty="0"/>
              <a:t>behavioural control</a:t>
            </a:r>
          </a:p>
        </p:txBody>
      </p:sp>
      <p:sp>
        <p:nvSpPr>
          <p:cNvPr id="7" name="TextBox 6">
            <a:extLst>
              <a:ext uri="{FF2B5EF4-FFF2-40B4-BE49-F238E27FC236}">
                <a16:creationId xmlns:a16="http://schemas.microsoft.com/office/drawing/2014/main" id="{449AE228-3288-C5D6-85F7-1459ADFA0BF4}"/>
              </a:ext>
            </a:extLst>
          </p:cNvPr>
          <p:cNvSpPr txBox="1"/>
          <p:nvPr/>
        </p:nvSpPr>
        <p:spPr>
          <a:xfrm>
            <a:off x="955133" y="3177242"/>
            <a:ext cx="3007290" cy="830997"/>
          </a:xfrm>
          <a:prstGeom prst="rect">
            <a:avLst/>
          </a:prstGeom>
          <a:noFill/>
        </p:spPr>
        <p:txBody>
          <a:bodyPr wrap="square" rtlCol="0">
            <a:spAutoFit/>
          </a:bodyPr>
          <a:lstStyle/>
          <a:p>
            <a:pPr algn="just"/>
            <a:r>
              <a:rPr lang="en-US" sz="1600" noProof="0" dirty="0"/>
              <a:t>The goal of this project is to enable </a:t>
            </a:r>
            <a:r>
              <a:rPr lang="en-US" sz="1600" b="1" noProof="0" dirty="0" err="1"/>
              <a:t>behavioural</a:t>
            </a:r>
            <a:r>
              <a:rPr lang="en-US" sz="1600" b="1" noProof="0" dirty="0"/>
              <a:t> flexibility </a:t>
            </a:r>
            <a:r>
              <a:rPr lang="en-US" sz="1600" noProof="0" dirty="0"/>
              <a:t>in a microservice system.</a:t>
            </a:r>
          </a:p>
        </p:txBody>
      </p:sp>
      <p:grpSp>
        <p:nvGrpSpPr>
          <p:cNvPr id="63" name="Group 62">
            <a:extLst>
              <a:ext uri="{FF2B5EF4-FFF2-40B4-BE49-F238E27FC236}">
                <a16:creationId xmlns:a16="http://schemas.microsoft.com/office/drawing/2014/main" id="{5262972F-6B25-AD22-C816-BEDAC2796235}"/>
              </a:ext>
            </a:extLst>
          </p:cNvPr>
          <p:cNvGrpSpPr/>
          <p:nvPr/>
        </p:nvGrpSpPr>
        <p:grpSpPr>
          <a:xfrm>
            <a:off x="1077030" y="4028529"/>
            <a:ext cx="2813843" cy="1414564"/>
            <a:chOff x="8402367" y="3429089"/>
            <a:chExt cx="2813843" cy="1414564"/>
          </a:xfrm>
        </p:grpSpPr>
        <p:grpSp>
          <p:nvGrpSpPr>
            <p:cNvPr id="30" name="Group 29">
              <a:extLst>
                <a:ext uri="{FF2B5EF4-FFF2-40B4-BE49-F238E27FC236}">
                  <a16:creationId xmlns:a16="http://schemas.microsoft.com/office/drawing/2014/main" id="{480C679C-6474-74F7-E0C1-7DDF137C7593}"/>
                </a:ext>
              </a:extLst>
            </p:cNvPr>
            <p:cNvGrpSpPr/>
            <p:nvPr/>
          </p:nvGrpSpPr>
          <p:grpSpPr>
            <a:xfrm>
              <a:off x="8402367" y="3429089"/>
              <a:ext cx="1544904" cy="523220"/>
              <a:chOff x="1435911" y="3731586"/>
              <a:chExt cx="1544904" cy="523220"/>
            </a:xfrm>
          </p:grpSpPr>
          <p:sp>
            <p:nvSpPr>
              <p:cNvPr id="31" name="Rectangle: Rounded Corners 30">
                <a:extLst>
                  <a:ext uri="{FF2B5EF4-FFF2-40B4-BE49-F238E27FC236}">
                    <a16:creationId xmlns:a16="http://schemas.microsoft.com/office/drawing/2014/main" id="{8A527193-126B-7885-17D0-E08193D91977}"/>
                  </a:ext>
                </a:extLst>
              </p:cNvPr>
              <p:cNvSpPr/>
              <p:nvPr/>
            </p:nvSpPr>
            <p:spPr>
              <a:xfrm>
                <a:off x="1455923" y="3859939"/>
                <a:ext cx="152489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32" name="TextBox 31">
                <a:extLst>
                  <a:ext uri="{FF2B5EF4-FFF2-40B4-BE49-F238E27FC236}">
                    <a16:creationId xmlns:a16="http://schemas.microsoft.com/office/drawing/2014/main" id="{80D4CE8C-A8CE-E0D7-00F3-DCCC34A478EF}"/>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33" name="TextBox 32">
                <a:extLst>
                  <a:ext uri="{FF2B5EF4-FFF2-40B4-BE49-F238E27FC236}">
                    <a16:creationId xmlns:a16="http://schemas.microsoft.com/office/drawing/2014/main" id="{7834B2F8-7EB2-346B-D3AE-BA4968C805C4}"/>
                  </a:ext>
                </a:extLst>
              </p:cNvPr>
              <p:cNvSpPr txBox="1"/>
              <p:nvPr/>
            </p:nvSpPr>
            <p:spPr>
              <a:xfrm>
                <a:off x="1740905" y="3856415"/>
                <a:ext cx="1166553" cy="338554"/>
              </a:xfrm>
              <a:prstGeom prst="rect">
                <a:avLst/>
              </a:prstGeom>
              <a:noFill/>
            </p:spPr>
            <p:txBody>
              <a:bodyPr wrap="square" rtlCol="0">
                <a:spAutoFit/>
              </a:bodyPr>
              <a:lstStyle/>
              <a:p>
                <a:r>
                  <a:rPr lang="en-US" sz="1600"/>
                  <a:t>Scalability</a:t>
                </a:r>
                <a:endParaRPr lang="en-GB" sz="1600"/>
              </a:p>
            </p:txBody>
          </p:sp>
        </p:grpSp>
        <p:grpSp>
          <p:nvGrpSpPr>
            <p:cNvPr id="35" name="Group 34">
              <a:extLst>
                <a:ext uri="{FF2B5EF4-FFF2-40B4-BE49-F238E27FC236}">
                  <a16:creationId xmlns:a16="http://schemas.microsoft.com/office/drawing/2014/main" id="{71FD4812-98C3-310F-BAC3-8651E2D53AC7}"/>
                </a:ext>
              </a:extLst>
            </p:cNvPr>
            <p:cNvGrpSpPr/>
            <p:nvPr/>
          </p:nvGrpSpPr>
          <p:grpSpPr>
            <a:xfrm>
              <a:off x="8402367" y="3874761"/>
              <a:ext cx="2014705" cy="523220"/>
              <a:chOff x="1435911" y="3731586"/>
              <a:chExt cx="2014705" cy="523220"/>
            </a:xfrm>
          </p:grpSpPr>
          <p:sp>
            <p:nvSpPr>
              <p:cNvPr id="36" name="Rectangle: Rounded Corners 35">
                <a:extLst>
                  <a:ext uri="{FF2B5EF4-FFF2-40B4-BE49-F238E27FC236}">
                    <a16:creationId xmlns:a16="http://schemas.microsoft.com/office/drawing/2014/main" id="{66996D05-9DF3-9139-CEA2-5182839322E3}"/>
                  </a:ext>
                </a:extLst>
              </p:cNvPr>
              <p:cNvSpPr/>
              <p:nvPr/>
            </p:nvSpPr>
            <p:spPr>
              <a:xfrm>
                <a:off x="1455923" y="3859939"/>
                <a:ext cx="1994693"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37" name="TextBox 36">
                <a:extLst>
                  <a:ext uri="{FF2B5EF4-FFF2-40B4-BE49-F238E27FC236}">
                    <a16:creationId xmlns:a16="http://schemas.microsoft.com/office/drawing/2014/main" id="{C8971861-7A61-B444-C7E5-82F8102410CF}"/>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38" name="TextBox 37">
                <a:extLst>
                  <a:ext uri="{FF2B5EF4-FFF2-40B4-BE49-F238E27FC236}">
                    <a16:creationId xmlns:a16="http://schemas.microsoft.com/office/drawing/2014/main" id="{EBA1ECAD-6348-D549-6B0D-F615B3F4065A}"/>
                  </a:ext>
                </a:extLst>
              </p:cNvPr>
              <p:cNvSpPr txBox="1"/>
              <p:nvPr/>
            </p:nvSpPr>
            <p:spPr>
              <a:xfrm>
                <a:off x="1740905" y="3856415"/>
                <a:ext cx="1648751" cy="338554"/>
              </a:xfrm>
              <a:prstGeom prst="rect">
                <a:avLst/>
              </a:prstGeom>
              <a:noFill/>
            </p:spPr>
            <p:txBody>
              <a:bodyPr wrap="square" rtlCol="0">
                <a:spAutoFit/>
              </a:bodyPr>
              <a:lstStyle/>
              <a:p>
                <a:r>
                  <a:rPr lang="en-US" sz="1600" dirty="0"/>
                  <a:t>Fault-tolerance</a:t>
                </a:r>
                <a:endParaRPr lang="en-GB" sz="1600" dirty="0"/>
              </a:p>
            </p:txBody>
          </p:sp>
        </p:grpSp>
        <p:grpSp>
          <p:nvGrpSpPr>
            <p:cNvPr id="39" name="Group 38">
              <a:extLst>
                <a:ext uri="{FF2B5EF4-FFF2-40B4-BE49-F238E27FC236}">
                  <a16:creationId xmlns:a16="http://schemas.microsoft.com/office/drawing/2014/main" id="{BB69CAFE-AF09-5C0C-74C5-09E6CF975F2E}"/>
                </a:ext>
              </a:extLst>
            </p:cNvPr>
            <p:cNvGrpSpPr/>
            <p:nvPr/>
          </p:nvGrpSpPr>
          <p:grpSpPr>
            <a:xfrm>
              <a:off x="8402367" y="4320433"/>
              <a:ext cx="2813843" cy="523220"/>
              <a:chOff x="1435911" y="3731586"/>
              <a:chExt cx="2813843" cy="523220"/>
            </a:xfrm>
          </p:grpSpPr>
          <p:sp>
            <p:nvSpPr>
              <p:cNvPr id="40" name="Rectangle: Rounded Corners 39">
                <a:extLst>
                  <a:ext uri="{FF2B5EF4-FFF2-40B4-BE49-F238E27FC236}">
                    <a16:creationId xmlns:a16="http://schemas.microsoft.com/office/drawing/2014/main" id="{060DD0A6-7EAB-E157-C0F0-8D342A0CBCCE}"/>
                  </a:ext>
                </a:extLst>
              </p:cNvPr>
              <p:cNvSpPr/>
              <p:nvPr/>
            </p:nvSpPr>
            <p:spPr>
              <a:xfrm>
                <a:off x="1455922" y="3859939"/>
                <a:ext cx="2713822" cy="317319"/>
              </a:xfrm>
              <a:prstGeom prst="roundRect">
                <a:avLst>
                  <a:gd name="adj" fmla="val 50000"/>
                </a:avLst>
              </a:prstGeom>
              <a:solidFill>
                <a:schemeClr val="accent5"/>
              </a:solidFill>
              <a:ln>
                <a:noFill/>
              </a:ln>
              <a:effectLst>
                <a:outerShdw blurRad="50800" dist="38100" dir="2700000" sx="96000" sy="96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41" name="TextBox 40">
                <a:extLst>
                  <a:ext uri="{FF2B5EF4-FFF2-40B4-BE49-F238E27FC236}">
                    <a16:creationId xmlns:a16="http://schemas.microsoft.com/office/drawing/2014/main" id="{67F21146-F1A4-9DDA-45CC-2041986CABBE}"/>
                  </a:ext>
                </a:extLst>
              </p:cNvPr>
              <p:cNvSpPr txBox="1"/>
              <p:nvPr/>
            </p:nvSpPr>
            <p:spPr>
              <a:xfrm>
                <a:off x="1435911" y="3731586"/>
                <a:ext cx="407447" cy="523220"/>
              </a:xfrm>
              <a:prstGeom prst="rect">
                <a:avLst/>
              </a:prstGeom>
              <a:noFill/>
            </p:spPr>
            <p:txBody>
              <a:bodyPr wrap="none" rtlCol="0">
                <a:spAutoFit/>
              </a:bodyPr>
              <a:lstStyle/>
              <a:p>
                <a:r>
                  <a:rPr lang="en-US" sz="2800">
                    <a:ln w="0"/>
                    <a:gradFill>
                      <a:gsLst>
                        <a:gs pos="21000">
                          <a:srgbClr val="53575C"/>
                        </a:gs>
                        <a:gs pos="88000">
                          <a:srgbClr val="C5C7CA"/>
                        </a:gs>
                      </a:gsLst>
                      <a:lin ang="5400000"/>
                    </a:gradFill>
                    <a:latin typeface="Aptos Mono" panose="020F0502020204030204" pitchFamily="49" charset="0"/>
                  </a:rPr>
                  <a:t>x</a:t>
                </a:r>
                <a:endParaRPr lang="en-GB" sz="2800">
                  <a:ln w="0"/>
                  <a:gradFill>
                    <a:gsLst>
                      <a:gs pos="21000">
                        <a:srgbClr val="53575C"/>
                      </a:gs>
                      <a:gs pos="88000">
                        <a:srgbClr val="C5C7CA"/>
                      </a:gs>
                    </a:gsLst>
                    <a:lin ang="5400000"/>
                  </a:gradFill>
                  <a:latin typeface="Aptos Mono" panose="020F0502020204030204" pitchFamily="49" charset="0"/>
                </a:endParaRPr>
              </a:p>
            </p:txBody>
          </p:sp>
          <p:sp>
            <p:nvSpPr>
              <p:cNvPr id="42" name="TextBox 41">
                <a:extLst>
                  <a:ext uri="{FF2B5EF4-FFF2-40B4-BE49-F238E27FC236}">
                    <a16:creationId xmlns:a16="http://schemas.microsoft.com/office/drawing/2014/main" id="{2FB3C235-E8D5-5804-5BD0-82869A4DF3A3}"/>
                  </a:ext>
                </a:extLst>
              </p:cNvPr>
              <p:cNvSpPr txBox="1"/>
              <p:nvPr/>
            </p:nvSpPr>
            <p:spPr>
              <a:xfrm>
                <a:off x="1740905" y="3856415"/>
                <a:ext cx="2508849" cy="338554"/>
              </a:xfrm>
              <a:prstGeom prst="rect">
                <a:avLst/>
              </a:prstGeom>
              <a:noFill/>
            </p:spPr>
            <p:txBody>
              <a:bodyPr wrap="square" rtlCol="0">
                <a:spAutoFit/>
              </a:bodyPr>
              <a:lstStyle/>
              <a:p>
                <a:r>
                  <a:rPr lang="en-US" sz="1600" dirty="0"/>
                  <a:t>Resource management</a:t>
                </a:r>
                <a:endParaRPr lang="en-GB" sz="1600" dirty="0"/>
              </a:p>
            </p:txBody>
          </p:sp>
        </p:grpSp>
      </p:grpSp>
      <p:sp>
        <p:nvSpPr>
          <p:cNvPr id="64" name="Oval 63">
            <a:extLst>
              <a:ext uri="{FF2B5EF4-FFF2-40B4-BE49-F238E27FC236}">
                <a16:creationId xmlns:a16="http://schemas.microsoft.com/office/drawing/2014/main" id="{34D963F3-B3BC-CDB4-B56D-FAA0A3F5A812}"/>
              </a:ext>
            </a:extLst>
          </p:cNvPr>
          <p:cNvSpPr>
            <a:spLocks noChangeAspect="1"/>
          </p:cNvSpPr>
          <p:nvPr/>
        </p:nvSpPr>
        <p:spPr>
          <a:xfrm>
            <a:off x="103315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12" name="Group 11">
            <a:extLst>
              <a:ext uri="{FF2B5EF4-FFF2-40B4-BE49-F238E27FC236}">
                <a16:creationId xmlns:a16="http://schemas.microsoft.com/office/drawing/2014/main" id="{FA60A91A-35E3-EB00-ECC7-963CAA0D271B}"/>
              </a:ext>
            </a:extLst>
          </p:cNvPr>
          <p:cNvGrpSpPr/>
          <p:nvPr/>
        </p:nvGrpSpPr>
        <p:grpSpPr>
          <a:xfrm>
            <a:off x="10278334" y="0"/>
            <a:ext cx="987657" cy="297132"/>
            <a:chOff x="10278334" y="0"/>
            <a:chExt cx="987657" cy="297132"/>
          </a:xfrm>
        </p:grpSpPr>
        <p:grpSp>
          <p:nvGrpSpPr>
            <p:cNvPr id="13" name="Group 12">
              <a:extLst>
                <a:ext uri="{FF2B5EF4-FFF2-40B4-BE49-F238E27FC236}">
                  <a16:creationId xmlns:a16="http://schemas.microsoft.com/office/drawing/2014/main" id="{949073C3-3CB7-4E17-9519-4D589BC8B7B7}"/>
                </a:ext>
              </a:extLst>
            </p:cNvPr>
            <p:cNvGrpSpPr/>
            <p:nvPr/>
          </p:nvGrpSpPr>
          <p:grpSpPr>
            <a:xfrm>
              <a:off x="10278334" y="0"/>
              <a:ext cx="336385" cy="294592"/>
              <a:chOff x="10278334" y="0"/>
              <a:chExt cx="336385" cy="294592"/>
            </a:xfrm>
          </p:grpSpPr>
          <p:sp>
            <p:nvSpPr>
              <p:cNvPr id="48" name="Rectangle 47">
                <a:extLst>
                  <a:ext uri="{FF2B5EF4-FFF2-40B4-BE49-F238E27FC236}">
                    <a16:creationId xmlns:a16="http://schemas.microsoft.com/office/drawing/2014/main" id="{8753DA6A-B269-1187-80A1-93D42BEC9BA4}"/>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666E7375-DD3E-B541-7368-58999DA4F18B}"/>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FD7376CA-990D-E4B9-CD3B-03D4CAD3550E}"/>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15" name="Group 14">
              <a:extLst>
                <a:ext uri="{FF2B5EF4-FFF2-40B4-BE49-F238E27FC236}">
                  <a16:creationId xmlns:a16="http://schemas.microsoft.com/office/drawing/2014/main" id="{6E8DEC5D-9BA5-8004-9B8A-22C66E672C97}"/>
                </a:ext>
              </a:extLst>
            </p:cNvPr>
            <p:cNvGrpSpPr/>
            <p:nvPr/>
          </p:nvGrpSpPr>
          <p:grpSpPr>
            <a:xfrm>
              <a:off x="10605240" y="0"/>
              <a:ext cx="336385" cy="297132"/>
              <a:chOff x="10289176" y="0"/>
              <a:chExt cx="336385" cy="297132"/>
            </a:xfrm>
          </p:grpSpPr>
          <p:sp>
            <p:nvSpPr>
              <p:cNvPr id="44" name="Rectangle 43">
                <a:extLst>
                  <a:ext uri="{FF2B5EF4-FFF2-40B4-BE49-F238E27FC236}">
                    <a16:creationId xmlns:a16="http://schemas.microsoft.com/office/drawing/2014/main" id="{7EADCB42-16B7-C019-51A5-A7D300C5769C}"/>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oup 44">
                <a:extLst>
                  <a:ext uri="{FF2B5EF4-FFF2-40B4-BE49-F238E27FC236}">
                    <a16:creationId xmlns:a16="http://schemas.microsoft.com/office/drawing/2014/main" id="{2FEE8BBC-C030-46C3-5A13-1A0BBFAA5212}"/>
                  </a:ext>
                </a:extLst>
              </p:cNvPr>
              <p:cNvGrpSpPr/>
              <p:nvPr/>
            </p:nvGrpSpPr>
            <p:grpSpPr>
              <a:xfrm>
                <a:off x="10289176" y="81688"/>
                <a:ext cx="336385" cy="215444"/>
                <a:chOff x="5178425" y="855322"/>
                <a:chExt cx="336385" cy="215444"/>
              </a:xfrm>
            </p:grpSpPr>
            <p:sp>
              <p:nvSpPr>
                <p:cNvPr id="46" name="Oval 45">
                  <a:extLst>
                    <a:ext uri="{FF2B5EF4-FFF2-40B4-BE49-F238E27FC236}">
                      <a16:creationId xmlns:a16="http://schemas.microsoft.com/office/drawing/2014/main" id="{BEC263C1-E3AA-EA26-562C-4D8DD693D388}"/>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D9FB5D92-9B22-B2BC-F2C0-8AC6CE18B423}"/>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17" name="Group 16">
              <a:extLst>
                <a:ext uri="{FF2B5EF4-FFF2-40B4-BE49-F238E27FC236}">
                  <a16:creationId xmlns:a16="http://schemas.microsoft.com/office/drawing/2014/main" id="{8D9A0C6E-BF25-99EF-0F87-ACACC15B2A14}"/>
                </a:ext>
              </a:extLst>
            </p:cNvPr>
            <p:cNvGrpSpPr/>
            <p:nvPr/>
          </p:nvGrpSpPr>
          <p:grpSpPr>
            <a:xfrm>
              <a:off x="10929606" y="0"/>
              <a:ext cx="336385" cy="297132"/>
              <a:chOff x="10880361" y="0"/>
              <a:chExt cx="336385" cy="297132"/>
            </a:xfrm>
          </p:grpSpPr>
          <p:sp>
            <p:nvSpPr>
              <p:cNvPr id="18" name="Rectangle 17">
                <a:extLst>
                  <a:ext uri="{FF2B5EF4-FFF2-40B4-BE49-F238E27FC236}">
                    <a16:creationId xmlns:a16="http://schemas.microsoft.com/office/drawing/2014/main" id="{1C9796CA-A83B-2A8E-4CA1-E72E2F762980}"/>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0F05398E-5182-941C-6593-6C3B70CD5DB3}"/>
                  </a:ext>
                </a:extLst>
              </p:cNvPr>
              <p:cNvGrpSpPr/>
              <p:nvPr/>
            </p:nvGrpSpPr>
            <p:grpSpPr>
              <a:xfrm>
                <a:off x="10880361" y="81688"/>
                <a:ext cx="336385" cy="215444"/>
                <a:chOff x="5180965" y="851650"/>
                <a:chExt cx="336385" cy="215444"/>
              </a:xfrm>
            </p:grpSpPr>
            <p:sp>
              <p:nvSpPr>
                <p:cNvPr id="34" name="Oval 33">
                  <a:extLst>
                    <a:ext uri="{FF2B5EF4-FFF2-40B4-BE49-F238E27FC236}">
                      <a16:creationId xmlns:a16="http://schemas.microsoft.com/office/drawing/2014/main" id="{6B9B7A4B-7D20-5E12-0D4C-22B272DA529C}"/>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964B1E87-E726-9023-33B4-BBDDC78C6EFF}"/>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4007895846"/>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0E5E7-976D-443A-945E-E82B62D8EE7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C3CC724-8D26-96A4-6265-16B7812376F8}"/>
              </a:ext>
            </a:extLst>
          </p:cNvPr>
          <p:cNvSpPr>
            <a:spLocks noGrp="1"/>
          </p:cNvSpPr>
          <p:nvPr>
            <p:ph type="title"/>
          </p:nvPr>
        </p:nvSpPr>
        <p:spPr>
          <a:xfrm>
            <a:off x="334963" y="808073"/>
            <a:ext cx="11522075" cy="840083"/>
          </a:xfrm>
        </p:spPr>
        <p:txBody>
          <a:bodyPr/>
          <a:lstStyle/>
          <a:p>
            <a:r>
              <a:rPr lang="en-GB" noProof="0"/>
              <a:t>High-level Goal</a:t>
            </a:r>
          </a:p>
        </p:txBody>
      </p:sp>
      <p:sp>
        <p:nvSpPr>
          <p:cNvPr id="3" name="Segnaposto data 2">
            <a:extLst>
              <a:ext uri="{FF2B5EF4-FFF2-40B4-BE49-F238E27FC236}">
                <a16:creationId xmlns:a16="http://schemas.microsoft.com/office/drawing/2014/main" id="{7987E44C-30E6-A29D-78ED-B7217870D3F3}"/>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CEB6BD4F-8362-18E7-1E17-ECA68874EED2}"/>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CB22701F-1440-CC53-0BB3-B3A04837C486}"/>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11</a:t>
            </a:fld>
            <a:endParaRPr lang="en-GB" noProof="0"/>
          </a:p>
        </p:txBody>
      </p:sp>
      <p:sp>
        <p:nvSpPr>
          <p:cNvPr id="16" name="Oval 15">
            <a:extLst>
              <a:ext uri="{FF2B5EF4-FFF2-40B4-BE49-F238E27FC236}">
                <a16:creationId xmlns:a16="http://schemas.microsoft.com/office/drawing/2014/main" id="{97051645-DBC9-DF66-69E6-F2CC74EFAB34}"/>
              </a:ext>
            </a:extLst>
          </p:cNvPr>
          <p:cNvSpPr/>
          <p:nvPr/>
        </p:nvSpPr>
        <p:spPr>
          <a:xfrm>
            <a:off x="7295023" y="2015922"/>
            <a:ext cx="3369688" cy="312826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cxnSp>
        <p:nvCxnSpPr>
          <p:cNvPr id="17" name="Straight Connector 16">
            <a:extLst>
              <a:ext uri="{FF2B5EF4-FFF2-40B4-BE49-F238E27FC236}">
                <a16:creationId xmlns:a16="http://schemas.microsoft.com/office/drawing/2014/main" id="{A6496555-D996-81DF-A931-46DC1C6280FA}"/>
              </a:ext>
            </a:extLst>
          </p:cNvPr>
          <p:cNvCxnSpPr>
            <a:cxnSpLocks/>
          </p:cNvCxnSpPr>
          <p:nvPr/>
        </p:nvCxnSpPr>
        <p:spPr>
          <a:xfrm>
            <a:off x="8640875" y="3144061"/>
            <a:ext cx="1114890" cy="606167"/>
          </a:xfrm>
          <a:prstGeom prst="line">
            <a:avLst/>
          </a:prstGeom>
          <a:ln w="9525">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AD7C121-7969-B10F-AF93-532F24B850B0}"/>
              </a:ext>
            </a:extLst>
          </p:cNvPr>
          <p:cNvCxnSpPr>
            <a:cxnSpLocks/>
          </p:cNvCxnSpPr>
          <p:nvPr/>
        </p:nvCxnSpPr>
        <p:spPr>
          <a:xfrm flipV="1">
            <a:off x="8821690" y="2922653"/>
            <a:ext cx="310440" cy="1170755"/>
          </a:xfrm>
          <a:prstGeom prst="line">
            <a:avLst/>
          </a:prstGeom>
          <a:ln w="9525">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222EF7-250A-994C-E537-E2CC435362E6}"/>
              </a:ext>
            </a:extLst>
          </p:cNvPr>
          <p:cNvCxnSpPr>
            <a:cxnSpLocks/>
          </p:cNvCxnSpPr>
          <p:nvPr/>
        </p:nvCxnSpPr>
        <p:spPr>
          <a:xfrm flipH="1" flipV="1">
            <a:off x="8225108" y="3559828"/>
            <a:ext cx="180782" cy="117780"/>
          </a:xfrm>
          <a:prstGeom prst="line">
            <a:avLst/>
          </a:prstGeom>
          <a:ln w="9525">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2C7C452-B680-703E-150D-EEA3815A2543}"/>
              </a:ext>
            </a:extLst>
          </p:cNvPr>
          <p:cNvCxnSpPr>
            <a:cxnSpLocks/>
          </p:cNvCxnSpPr>
          <p:nvPr/>
        </p:nvCxnSpPr>
        <p:spPr>
          <a:xfrm flipH="1" flipV="1">
            <a:off x="8821690" y="4093408"/>
            <a:ext cx="518275" cy="72620"/>
          </a:xfrm>
          <a:prstGeom prst="line">
            <a:avLst/>
          </a:prstGeom>
          <a:ln w="9525">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0004B9C-49F5-31C1-848A-46BC4A53955F}"/>
              </a:ext>
            </a:extLst>
          </p:cNvPr>
          <p:cNvCxnSpPr>
            <a:cxnSpLocks/>
          </p:cNvCxnSpPr>
          <p:nvPr/>
        </p:nvCxnSpPr>
        <p:spPr>
          <a:xfrm flipH="1">
            <a:off x="8640875" y="2922653"/>
            <a:ext cx="491255" cy="221408"/>
          </a:xfrm>
          <a:prstGeom prst="line">
            <a:avLst/>
          </a:prstGeom>
          <a:ln w="9525">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26BFEDC-F5B8-E655-39B9-1595D715FFDB}"/>
              </a:ext>
            </a:extLst>
          </p:cNvPr>
          <p:cNvCxnSpPr>
            <a:cxnSpLocks/>
          </p:cNvCxnSpPr>
          <p:nvPr/>
        </p:nvCxnSpPr>
        <p:spPr>
          <a:xfrm flipH="1" flipV="1">
            <a:off x="9547898" y="3338420"/>
            <a:ext cx="207867" cy="411808"/>
          </a:xfrm>
          <a:prstGeom prst="line">
            <a:avLst/>
          </a:prstGeom>
          <a:ln w="9525">
            <a:prstDash val="sysDash"/>
          </a:ln>
        </p:spPr>
        <p:style>
          <a:lnRef idx="1">
            <a:schemeClr val="accent1"/>
          </a:lnRef>
          <a:fillRef idx="0">
            <a:schemeClr val="accent1"/>
          </a:fillRef>
          <a:effectRef idx="0">
            <a:schemeClr val="accent1"/>
          </a:effectRef>
          <a:fontRef idx="minor">
            <a:schemeClr val="tx1"/>
          </a:fontRef>
        </p:style>
      </p:cxnSp>
      <p:pic>
        <p:nvPicPr>
          <p:cNvPr id="58" name="Picture 57" descr="A computer with a screen on&#10;&#10;AI-generated content may be incorrect.">
            <a:extLst>
              <a:ext uri="{FF2B5EF4-FFF2-40B4-BE49-F238E27FC236}">
                <a16:creationId xmlns:a16="http://schemas.microsoft.com/office/drawing/2014/main" id="{38D3EAEC-7D9A-CE70-CA26-884C3F32AF5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72834" y="2449663"/>
            <a:ext cx="3954786" cy="2438926"/>
          </a:xfrm>
          <a:prstGeom prst="rect">
            <a:avLst/>
          </a:prstGeom>
        </p:spPr>
      </p:pic>
      <p:cxnSp>
        <p:nvCxnSpPr>
          <p:cNvPr id="60" name="Straight Connector 59">
            <a:extLst>
              <a:ext uri="{FF2B5EF4-FFF2-40B4-BE49-F238E27FC236}">
                <a16:creationId xmlns:a16="http://schemas.microsoft.com/office/drawing/2014/main" id="{5090F218-BC09-1348-D9C9-588905F3F185}"/>
              </a:ext>
            </a:extLst>
          </p:cNvPr>
          <p:cNvCxnSpPr>
            <a:cxnSpLocks/>
          </p:cNvCxnSpPr>
          <p:nvPr/>
        </p:nvCxnSpPr>
        <p:spPr>
          <a:xfrm>
            <a:off x="4896978" y="3677608"/>
            <a:ext cx="2239246"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327C183E-5BAF-486C-FB73-5F1DE5697B21}"/>
              </a:ext>
            </a:extLst>
          </p:cNvPr>
          <p:cNvSpPr txBox="1"/>
          <p:nvPr/>
        </p:nvSpPr>
        <p:spPr>
          <a:xfrm>
            <a:off x="7608015" y="5503050"/>
            <a:ext cx="2965877" cy="369332"/>
          </a:xfrm>
          <a:prstGeom prst="rect">
            <a:avLst/>
          </a:prstGeom>
          <a:noFill/>
        </p:spPr>
        <p:txBody>
          <a:bodyPr wrap="none" rtlCol="0">
            <a:spAutoFit/>
          </a:bodyPr>
          <a:lstStyle/>
          <a:p>
            <a:r>
              <a:rPr lang="en-GB" b="1" noProof="0" dirty="0"/>
              <a:t>Microservice Application</a:t>
            </a:r>
          </a:p>
        </p:txBody>
      </p:sp>
      <p:sp>
        <p:nvSpPr>
          <p:cNvPr id="63" name="TextBox 62">
            <a:extLst>
              <a:ext uri="{FF2B5EF4-FFF2-40B4-BE49-F238E27FC236}">
                <a16:creationId xmlns:a16="http://schemas.microsoft.com/office/drawing/2014/main" id="{7FC4413E-0094-5AE5-A1F3-D469E2EA565F}"/>
              </a:ext>
            </a:extLst>
          </p:cNvPr>
          <p:cNvSpPr txBox="1"/>
          <p:nvPr/>
        </p:nvSpPr>
        <p:spPr>
          <a:xfrm>
            <a:off x="970971" y="5503050"/>
            <a:ext cx="4158511" cy="369332"/>
          </a:xfrm>
          <a:prstGeom prst="rect">
            <a:avLst/>
          </a:prstGeom>
          <a:noFill/>
        </p:spPr>
        <p:txBody>
          <a:bodyPr wrap="none" rtlCol="0">
            <a:spAutoFit/>
          </a:bodyPr>
          <a:lstStyle/>
          <a:p>
            <a:r>
              <a:rPr lang="en-GB" b="1" noProof="0"/>
              <a:t>Behavioural Configuration Manager</a:t>
            </a:r>
          </a:p>
        </p:txBody>
      </p:sp>
      <p:sp>
        <p:nvSpPr>
          <p:cNvPr id="6" name="UpLeft">
            <a:extLst>
              <a:ext uri="{FF2B5EF4-FFF2-40B4-BE49-F238E27FC236}">
                <a16:creationId xmlns:a16="http://schemas.microsoft.com/office/drawing/2014/main" id="{DB804E5A-9791-0460-2074-BCF38DD1E6FD}"/>
              </a:ext>
            </a:extLst>
          </p:cNvPr>
          <p:cNvSpPr/>
          <p:nvPr/>
        </p:nvSpPr>
        <p:spPr>
          <a:xfrm>
            <a:off x="7828867" y="2769310"/>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UpLeft">
            <a:extLst>
              <a:ext uri="{FF2B5EF4-FFF2-40B4-BE49-F238E27FC236}">
                <a16:creationId xmlns:a16="http://schemas.microsoft.com/office/drawing/2014/main" id="{BF2AE576-47D2-E20E-1226-931802B119EC}"/>
              </a:ext>
            </a:extLst>
          </p:cNvPr>
          <p:cNvSpPr/>
          <p:nvPr/>
        </p:nvSpPr>
        <p:spPr>
          <a:xfrm>
            <a:off x="7828867" y="3037089"/>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UpLeft">
            <a:extLst>
              <a:ext uri="{FF2B5EF4-FFF2-40B4-BE49-F238E27FC236}">
                <a16:creationId xmlns:a16="http://schemas.microsoft.com/office/drawing/2014/main" id="{78C7A6F8-B74A-D0E3-FE31-D61B96CC8C1D}"/>
              </a:ext>
            </a:extLst>
          </p:cNvPr>
          <p:cNvSpPr/>
          <p:nvPr/>
        </p:nvSpPr>
        <p:spPr>
          <a:xfrm>
            <a:off x="7828867" y="3304868"/>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0" name="Group 39">
            <a:extLst>
              <a:ext uri="{FF2B5EF4-FFF2-40B4-BE49-F238E27FC236}">
                <a16:creationId xmlns:a16="http://schemas.microsoft.com/office/drawing/2014/main" id="{FD696E6C-5852-1D8B-0661-A866128E9D33}"/>
              </a:ext>
            </a:extLst>
          </p:cNvPr>
          <p:cNvGrpSpPr/>
          <p:nvPr/>
        </p:nvGrpSpPr>
        <p:grpSpPr>
          <a:xfrm>
            <a:off x="8309095" y="2851849"/>
            <a:ext cx="216780" cy="72000"/>
            <a:chOff x="5675747" y="1234545"/>
            <a:chExt cx="216780" cy="72000"/>
          </a:xfrm>
        </p:grpSpPr>
        <p:sp>
          <p:nvSpPr>
            <p:cNvPr id="24" name="Rectangle 23">
              <a:extLst>
                <a:ext uri="{FF2B5EF4-FFF2-40B4-BE49-F238E27FC236}">
                  <a16:creationId xmlns:a16="http://schemas.microsoft.com/office/drawing/2014/main" id="{BDEAA2F3-ED2D-5552-6B3B-564A68B70E9A}"/>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ACE33122-78EF-69FD-D7A6-1AAEA649350C}"/>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 name="Group 40">
            <a:extLst>
              <a:ext uri="{FF2B5EF4-FFF2-40B4-BE49-F238E27FC236}">
                <a16:creationId xmlns:a16="http://schemas.microsoft.com/office/drawing/2014/main" id="{36E68FFE-E306-5635-36ED-32B6619E56EB}"/>
              </a:ext>
            </a:extLst>
          </p:cNvPr>
          <p:cNvGrpSpPr/>
          <p:nvPr/>
        </p:nvGrpSpPr>
        <p:grpSpPr>
          <a:xfrm>
            <a:off x="8309095" y="3118246"/>
            <a:ext cx="216780" cy="72000"/>
            <a:chOff x="5675747" y="1234545"/>
            <a:chExt cx="216780" cy="72000"/>
          </a:xfrm>
        </p:grpSpPr>
        <p:sp>
          <p:nvSpPr>
            <p:cNvPr id="42" name="Rectangle 41">
              <a:extLst>
                <a:ext uri="{FF2B5EF4-FFF2-40B4-BE49-F238E27FC236}">
                  <a16:creationId xmlns:a16="http://schemas.microsoft.com/office/drawing/2014/main" id="{A5CABA95-F59A-E557-8A58-A53170481FD6}"/>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5EA9251C-EAAE-0AB3-36B0-AB89941513F3}"/>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 name="Group 43">
            <a:extLst>
              <a:ext uri="{FF2B5EF4-FFF2-40B4-BE49-F238E27FC236}">
                <a16:creationId xmlns:a16="http://schemas.microsoft.com/office/drawing/2014/main" id="{7EA03EE9-420E-DC4A-8BEE-8F8F38208055}"/>
              </a:ext>
            </a:extLst>
          </p:cNvPr>
          <p:cNvGrpSpPr/>
          <p:nvPr/>
        </p:nvGrpSpPr>
        <p:grpSpPr>
          <a:xfrm>
            <a:off x="8309095" y="3384643"/>
            <a:ext cx="216780" cy="72000"/>
            <a:chOff x="5675747" y="1234545"/>
            <a:chExt cx="216780" cy="72000"/>
          </a:xfrm>
        </p:grpSpPr>
        <p:sp>
          <p:nvSpPr>
            <p:cNvPr id="45" name="Rectangle 44">
              <a:extLst>
                <a:ext uri="{FF2B5EF4-FFF2-40B4-BE49-F238E27FC236}">
                  <a16:creationId xmlns:a16="http://schemas.microsoft.com/office/drawing/2014/main" id="{D34C019C-714F-D2CF-6371-ABA69EB89AD9}"/>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C4625B88-3535-EF0C-31D3-A14108F94806}"/>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8" name="BottomLeft">
            <a:extLst>
              <a:ext uri="{FF2B5EF4-FFF2-40B4-BE49-F238E27FC236}">
                <a16:creationId xmlns:a16="http://schemas.microsoft.com/office/drawing/2014/main" id="{DF610D45-E9B1-FC33-E6D9-6DEF54D24990}"/>
              </a:ext>
            </a:extLst>
          </p:cNvPr>
          <p:cNvSpPr/>
          <p:nvPr/>
        </p:nvSpPr>
        <p:spPr>
          <a:xfrm>
            <a:off x="8029210" y="3722832"/>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BottomLeft">
            <a:extLst>
              <a:ext uri="{FF2B5EF4-FFF2-40B4-BE49-F238E27FC236}">
                <a16:creationId xmlns:a16="http://schemas.microsoft.com/office/drawing/2014/main" id="{F967ECB3-8B94-97A9-99A0-58BF219BFEBF}"/>
              </a:ext>
            </a:extLst>
          </p:cNvPr>
          <p:cNvSpPr/>
          <p:nvPr/>
        </p:nvSpPr>
        <p:spPr>
          <a:xfrm>
            <a:off x="8029210" y="3990611"/>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BottomLeft">
            <a:extLst>
              <a:ext uri="{FF2B5EF4-FFF2-40B4-BE49-F238E27FC236}">
                <a16:creationId xmlns:a16="http://schemas.microsoft.com/office/drawing/2014/main" id="{32F07A90-A167-3C54-887C-3046AB27F88D}"/>
              </a:ext>
            </a:extLst>
          </p:cNvPr>
          <p:cNvSpPr/>
          <p:nvPr/>
        </p:nvSpPr>
        <p:spPr>
          <a:xfrm>
            <a:off x="8029210" y="4258390"/>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1" name="Group 50">
            <a:extLst>
              <a:ext uri="{FF2B5EF4-FFF2-40B4-BE49-F238E27FC236}">
                <a16:creationId xmlns:a16="http://schemas.microsoft.com/office/drawing/2014/main" id="{36194B39-D322-E9AC-5A41-CFDD2A0C20E9}"/>
              </a:ext>
            </a:extLst>
          </p:cNvPr>
          <p:cNvGrpSpPr/>
          <p:nvPr/>
        </p:nvGrpSpPr>
        <p:grpSpPr>
          <a:xfrm>
            <a:off x="8509438" y="3805371"/>
            <a:ext cx="216780" cy="72000"/>
            <a:chOff x="5675747" y="1234545"/>
            <a:chExt cx="216780" cy="72000"/>
          </a:xfrm>
        </p:grpSpPr>
        <p:sp>
          <p:nvSpPr>
            <p:cNvPr id="52" name="Rectangle 51">
              <a:extLst>
                <a:ext uri="{FF2B5EF4-FFF2-40B4-BE49-F238E27FC236}">
                  <a16:creationId xmlns:a16="http://schemas.microsoft.com/office/drawing/2014/main" id="{F86BABA5-C63C-B222-9B63-FAA43DC6017A}"/>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9525E661-A12C-AE95-6ED5-C2D664BB0A7A}"/>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 name="Group 53">
            <a:extLst>
              <a:ext uri="{FF2B5EF4-FFF2-40B4-BE49-F238E27FC236}">
                <a16:creationId xmlns:a16="http://schemas.microsoft.com/office/drawing/2014/main" id="{94932B0D-A5DB-57B1-A27F-ACB2BFBDF063}"/>
              </a:ext>
            </a:extLst>
          </p:cNvPr>
          <p:cNvGrpSpPr/>
          <p:nvPr/>
        </p:nvGrpSpPr>
        <p:grpSpPr>
          <a:xfrm>
            <a:off x="8509438" y="4071768"/>
            <a:ext cx="216780" cy="72000"/>
            <a:chOff x="5675747" y="1234545"/>
            <a:chExt cx="216780" cy="72000"/>
          </a:xfrm>
        </p:grpSpPr>
        <p:sp>
          <p:nvSpPr>
            <p:cNvPr id="55" name="Rectangle 54">
              <a:extLst>
                <a:ext uri="{FF2B5EF4-FFF2-40B4-BE49-F238E27FC236}">
                  <a16:creationId xmlns:a16="http://schemas.microsoft.com/office/drawing/2014/main" id="{CB8C09B7-7080-43CE-003D-911B47161822}"/>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792810AF-1AD0-6A7B-4806-94CB339DDC7E}"/>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 name="Group 56">
            <a:extLst>
              <a:ext uri="{FF2B5EF4-FFF2-40B4-BE49-F238E27FC236}">
                <a16:creationId xmlns:a16="http://schemas.microsoft.com/office/drawing/2014/main" id="{0FBD3C05-7434-2942-899F-C594213F18DE}"/>
              </a:ext>
            </a:extLst>
          </p:cNvPr>
          <p:cNvGrpSpPr/>
          <p:nvPr/>
        </p:nvGrpSpPr>
        <p:grpSpPr>
          <a:xfrm>
            <a:off x="8509438" y="4338165"/>
            <a:ext cx="216780" cy="72000"/>
            <a:chOff x="5675747" y="1234545"/>
            <a:chExt cx="216780" cy="72000"/>
          </a:xfrm>
        </p:grpSpPr>
        <p:sp>
          <p:nvSpPr>
            <p:cNvPr id="59" name="Rectangle 58">
              <a:extLst>
                <a:ext uri="{FF2B5EF4-FFF2-40B4-BE49-F238E27FC236}">
                  <a16:creationId xmlns:a16="http://schemas.microsoft.com/office/drawing/2014/main" id="{AF5096A9-EC31-21EA-2907-3E6725C9B118}"/>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0F72EFAD-9FD7-D28E-7123-AFB880424584}"/>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5" name="TopRight">
            <a:extLst>
              <a:ext uri="{FF2B5EF4-FFF2-40B4-BE49-F238E27FC236}">
                <a16:creationId xmlns:a16="http://schemas.microsoft.com/office/drawing/2014/main" id="{A6700439-6875-E0CF-D509-69803C98FF44}"/>
              </a:ext>
            </a:extLst>
          </p:cNvPr>
          <p:cNvSpPr/>
          <p:nvPr/>
        </p:nvSpPr>
        <p:spPr>
          <a:xfrm>
            <a:off x="9169108" y="2545122"/>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opRight">
            <a:extLst>
              <a:ext uri="{FF2B5EF4-FFF2-40B4-BE49-F238E27FC236}">
                <a16:creationId xmlns:a16="http://schemas.microsoft.com/office/drawing/2014/main" id="{FC32BB5D-7C3F-E5DA-983F-95EDF7F2D3C5}"/>
              </a:ext>
            </a:extLst>
          </p:cNvPr>
          <p:cNvSpPr/>
          <p:nvPr/>
        </p:nvSpPr>
        <p:spPr>
          <a:xfrm>
            <a:off x="9169108" y="2812901"/>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TopRight">
            <a:extLst>
              <a:ext uri="{FF2B5EF4-FFF2-40B4-BE49-F238E27FC236}">
                <a16:creationId xmlns:a16="http://schemas.microsoft.com/office/drawing/2014/main" id="{0D57F1B5-49B0-ED0E-54BB-049C87C45BFF}"/>
              </a:ext>
            </a:extLst>
          </p:cNvPr>
          <p:cNvSpPr/>
          <p:nvPr/>
        </p:nvSpPr>
        <p:spPr>
          <a:xfrm>
            <a:off x="9169108" y="3080680"/>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8" name="Group 67">
            <a:extLst>
              <a:ext uri="{FF2B5EF4-FFF2-40B4-BE49-F238E27FC236}">
                <a16:creationId xmlns:a16="http://schemas.microsoft.com/office/drawing/2014/main" id="{B1545339-2A90-0987-DB05-177841C2DA5F}"/>
              </a:ext>
            </a:extLst>
          </p:cNvPr>
          <p:cNvGrpSpPr/>
          <p:nvPr/>
        </p:nvGrpSpPr>
        <p:grpSpPr>
          <a:xfrm>
            <a:off x="9649336" y="2627661"/>
            <a:ext cx="216780" cy="72000"/>
            <a:chOff x="5675747" y="1234545"/>
            <a:chExt cx="216780" cy="72000"/>
          </a:xfrm>
        </p:grpSpPr>
        <p:sp>
          <p:nvSpPr>
            <p:cNvPr id="69" name="Rectangle 68">
              <a:extLst>
                <a:ext uri="{FF2B5EF4-FFF2-40B4-BE49-F238E27FC236}">
                  <a16:creationId xmlns:a16="http://schemas.microsoft.com/office/drawing/2014/main" id="{57FFA5BD-2D94-615A-996F-7F181F5C8CEA}"/>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a:extLst>
                <a:ext uri="{FF2B5EF4-FFF2-40B4-BE49-F238E27FC236}">
                  <a16:creationId xmlns:a16="http://schemas.microsoft.com/office/drawing/2014/main" id="{4BB8E345-0078-F0EB-8DCB-E8142B6B2374}"/>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1" name="Group 70">
            <a:extLst>
              <a:ext uri="{FF2B5EF4-FFF2-40B4-BE49-F238E27FC236}">
                <a16:creationId xmlns:a16="http://schemas.microsoft.com/office/drawing/2014/main" id="{E38529E6-2EC1-8C3C-DB8A-7788ED43FAC2}"/>
              </a:ext>
            </a:extLst>
          </p:cNvPr>
          <p:cNvGrpSpPr/>
          <p:nvPr/>
        </p:nvGrpSpPr>
        <p:grpSpPr>
          <a:xfrm>
            <a:off x="9649336" y="2894058"/>
            <a:ext cx="216780" cy="72000"/>
            <a:chOff x="5675747" y="1234545"/>
            <a:chExt cx="216780" cy="72000"/>
          </a:xfrm>
        </p:grpSpPr>
        <p:sp>
          <p:nvSpPr>
            <p:cNvPr id="72" name="Rectangle 71">
              <a:extLst>
                <a:ext uri="{FF2B5EF4-FFF2-40B4-BE49-F238E27FC236}">
                  <a16:creationId xmlns:a16="http://schemas.microsoft.com/office/drawing/2014/main" id="{ACA6B6CD-E655-1362-C7B3-4FAE91F37975}"/>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ectangle 72">
              <a:extLst>
                <a:ext uri="{FF2B5EF4-FFF2-40B4-BE49-F238E27FC236}">
                  <a16:creationId xmlns:a16="http://schemas.microsoft.com/office/drawing/2014/main" id="{A7CBB271-8731-F7C6-3CFB-5E5FDB5F994A}"/>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4" name="Group 73">
            <a:extLst>
              <a:ext uri="{FF2B5EF4-FFF2-40B4-BE49-F238E27FC236}">
                <a16:creationId xmlns:a16="http://schemas.microsoft.com/office/drawing/2014/main" id="{359F2620-0ED7-0B4C-7AAE-43E0C66581F6}"/>
              </a:ext>
            </a:extLst>
          </p:cNvPr>
          <p:cNvGrpSpPr/>
          <p:nvPr/>
        </p:nvGrpSpPr>
        <p:grpSpPr>
          <a:xfrm>
            <a:off x="9649336" y="3160455"/>
            <a:ext cx="216780" cy="72000"/>
            <a:chOff x="5675747" y="1234545"/>
            <a:chExt cx="216780" cy="72000"/>
          </a:xfrm>
        </p:grpSpPr>
        <p:sp>
          <p:nvSpPr>
            <p:cNvPr id="75" name="Rectangle 74">
              <a:extLst>
                <a:ext uri="{FF2B5EF4-FFF2-40B4-BE49-F238E27FC236}">
                  <a16:creationId xmlns:a16="http://schemas.microsoft.com/office/drawing/2014/main" id="{4B7BC44F-A809-0707-4B16-4F940F83D330}"/>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a:extLst>
                <a:ext uri="{FF2B5EF4-FFF2-40B4-BE49-F238E27FC236}">
                  <a16:creationId xmlns:a16="http://schemas.microsoft.com/office/drawing/2014/main" id="{1DAED4E6-437E-4EEE-C837-A121CFCBB10C}"/>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7" name="BottomRight">
            <a:extLst>
              <a:ext uri="{FF2B5EF4-FFF2-40B4-BE49-F238E27FC236}">
                <a16:creationId xmlns:a16="http://schemas.microsoft.com/office/drawing/2014/main" id="{3D22920F-67C6-4154-5F93-73F07B17FBB5}"/>
              </a:ext>
            </a:extLst>
          </p:cNvPr>
          <p:cNvSpPr/>
          <p:nvPr/>
        </p:nvSpPr>
        <p:spPr>
          <a:xfrm>
            <a:off x="9312945" y="3766622"/>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BottomRight">
            <a:extLst>
              <a:ext uri="{FF2B5EF4-FFF2-40B4-BE49-F238E27FC236}">
                <a16:creationId xmlns:a16="http://schemas.microsoft.com/office/drawing/2014/main" id="{8DE9EA03-A4C5-CB15-7EA8-B0DDB67C7001}"/>
              </a:ext>
            </a:extLst>
          </p:cNvPr>
          <p:cNvSpPr/>
          <p:nvPr/>
        </p:nvSpPr>
        <p:spPr>
          <a:xfrm>
            <a:off x="9312945" y="4034401"/>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BottomRight">
            <a:extLst>
              <a:ext uri="{FF2B5EF4-FFF2-40B4-BE49-F238E27FC236}">
                <a16:creationId xmlns:a16="http://schemas.microsoft.com/office/drawing/2014/main" id="{00F5755F-85E2-71BE-AB70-29C24F358119}"/>
              </a:ext>
            </a:extLst>
          </p:cNvPr>
          <p:cNvSpPr/>
          <p:nvPr/>
        </p:nvSpPr>
        <p:spPr>
          <a:xfrm>
            <a:off x="9312945" y="4302180"/>
            <a:ext cx="792480" cy="234315"/>
          </a:xfrm>
          <a:prstGeom prst="roundRect">
            <a:avLst>
              <a:gd name="adj" fmla="val 353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0" name="Group 79">
            <a:extLst>
              <a:ext uri="{FF2B5EF4-FFF2-40B4-BE49-F238E27FC236}">
                <a16:creationId xmlns:a16="http://schemas.microsoft.com/office/drawing/2014/main" id="{C38950E5-1DD4-AA67-4C1E-33D32B8D0433}"/>
              </a:ext>
            </a:extLst>
          </p:cNvPr>
          <p:cNvGrpSpPr/>
          <p:nvPr/>
        </p:nvGrpSpPr>
        <p:grpSpPr>
          <a:xfrm>
            <a:off x="9793173" y="3849161"/>
            <a:ext cx="216780" cy="72000"/>
            <a:chOff x="5675747" y="1234545"/>
            <a:chExt cx="216780" cy="72000"/>
          </a:xfrm>
        </p:grpSpPr>
        <p:sp>
          <p:nvSpPr>
            <p:cNvPr id="81" name="Rectangle 80">
              <a:extLst>
                <a:ext uri="{FF2B5EF4-FFF2-40B4-BE49-F238E27FC236}">
                  <a16:creationId xmlns:a16="http://schemas.microsoft.com/office/drawing/2014/main" id="{7367F379-89B2-8E6D-D3AF-7CDB1A94ADD3}"/>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a:extLst>
                <a:ext uri="{FF2B5EF4-FFF2-40B4-BE49-F238E27FC236}">
                  <a16:creationId xmlns:a16="http://schemas.microsoft.com/office/drawing/2014/main" id="{222540E1-987F-2303-7FE4-5C545827B689}"/>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3" name="Group 82">
            <a:extLst>
              <a:ext uri="{FF2B5EF4-FFF2-40B4-BE49-F238E27FC236}">
                <a16:creationId xmlns:a16="http://schemas.microsoft.com/office/drawing/2014/main" id="{FFEBBECC-E3DE-AEC5-A34A-2F8BA96114FC}"/>
              </a:ext>
            </a:extLst>
          </p:cNvPr>
          <p:cNvGrpSpPr/>
          <p:nvPr/>
        </p:nvGrpSpPr>
        <p:grpSpPr>
          <a:xfrm>
            <a:off x="9793173" y="4115558"/>
            <a:ext cx="216780" cy="72000"/>
            <a:chOff x="5675747" y="1234545"/>
            <a:chExt cx="216780" cy="72000"/>
          </a:xfrm>
        </p:grpSpPr>
        <p:sp>
          <p:nvSpPr>
            <p:cNvPr id="84" name="Rectangle 83">
              <a:extLst>
                <a:ext uri="{FF2B5EF4-FFF2-40B4-BE49-F238E27FC236}">
                  <a16:creationId xmlns:a16="http://schemas.microsoft.com/office/drawing/2014/main" id="{D5CF22AD-C7A0-897A-93CC-977896DB55BD}"/>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a:extLst>
                <a:ext uri="{FF2B5EF4-FFF2-40B4-BE49-F238E27FC236}">
                  <a16:creationId xmlns:a16="http://schemas.microsoft.com/office/drawing/2014/main" id="{C609EFE2-4BC4-7C26-8BB0-E9ED255EAA0A}"/>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6" name="Group 85">
            <a:extLst>
              <a:ext uri="{FF2B5EF4-FFF2-40B4-BE49-F238E27FC236}">
                <a16:creationId xmlns:a16="http://schemas.microsoft.com/office/drawing/2014/main" id="{8D98874D-10F8-1D60-121F-E8ACB97614EB}"/>
              </a:ext>
            </a:extLst>
          </p:cNvPr>
          <p:cNvGrpSpPr/>
          <p:nvPr/>
        </p:nvGrpSpPr>
        <p:grpSpPr>
          <a:xfrm>
            <a:off x="9793173" y="4381955"/>
            <a:ext cx="216780" cy="72000"/>
            <a:chOff x="5675747" y="1234545"/>
            <a:chExt cx="216780" cy="72000"/>
          </a:xfrm>
        </p:grpSpPr>
        <p:sp>
          <p:nvSpPr>
            <p:cNvPr id="87" name="Rectangle 86">
              <a:extLst>
                <a:ext uri="{FF2B5EF4-FFF2-40B4-BE49-F238E27FC236}">
                  <a16:creationId xmlns:a16="http://schemas.microsoft.com/office/drawing/2014/main" id="{86D22D16-FC44-57F9-D849-8AB3E347E5D6}"/>
                </a:ext>
              </a:extLst>
            </p:cNvPr>
            <p:cNvSpPr/>
            <p:nvPr/>
          </p:nvSpPr>
          <p:spPr>
            <a:xfrm>
              <a:off x="582052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a:extLst>
                <a:ext uri="{FF2B5EF4-FFF2-40B4-BE49-F238E27FC236}">
                  <a16:creationId xmlns:a16="http://schemas.microsoft.com/office/drawing/2014/main" id="{09411E83-D7CB-9735-0C77-97A0CD772B05}"/>
                </a:ext>
              </a:extLst>
            </p:cNvPr>
            <p:cNvSpPr/>
            <p:nvPr/>
          </p:nvSpPr>
          <p:spPr>
            <a:xfrm>
              <a:off x="5675747" y="1234545"/>
              <a:ext cx="72000" cy="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89" name="UpLeftLoop">
            <a:hlinkClick r:id="" action="ppaction://media"/>
            <a:extLst>
              <a:ext uri="{FF2B5EF4-FFF2-40B4-BE49-F238E27FC236}">
                <a16:creationId xmlns:a16="http://schemas.microsoft.com/office/drawing/2014/main" id="{A930849A-AAA9-0B0F-6EF6-90E3FFAF8253}"/>
              </a:ext>
            </a:extLst>
          </p:cNvPr>
          <p:cNvPicPr>
            <a:picLocks noChangeAspect="1"/>
          </p:cNvPicPr>
          <p:nvPr>
            <a:audioFile r:link="rId2"/>
            <p:extLst>
              <p:ext uri="{DAA4B4D4-6D71-4841-9C94-3DE7FCFB9230}">
                <p14:media xmlns:p14="http://schemas.microsoft.com/office/powerpoint/2010/main" r:embed="rId1">
                  <p14:bmkLst>
                    <p14:bmk name="Bookmark 1" time="0"/>
                  </p14:bmkLst>
                </p14:media>
              </p:ext>
            </p:extLst>
          </p:nvPr>
        </p:nvPicPr>
        <p:blipFill>
          <a:blip r:embed="rId12"/>
          <a:stretch>
            <a:fillRect/>
          </a:stretch>
        </p:blipFill>
        <p:spPr>
          <a:xfrm>
            <a:off x="11025430" y="-564268"/>
            <a:ext cx="487363" cy="487363"/>
          </a:xfrm>
          <a:prstGeom prst="rect">
            <a:avLst/>
          </a:prstGeom>
        </p:spPr>
      </p:pic>
      <p:pic>
        <p:nvPicPr>
          <p:cNvPr id="90" name="BottomLeftLoop">
            <a:hlinkClick r:id="" action="ppaction://media"/>
            <a:extLst>
              <a:ext uri="{FF2B5EF4-FFF2-40B4-BE49-F238E27FC236}">
                <a16:creationId xmlns:a16="http://schemas.microsoft.com/office/drawing/2014/main" id="{CFB6BE9F-D822-D31A-8731-50D795556964}"/>
              </a:ext>
            </a:extLst>
          </p:cNvPr>
          <p:cNvPicPr>
            <a:picLocks noChangeAspect="1"/>
          </p:cNvPicPr>
          <p:nvPr>
            <a:audioFile r:link="rId4"/>
            <p:extLst>
              <p:ext uri="{DAA4B4D4-6D71-4841-9C94-3DE7FCFB9230}">
                <p14:media xmlns:p14="http://schemas.microsoft.com/office/powerpoint/2010/main" r:embed="rId3">
                  <p14:bmkLst>
                    <p14:bmk name="Bookmark 1" time="0"/>
                  </p14:bmkLst>
                </p14:media>
              </p:ext>
            </p:extLst>
          </p:nvPr>
        </p:nvPicPr>
        <p:blipFill>
          <a:blip r:embed="rId12"/>
          <a:stretch>
            <a:fillRect/>
          </a:stretch>
        </p:blipFill>
        <p:spPr>
          <a:xfrm>
            <a:off x="10327175" y="-577205"/>
            <a:ext cx="487363" cy="487363"/>
          </a:xfrm>
          <a:prstGeom prst="rect">
            <a:avLst/>
          </a:prstGeom>
        </p:spPr>
      </p:pic>
      <p:pic>
        <p:nvPicPr>
          <p:cNvPr id="91" name="TopRightLoop">
            <a:hlinkClick r:id="" action="ppaction://media"/>
            <a:extLst>
              <a:ext uri="{FF2B5EF4-FFF2-40B4-BE49-F238E27FC236}">
                <a16:creationId xmlns:a16="http://schemas.microsoft.com/office/drawing/2014/main" id="{BEB627B6-2433-BD62-5DCC-DBCBD9CE5D23}"/>
              </a:ext>
            </a:extLst>
          </p:cNvPr>
          <p:cNvPicPr>
            <a:picLocks noChangeAspect="1"/>
          </p:cNvPicPr>
          <p:nvPr>
            <a:audioFile r:link="rId5"/>
            <p:extLst>
              <p:ext uri="{DAA4B4D4-6D71-4841-9C94-3DE7FCFB9230}">
                <p14:media xmlns:p14="http://schemas.microsoft.com/office/powerpoint/2010/main" r:embed="rId6">
                  <p14:trim end="2591.5646"/>
                  <p14:bmkLst>
                    <p14:bmk name="Bookmark 1" time="0"/>
                  </p14:bmkLst>
                </p14:media>
              </p:ext>
            </p:extLst>
          </p:nvPr>
        </p:nvPicPr>
        <p:blipFill>
          <a:blip r:embed="rId12"/>
          <a:stretch>
            <a:fillRect/>
          </a:stretch>
        </p:blipFill>
        <p:spPr>
          <a:xfrm>
            <a:off x="9657391" y="-619598"/>
            <a:ext cx="487363" cy="487363"/>
          </a:xfrm>
          <a:prstGeom prst="rect">
            <a:avLst/>
          </a:prstGeom>
        </p:spPr>
      </p:pic>
      <p:pic>
        <p:nvPicPr>
          <p:cNvPr id="92" name="BottomRightLoop">
            <a:hlinkClick r:id="" action="ppaction://media"/>
            <a:extLst>
              <a:ext uri="{FF2B5EF4-FFF2-40B4-BE49-F238E27FC236}">
                <a16:creationId xmlns:a16="http://schemas.microsoft.com/office/drawing/2014/main" id="{B42044A2-0A13-A4E4-610B-591B9D992A24}"/>
              </a:ext>
            </a:extLst>
          </p:cNvPr>
          <p:cNvPicPr>
            <a:picLocks noChangeAspect="1"/>
          </p:cNvPicPr>
          <p:nvPr>
            <a:audioFile r:link="rId8"/>
            <p:extLst>
              <p:ext uri="{DAA4B4D4-6D71-4841-9C94-3DE7FCFB9230}">
                <p14:media xmlns:p14="http://schemas.microsoft.com/office/powerpoint/2010/main" r:embed="rId7">
                  <p14:bmkLst>
                    <p14:bmk name="Bookmark 1" time="0"/>
                  </p14:bmkLst>
                </p14:media>
              </p:ext>
            </p:extLst>
          </p:nvPr>
        </p:nvPicPr>
        <p:blipFill>
          <a:blip r:embed="rId12"/>
          <a:stretch>
            <a:fillRect/>
          </a:stretch>
        </p:blipFill>
        <p:spPr>
          <a:xfrm>
            <a:off x="9117314" y="-590319"/>
            <a:ext cx="487363" cy="487363"/>
          </a:xfrm>
          <a:prstGeom prst="rect">
            <a:avLst/>
          </a:prstGeom>
        </p:spPr>
      </p:pic>
      <p:grpSp>
        <p:nvGrpSpPr>
          <p:cNvPr id="110" name="Group 109">
            <a:extLst>
              <a:ext uri="{FF2B5EF4-FFF2-40B4-BE49-F238E27FC236}">
                <a16:creationId xmlns:a16="http://schemas.microsoft.com/office/drawing/2014/main" id="{B1E3EB35-DB80-77D7-7248-3676DC3F7C42}"/>
              </a:ext>
            </a:extLst>
          </p:cNvPr>
          <p:cNvGrpSpPr/>
          <p:nvPr/>
        </p:nvGrpSpPr>
        <p:grpSpPr>
          <a:xfrm>
            <a:off x="10301026" y="1540900"/>
            <a:ext cx="1375764" cy="747988"/>
            <a:chOff x="10220495" y="1351365"/>
            <a:chExt cx="1375764" cy="747988"/>
          </a:xfrm>
        </p:grpSpPr>
        <p:sp>
          <p:nvSpPr>
            <p:cNvPr id="95" name="Rectangle 94">
              <a:extLst>
                <a:ext uri="{FF2B5EF4-FFF2-40B4-BE49-F238E27FC236}">
                  <a16:creationId xmlns:a16="http://schemas.microsoft.com/office/drawing/2014/main" id="{5E1BCAA5-B06C-ACC4-0A22-178D806591C0}"/>
                </a:ext>
              </a:extLst>
            </p:cNvPr>
            <p:cNvSpPr/>
            <p:nvPr/>
          </p:nvSpPr>
          <p:spPr>
            <a:xfrm>
              <a:off x="10220495" y="1429351"/>
              <a:ext cx="213360" cy="2133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3" name="Group 102">
              <a:extLst>
                <a:ext uri="{FF2B5EF4-FFF2-40B4-BE49-F238E27FC236}">
                  <a16:creationId xmlns:a16="http://schemas.microsoft.com/office/drawing/2014/main" id="{1362A576-A812-F237-CC02-BA3DA52CD77F}"/>
                </a:ext>
              </a:extLst>
            </p:cNvPr>
            <p:cNvGrpSpPr/>
            <p:nvPr/>
          </p:nvGrpSpPr>
          <p:grpSpPr>
            <a:xfrm>
              <a:off x="10220495" y="1808007"/>
              <a:ext cx="228595" cy="213360"/>
              <a:chOff x="10220495" y="1808007"/>
              <a:chExt cx="228595" cy="213360"/>
            </a:xfrm>
          </p:grpSpPr>
          <p:sp>
            <p:nvSpPr>
              <p:cNvPr id="96" name="Rectangle 95">
                <a:extLst>
                  <a:ext uri="{FF2B5EF4-FFF2-40B4-BE49-F238E27FC236}">
                    <a16:creationId xmlns:a16="http://schemas.microsoft.com/office/drawing/2014/main" id="{D0ABB405-C7D3-0E07-DC7B-C17870ADF636}"/>
                  </a:ext>
                </a:extLst>
              </p:cNvPr>
              <p:cNvSpPr/>
              <p:nvPr/>
            </p:nvSpPr>
            <p:spPr>
              <a:xfrm>
                <a:off x="10220495" y="1808007"/>
                <a:ext cx="45719" cy="21336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Rectangle 96">
                <a:extLst>
                  <a:ext uri="{FF2B5EF4-FFF2-40B4-BE49-F238E27FC236}">
                    <a16:creationId xmlns:a16="http://schemas.microsoft.com/office/drawing/2014/main" id="{B5B36698-2244-2B5C-24B1-9A5E35095A5F}"/>
                  </a:ext>
                </a:extLst>
              </p:cNvPr>
              <p:cNvSpPr/>
              <p:nvPr/>
            </p:nvSpPr>
            <p:spPr>
              <a:xfrm>
                <a:off x="10266214" y="1808007"/>
                <a:ext cx="45719" cy="213360"/>
              </a:xfrm>
              <a:prstGeom prst="rect">
                <a:avLst/>
              </a:prstGeom>
              <a:solidFill>
                <a:srgbClr val="663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Rectangle 97">
                <a:extLst>
                  <a:ext uri="{FF2B5EF4-FFF2-40B4-BE49-F238E27FC236}">
                    <a16:creationId xmlns:a16="http://schemas.microsoft.com/office/drawing/2014/main" id="{9F6FA481-FF35-64FB-1566-F3ADC7720654}"/>
                  </a:ext>
                </a:extLst>
              </p:cNvPr>
              <p:cNvSpPr/>
              <p:nvPr/>
            </p:nvSpPr>
            <p:spPr>
              <a:xfrm>
                <a:off x="10311933" y="1808007"/>
                <a:ext cx="45719" cy="213360"/>
              </a:xfrm>
              <a:prstGeom prst="rect">
                <a:avLst/>
              </a:prstGeom>
              <a:solidFill>
                <a:srgbClr val="008E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98">
                <a:extLst>
                  <a:ext uri="{FF2B5EF4-FFF2-40B4-BE49-F238E27FC236}">
                    <a16:creationId xmlns:a16="http://schemas.microsoft.com/office/drawing/2014/main" id="{14F1462E-857B-A927-DAA4-379C1B2542BD}"/>
                  </a:ext>
                </a:extLst>
              </p:cNvPr>
              <p:cNvSpPr/>
              <p:nvPr/>
            </p:nvSpPr>
            <p:spPr>
              <a:xfrm>
                <a:off x="10357652" y="1808007"/>
                <a:ext cx="45719" cy="21336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Rectangle 99">
                <a:extLst>
                  <a:ext uri="{FF2B5EF4-FFF2-40B4-BE49-F238E27FC236}">
                    <a16:creationId xmlns:a16="http://schemas.microsoft.com/office/drawing/2014/main" id="{6201B72C-F8B1-FC2B-5D07-52746E958E80}"/>
                  </a:ext>
                </a:extLst>
              </p:cNvPr>
              <p:cNvSpPr/>
              <p:nvPr/>
            </p:nvSpPr>
            <p:spPr>
              <a:xfrm>
                <a:off x="10403371" y="1808007"/>
                <a:ext cx="45719" cy="21336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1" name="TextBox 100">
              <a:extLst>
                <a:ext uri="{FF2B5EF4-FFF2-40B4-BE49-F238E27FC236}">
                  <a16:creationId xmlns:a16="http://schemas.microsoft.com/office/drawing/2014/main" id="{98211476-50B8-8FBA-7C87-787F3F1C9E5F}"/>
                </a:ext>
              </a:extLst>
            </p:cNvPr>
            <p:cNvSpPr txBox="1"/>
            <p:nvPr/>
          </p:nvSpPr>
          <p:spPr>
            <a:xfrm>
              <a:off x="10525132" y="1351365"/>
              <a:ext cx="1000595" cy="369332"/>
            </a:xfrm>
            <a:prstGeom prst="rect">
              <a:avLst/>
            </a:prstGeom>
            <a:noFill/>
          </p:spPr>
          <p:txBody>
            <a:bodyPr wrap="none" rtlCol="0">
              <a:spAutoFit/>
            </a:bodyPr>
            <a:lstStyle/>
            <a:p>
              <a:r>
                <a:rPr lang="en-US"/>
                <a:t>Original</a:t>
              </a:r>
              <a:endParaRPr lang="en-GB"/>
            </a:p>
          </p:txBody>
        </p:sp>
        <p:sp>
          <p:nvSpPr>
            <p:cNvPr id="102" name="TextBox 101">
              <a:extLst>
                <a:ext uri="{FF2B5EF4-FFF2-40B4-BE49-F238E27FC236}">
                  <a16:creationId xmlns:a16="http://schemas.microsoft.com/office/drawing/2014/main" id="{94FCBFCE-98BB-2EF5-FE1F-CF7A16896D3E}"/>
                </a:ext>
              </a:extLst>
            </p:cNvPr>
            <p:cNvSpPr txBox="1"/>
            <p:nvPr/>
          </p:nvSpPr>
          <p:spPr>
            <a:xfrm>
              <a:off x="10525132" y="1730021"/>
              <a:ext cx="1071127" cy="369332"/>
            </a:xfrm>
            <a:prstGeom prst="rect">
              <a:avLst/>
            </a:prstGeom>
            <a:noFill/>
          </p:spPr>
          <p:txBody>
            <a:bodyPr wrap="none" rtlCol="0">
              <a:spAutoFit/>
            </a:bodyPr>
            <a:lstStyle/>
            <a:p>
              <a:r>
                <a:rPr lang="en-US"/>
                <a:t>Variants</a:t>
              </a:r>
              <a:endParaRPr lang="en-GB"/>
            </a:p>
          </p:txBody>
        </p:sp>
      </p:grpSp>
      <p:sp>
        <p:nvSpPr>
          <p:cNvPr id="128" name="Position Fluo">
            <a:extLst>
              <a:ext uri="{FF2B5EF4-FFF2-40B4-BE49-F238E27FC236}">
                <a16:creationId xmlns:a16="http://schemas.microsoft.com/office/drawing/2014/main" id="{A7FADEBA-7A65-8867-9C2C-EC967DFAFE38}"/>
              </a:ext>
            </a:extLst>
          </p:cNvPr>
          <p:cNvSpPr>
            <a:spLocks noChangeAspect="1"/>
          </p:cNvSpPr>
          <p:nvPr/>
        </p:nvSpPr>
        <p:spPr>
          <a:xfrm>
            <a:off x="10335969"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9" name="Group 8">
            <a:extLst>
              <a:ext uri="{FF2B5EF4-FFF2-40B4-BE49-F238E27FC236}">
                <a16:creationId xmlns:a16="http://schemas.microsoft.com/office/drawing/2014/main" id="{4D784A42-4832-DFFC-4900-DF8F109CA02E}"/>
              </a:ext>
            </a:extLst>
          </p:cNvPr>
          <p:cNvGrpSpPr/>
          <p:nvPr/>
        </p:nvGrpSpPr>
        <p:grpSpPr>
          <a:xfrm>
            <a:off x="10278334" y="0"/>
            <a:ext cx="987657" cy="297132"/>
            <a:chOff x="10278334" y="0"/>
            <a:chExt cx="987657" cy="297132"/>
          </a:xfrm>
        </p:grpSpPr>
        <p:grpSp>
          <p:nvGrpSpPr>
            <p:cNvPr id="10" name="Group 9">
              <a:extLst>
                <a:ext uri="{FF2B5EF4-FFF2-40B4-BE49-F238E27FC236}">
                  <a16:creationId xmlns:a16="http://schemas.microsoft.com/office/drawing/2014/main" id="{87AA1B31-27AC-3F45-CD9C-0AF2BFB4F8BB}"/>
                </a:ext>
              </a:extLst>
            </p:cNvPr>
            <p:cNvGrpSpPr/>
            <p:nvPr/>
          </p:nvGrpSpPr>
          <p:grpSpPr>
            <a:xfrm>
              <a:off x="10278334" y="0"/>
              <a:ext cx="336385" cy="294592"/>
              <a:chOff x="10278334" y="0"/>
              <a:chExt cx="336385" cy="294592"/>
            </a:xfrm>
          </p:grpSpPr>
          <p:sp>
            <p:nvSpPr>
              <p:cNvPr id="28" name="Rectangle 27">
                <a:extLst>
                  <a:ext uri="{FF2B5EF4-FFF2-40B4-BE49-F238E27FC236}">
                    <a16:creationId xmlns:a16="http://schemas.microsoft.com/office/drawing/2014/main" id="{AF3F94A7-D57E-B653-43C3-DFADA7620FB2}"/>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68746DA2-2397-90D6-9AEE-DF4C92B7A443}"/>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9A67213A-0286-EC85-AA60-8F23F6F6F72D}"/>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11" name="Group 10">
              <a:extLst>
                <a:ext uri="{FF2B5EF4-FFF2-40B4-BE49-F238E27FC236}">
                  <a16:creationId xmlns:a16="http://schemas.microsoft.com/office/drawing/2014/main" id="{BA33DD66-EB49-0721-7872-287BF4A1AFA3}"/>
                </a:ext>
              </a:extLst>
            </p:cNvPr>
            <p:cNvGrpSpPr/>
            <p:nvPr/>
          </p:nvGrpSpPr>
          <p:grpSpPr>
            <a:xfrm>
              <a:off x="10605240" y="0"/>
              <a:ext cx="336385" cy="297132"/>
              <a:chOff x="10289176" y="0"/>
              <a:chExt cx="336385" cy="297132"/>
            </a:xfrm>
          </p:grpSpPr>
          <p:sp>
            <p:nvSpPr>
              <p:cNvPr id="23" name="Rectangle 22">
                <a:extLst>
                  <a:ext uri="{FF2B5EF4-FFF2-40B4-BE49-F238E27FC236}">
                    <a16:creationId xmlns:a16="http://schemas.microsoft.com/office/drawing/2014/main" id="{14000285-EF91-E989-FC60-4AC6C58FB0B4}"/>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a:extLst>
                  <a:ext uri="{FF2B5EF4-FFF2-40B4-BE49-F238E27FC236}">
                    <a16:creationId xmlns:a16="http://schemas.microsoft.com/office/drawing/2014/main" id="{DDE6773D-39BD-0F64-9220-D90327925536}"/>
                  </a:ext>
                </a:extLst>
              </p:cNvPr>
              <p:cNvGrpSpPr/>
              <p:nvPr/>
            </p:nvGrpSpPr>
            <p:grpSpPr>
              <a:xfrm>
                <a:off x="10289176" y="81688"/>
                <a:ext cx="336385" cy="215444"/>
                <a:chOff x="5178425" y="855322"/>
                <a:chExt cx="336385" cy="215444"/>
              </a:xfrm>
            </p:grpSpPr>
            <p:sp>
              <p:nvSpPr>
                <p:cNvPr id="26" name="Oval 25">
                  <a:extLst>
                    <a:ext uri="{FF2B5EF4-FFF2-40B4-BE49-F238E27FC236}">
                      <a16:creationId xmlns:a16="http://schemas.microsoft.com/office/drawing/2014/main" id="{8E8FD0D7-AD39-5AC1-EF7E-49FDC91E69D0}"/>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C25CE09D-ACA2-38CA-8A1C-DBA0EF924F92}"/>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12" name="Group 11">
              <a:extLst>
                <a:ext uri="{FF2B5EF4-FFF2-40B4-BE49-F238E27FC236}">
                  <a16:creationId xmlns:a16="http://schemas.microsoft.com/office/drawing/2014/main" id="{582A659E-5E58-5AA6-E89E-E66808CEB36E}"/>
                </a:ext>
              </a:extLst>
            </p:cNvPr>
            <p:cNvGrpSpPr/>
            <p:nvPr/>
          </p:nvGrpSpPr>
          <p:grpSpPr>
            <a:xfrm>
              <a:off x="10929606" y="0"/>
              <a:ext cx="336385" cy="297132"/>
              <a:chOff x="10880361" y="0"/>
              <a:chExt cx="336385" cy="297132"/>
            </a:xfrm>
          </p:grpSpPr>
          <p:sp>
            <p:nvSpPr>
              <p:cNvPr id="13" name="Rectangle 12">
                <a:extLst>
                  <a:ext uri="{FF2B5EF4-FFF2-40B4-BE49-F238E27FC236}">
                    <a16:creationId xmlns:a16="http://schemas.microsoft.com/office/drawing/2014/main" id="{E93424C0-FFE5-02E1-45B9-51BE1804A3E0}"/>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D2EBD6B5-4221-5450-665B-3FE1B07600E3}"/>
                  </a:ext>
                </a:extLst>
              </p:cNvPr>
              <p:cNvGrpSpPr/>
              <p:nvPr/>
            </p:nvGrpSpPr>
            <p:grpSpPr>
              <a:xfrm>
                <a:off x="10880361" y="81688"/>
                <a:ext cx="336385" cy="215444"/>
                <a:chOff x="5180965" y="851650"/>
                <a:chExt cx="336385" cy="215444"/>
              </a:xfrm>
            </p:grpSpPr>
            <p:sp>
              <p:nvSpPr>
                <p:cNvPr id="15" name="Oval 14">
                  <a:extLst>
                    <a:ext uri="{FF2B5EF4-FFF2-40B4-BE49-F238E27FC236}">
                      <a16:creationId xmlns:a16="http://schemas.microsoft.com/office/drawing/2014/main" id="{FDA56929-9FD6-31FA-99C7-7EAA0DBD313B}"/>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7BA8DA0-8F71-B8F5-873E-806D1C428875}"/>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3633625484"/>
      </p:ext>
    </p:extLst>
  </p:cSld>
  <p:clrMapOvr>
    <a:masterClrMapping/>
  </p:clrMapOvr>
  <mc:AlternateContent xmlns:mc="http://schemas.openxmlformats.org/markup-compatibility/2006" xmlns:p14="http://schemas.microsoft.com/office/powerpoint/2010/main">
    <mc:Choice Requires="p14">
      <p:transition spd="slow" p14:dur="2000" advTm="6683"/>
    </mc:Choice>
    <mc:Fallback xmlns="">
      <p:transition spd="slow" advTm="6683"/>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83" fill="hold"/>
                                            <p:tgtEl>
                                              <p:spTgt spid="89"/>
                                            </p:tgtEl>
                                          </p:cBhvr>
                                        </p:cmd>
                                      </p:childTnLst>
                                    </p:cTn>
                                  </p:par>
                                  <p:par>
                                    <p:cTn id="7" presetID="1" presetClass="mediacall" presetSubtype="0" fill="hold" nodeType="withEffect">
                                      <p:stCondLst>
                                        <p:cond delay="0"/>
                                      </p:stCondLst>
                                      <p:childTnLst>
                                        <p:cmd type="call" cmd="playFrom(0.0)">
                                          <p:cBhvr>
                                            <p:cTn id="8" dur="8972" fill="hold"/>
                                            <p:tgtEl>
                                              <p:spTgt spid="90"/>
                                            </p:tgtEl>
                                          </p:cBhvr>
                                        </p:cmd>
                                      </p:childTnLst>
                                    </p:cTn>
                                  </p:par>
                                  <p:par>
                                    <p:cTn id="9" presetID="1" presetClass="mediacall" presetSubtype="0" fill="hold" nodeType="withEffect">
                                      <p:stCondLst>
                                        <p:cond delay="0"/>
                                      </p:stCondLst>
                                      <p:childTnLst>
                                        <p:cmd type="call" cmd="playFrom(0.0)">
                                          <p:cBhvr>
                                            <p:cTn id="10" dur="10000" fill="hold"/>
                                            <p:tgtEl>
                                              <p:spTgt spid="91"/>
                                            </p:tgtEl>
                                          </p:cBhvr>
                                        </p:cmd>
                                      </p:childTnLst>
                                    </p:cTn>
                                  </p:par>
                                  <p:par>
                                    <p:cTn id="11" presetID="1" presetClass="mediacall" presetSubtype="0" fill="hold" nodeType="withEffect">
                                      <p:stCondLst>
                                        <p:cond delay="0"/>
                                      </p:stCondLst>
                                      <p:childTnLst>
                                        <p:cmd type="call" cmd="playFrom(0.0)">
                                          <p:cBhvr>
                                            <p:cTn id="12" dur="16356" fill="hold"/>
                                            <p:tgtEl>
                                              <p:spTgt spid="9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13" repeatCount="indefinite" fill="hold" display="0">
                      <p:stCondLst>
                        <p:cond delay="indefinite"/>
                      </p:stCondLst>
                      <p:endCondLst>
                        <p:cond evt="onStopAudio" delay="0">
                          <p:tgtEl>
                            <p:sldTgt/>
                          </p:tgtEl>
                        </p:cond>
                      </p:endCondLst>
                    </p:cTn>
                    <p:tgtEl>
                      <p:spTgt spid="89"/>
                    </p:tgtEl>
                  </p:cMediaNode>
                </p:audio>
                <p:seq concurrent="1" nextAc="seek">
                  <p:cTn id="14" restart="whenNotActive" fill="hold" evtFilter="cancelBubble" nodeType="interactiveSeq">
                    <p:stCondLst>
                      <p:cond evt="onMediaBookmark" delay="0">
                        <p:tgtEl>
                          <p14:bmkTgt spid="89" bmkName="Bookmark 1"/>
                        </p:tgtEl>
                      </p:cond>
                    </p:stCondLst>
                    <p:endSync evt="end" delay="0">
                      <p:rtn val="all"/>
                    </p:endSync>
                    <p:childTnLst>
                      <p:par>
                        <p:cTn id="15" fill="hold">
                          <p:stCondLst>
                            <p:cond delay="0"/>
                          </p:stCondLst>
                          <p:childTnLst>
                            <p:par>
                              <p:cTn id="16" fill="hold">
                                <p:stCondLst>
                                  <p:cond delay="0"/>
                                </p:stCondLst>
                                <p:childTnLst>
                                  <p:par>
                                    <p:cTn id="17" presetID="1" presetClass="emph" presetSubtype="2" fill="hold" nodeType="clickEffect">
                                      <p:stCondLst>
                                        <p:cond delay="1000"/>
                                      </p:stCondLst>
                                      <p:childTnLst>
                                        <p:animClr clrSpc="rgb" dir="cw">
                                          <p:cBhvr>
                                            <p:cTn id="18" dur="300" fill="hold"/>
                                            <p:tgtEl>
                                              <p:spTgt spid="8"/>
                                            </p:tgtEl>
                                            <p:attrNameLst>
                                              <p:attrName>fillcolor</p:attrName>
                                            </p:attrNameLst>
                                          </p:cBhvr>
                                          <p:to>
                                            <a:srgbClr val="00B050"/>
                                          </p:to>
                                        </p:animClr>
                                        <p:set>
                                          <p:cBhvr>
                                            <p:cTn id="19" dur="300" fill="hold"/>
                                            <p:tgtEl>
                                              <p:spTgt spid="8"/>
                                            </p:tgtEl>
                                            <p:attrNameLst>
                                              <p:attrName>fill.type</p:attrName>
                                            </p:attrNameLst>
                                          </p:cBhvr>
                                          <p:to>
                                            <p:strVal val="solid"/>
                                          </p:to>
                                        </p:set>
                                        <p:set>
                                          <p:cBhvr>
                                            <p:cTn id="20" dur="300" fill="hold"/>
                                            <p:tgtEl>
                                              <p:spTgt spid="8"/>
                                            </p:tgtEl>
                                            <p:attrNameLst>
                                              <p:attrName>fill.on</p:attrName>
                                            </p:attrNameLst>
                                          </p:cBhvr>
                                          <p:to>
                                            <p:strVal val="true"/>
                                          </p:to>
                                        </p:set>
                                      </p:childTnLst>
                                    </p:cTn>
                                  </p:par>
                                  <p:par>
                                    <p:cTn id="21" presetID="1" presetClass="emph" presetSubtype="2" fill="hold" nodeType="withEffect">
                                      <p:stCondLst>
                                        <p:cond delay="1000"/>
                                      </p:stCondLst>
                                      <p:childTnLst>
                                        <p:animClr clrSpc="rgb" dir="cw">
                                          <p:cBhvr>
                                            <p:cTn id="22" dur="300" fill="hold"/>
                                            <p:tgtEl>
                                              <p:spTgt spid="7"/>
                                            </p:tgtEl>
                                            <p:attrNameLst>
                                              <p:attrName>fillcolor</p:attrName>
                                            </p:attrNameLst>
                                          </p:cBhvr>
                                          <p:to>
                                            <a:srgbClr val="00B050"/>
                                          </p:to>
                                        </p:animClr>
                                        <p:set>
                                          <p:cBhvr>
                                            <p:cTn id="23" dur="300" fill="hold"/>
                                            <p:tgtEl>
                                              <p:spTgt spid="7"/>
                                            </p:tgtEl>
                                            <p:attrNameLst>
                                              <p:attrName>fill.type</p:attrName>
                                            </p:attrNameLst>
                                          </p:cBhvr>
                                          <p:to>
                                            <p:strVal val="solid"/>
                                          </p:to>
                                        </p:set>
                                        <p:set>
                                          <p:cBhvr>
                                            <p:cTn id="24" dur="300" fill="hold"/>
                                            <p:tgtEl>
                                              <p:spTgt spid="7"/>
                                            </p:tgtEl>
                                            <p:attrNameLst>
                                              <p:attrName>fill.on</p:attrName>
                                            </p:attrNameLst>
                                          </p:cBhvr>
                                          <p:to>
                                            <p:strVal val="true"/>
                                          </p:to>
                                        </p:set>
                                      </p:childTnLst>
                                    </p:cTn>
                                  </p:par>
                                  <p:par>
                                    <p:cTn id="25" presetID="1" presetClass="emph" presetSubtype="2" fill="hold" nodeType="withEffect">
                                      <p:stCondLst>
                                        <p:cond delay="1000"/>
                                      </p:stCondLst>
                                      <p:childTnLst>
                                        <p:animClr clrSpc="rgb" dir="cw">
                                          <p:cBhvr>
                                            <p:cTn id="26" dur="300" fill="hold"/>
                                            <p:tgtEl>
                                              <p:spTgt spid="6"/>
                                            </p:tgtEl>
                                            <p:attrNameLst>
                                              <p:attrName>fillcolor</p:attrName>
                                            </p:attrNameLst>
                                          </p:cBhvr>
                                          <p:to>
                                            <a:srgbClr val="00B050"/>
                                          </p:to>
                                        </p:animClr>
                                        <p:set>
                                          <p:cBhvr>
                                            <p:cTn id="27" dur="300" fill="hold"/>
                                            <p:tgtEl>
                                              <p:spTgt spid="6"/>
                                            </p:tgtEl>
                                            <p:attrNameLst>
                                              <p:attrName>fill.type</p:attrName>
                                            </p:attrNameLst>
                                          </p:cBhvr>
                                          <p:to>
                                            <p:strVal val="solid"/>
                                          </p:to>
                                        </p:set>
                                        <p:set>
                                          <p:cBhvr>
                                            <p:cTn id="28" dur="300" fill="hold"/>
                                            <p:tgtEl>
                                              <p:spTgt spid="6"/>
                                            </p:tgtEl>
                                            <p:attrNameLst>
                                              <p:attrName>fill.on</p:attrName>
                                            </p:attrNameLst>
                                          </p:cBhvr>
                                          <p:to>
                                            <p:strVal val="true"/>
                                          </p:to>
                                        </p:set>
                                      </p:childTnLst>
                                    </p:cTn>
                                  </p:par>
                                </p:childTnLst>
                              </p:cTn>
                            </p:par>
                            <p:par>
                              <p:cTn id="29" fill="hold">
                                <p:stCondLst>
                                  <p:cond delay="1300"/>
                                </p:stCondLst>
                                <p:childTnLst>
                                  <p:par>
                                    <p:cTn id="30" presetID="1" presetClass="emph" presetSubtype="2" fill="hold" nodeType="afterEffect">
                                      <p:stCondLst>
                                        <p:cond delay="3000"/>
                                      </p:stCondLst>
                                      <p:childTnLst>
                                        <p:animClr clrSpc="rgb" dir="cw">
                                          <p:cBhvr>
                                            <p:cTn id="31" dur="300" fill="hold"/>
                                            <p:tgtEl>
                                              <p:spTgt spid="8"/>
                                            </p:tgtEl>
                                            <p:attrNameLst>
                                              <p:attrName>fillcolor</p:attrName>
                                            </p:attrNameLst>
                                          </p:cBhvr>
                                          <p:to>
                                            <a:srgbClr val="102C53"/>
                                          </p:to>
                                        </p:animClr>
                                        <p:set>
                                          <p:cBhvr>
                                            <p:cTn id="32" dur="300" fill="hold"/>
                                            <p:tgtEl>
                                              <p:spTgt spid="8"/>
                                            </p:tgtEl>
                                            <p:attrNameLst>
                                              <p:attrName>fill.type</p:attrName>
                                            </p:attrNameLst>
                                          </p:cBhvr>
                                          <p:to>
                                            <p:strVal val="solid"/>
                                          </p:to>
                                        </p:set>
                                        <p:set>
                                          <p:cBhvr>
                                            <p:cTn id="33" dur="300" fill="hold"/>
                                            <p:tgtEl>
                                              <p:spTgt spid="8"/>
                                            </p:tgtEl>
                                            <p:attrNameLst>
                                              <p:attrName>fill.on</p:attrName>
                                            </p:attrNameLst>
                                          </p:cBhvr>
                                          <p:to>
                                            <p:strVal val="true"/>
                                          </p:to>
                                        </p:set>
                                      </p:childTnLst>
                                    </p:cTn>
                                  </p:par>
                                  <p:par>
                                    <p:cTn id="34" presetID="1" presetClass="emph" presetSubtype="2" fill="hold" nodeType="withEffect">
                                      <p:stCondLst>
                                        <p:cond delay="3000"/>
                                      </p:stCondLst>
                                      <p:childTnLst>
                                        <p:animClr clrSpc="rgb" dir="cw">
                                          <p:cBhvr>
                                            <p:cTn id="35" dur="300" fill="hold"/>
                                            <p:tgtEl>
                                              <p:spTgt spid="7"/>
                                            </p:tgtEl>
                                            <p:attrNameLst>
                                              <p:attrName>fillcolor</p:attrName>
                                            </p:attrNameLst>
                                          </p:cBhvr>
                                          <p:to>
                                            <a:srgbClr val="102C53"/>
                                          </p:to>
                                        </p:animClr>
                                        <p:set>
                                          <p:cBhvr>
                                            <p:cTn id="36" dur="300" fill="hold"/>
                                            <p:tgtEl>
                                              <p:spTgt spid="7"/>
                                            </p:tgtEl>
                                            <p:attrNameLst>
                                              <p:attrName>fill.type</p:attrName>
                                            </p:attrNameLst>
                                          </p:cBhvr>
                                          <p:to>
                                            <p:strVal val="solid"/>
                                          </p:to>
                                        </p:set>
                                        <p:set>
                                          <p:cBhvr>
                                            <p:cTn id="37" dur="300" fill="hold"/>
                                            <p:tgtEl>
                                              <p:spTgt spid="7"/>
                                            </p:tgtEl>
                                            <p:attrNameLst>
                                              <p:attrName>fill.on</p:attrName>
                                            </p:attrNameLst>
                                          </p:cBhvr>
                                          <p:to>
                                            <p:strVal val="true"/>
                                          </p:to>
                                        </p:set>
                                      </p:childTnLst>
                                    </p:cTn>
                                  </p:par>
                                  <p:par>
                                    <p:cTn id="38" presetID="1" presetClass="emph" presetSubtype="2" fill="hold" nodeType="withEffect">
                                      <p:stCondLst>
                                        <p:cond delay="3000"/>
                                      </p:stCondLst>
                                      <p:childTnLst>
                                        <p:animClr clrSpc="rgb" dir="cw">
                                          <p:cBhvr>
                                            <p:cTn id="39" dur="300" fill="hold"/>
                                            <p:tgtEl>
                                              <p:spTgt spid="6"/>
                                            </p:tgtEl>
                                            <p:attrNameLst>
                                              <p:attrName>fillcolor</p:attrName>
                                            </p:attrNameLst>
                                          </p:cBhvr>
                                          <p:to>
                                            <a:srgbClr val="102C53"/>
                                          </p:to>
                                        </p:animClr>
                                        <p:set>
                                          <p:cBhvr>
                                            <p:cTn id="40" dur="300" fill="hold"/>
                                            <p:tgtEl>
                                              <p:spTgt spid="6"/>
                                            </p:tgtEl>
                                            <p:attrNameLst>
                                              <p:attrName>fill.type</p:attrName>
                                            </p:attrNameLst>
                                          </p:cBhvr>
                                          <p:to>
                                            <p:strVal val="solid"/>
                                          </p:to>
                                        </p:set>
                                        <p:set>
                                          <p:cBhvr>
                                            <p:cTn id="41" dur="300" fill="hold"/>
                                            <p:tgtEl>
                                              <p:spTgt spid="6"/>
                                            </p:tgtEl>
                                            <p:attrNameLst>
                                              <p:attrName>fill.on</p:attrName>
                                            </p:attrNameLst>
                                          </p:cBhvr>
                                          <p:to>
                                            <p:strVal val="true"/>
                                          </p:to>
                                        </p:set>
                                      </p:childTnLst>
                                    </p:cTn>
                                  </p:par>
                                </p:childTnLst>
                              </p:cTn>
                            </p:par>
                          </p:childTnLst>
                        </p:cTn>
                      </p:par>
                    </p:childTnLst>
                  </p:cTn>
                  <p:nextCondLst>
                    <p:cond evt="onMediaBookmark" delay="0">
                      <p:tgtEl>
                        <p14:bmkTgt spid="89" bmkName="Bookmark 1"/>
                      </p:tgtEl>
                    </p:cond>
                  </p:nextCondLst>
                </p:seq>
                <p:audio>
                  <p:cMediaNode vol="80000" mute="1" showWhenStopped="0">
                    <p:cTn id="42" repeatCount="indefinite" fill="hold" display="0">
                      <p:stCondLst>
                        <p:cond delay="indefinite"/>
                      </p:stCondLst>
                      <p:endCondLst>
                        <p:cond evt="onStopAudio" delay="0">
                          <p:tgtEl>
                            <p:sldTgt/>
                          </p:tgtEl>
                        </p:cond>
                      </p:endCondLst>
                    </p:cTn>
                    <p:tgtEl>
                      <p:spTgt spid="90"/>
                    </p:tgtEl>
                  </p:cMediaNode>
                </p:audio>
                <p:seq concurrent="1" nextAc="seek">
                  <p:cTn id="43" restart="whenNotActive" fill="hold" evtFilter="cancelBubble" nodeType="interactiveSeq">
                    <p:stCondLst>
                      <p:cond evt="onMediaBookmark" delay="0">
                        <p:tgtEl>
                          <p14:bmkTgt spid="90" bmkName="Bookmark 1"/>
                        </p:tgtEl>
                      </p:cond>
                    </p:stCondLst>
                    <p:endSync evt="end" delay="0">
                      <p:rtn val="all"/>
                    </p:endSync>
                    <p:childTnLst>
                      <p:par>
                        <p:cTn id="44" fill="hold">
                          <p:stCondLst>
                            <p:cond delay="0"/>
                          </p:stCondLst>
                          <p:childTnLst>
                            <p:par>
                              <p:cTn id="45" fill="hold">
                                <p:stCondLst>
                                  <p:cond delay="0"/>
                                </p:stCondLst>
                                <p:childTnLst>
                                  <p:par>
                                    <p:cTn id="46" presetID="1" presetClass="emph" presetSubtype="2" fill="hold" nodeType="clickEffect">
                                      <p:stCondLst>
                                        <p:cond delay="2000"/>
                                      </p:stCondLst>
                                      <p:childTnLst>
                                        <p:animClr clrSpc="rgb" dir="cw">
                                          <p:cBhvr>
                                            <p:cTn id="47" dur="250" fill="hold"/>
                                            <p:tgtEl>
                                              <p:spTgt spid="50"/>
                                            </p:tgtEl>
                                            <p:attrNameLst>
                                              <p:attrName>fillcolor</p:attrName>
                                            </p:attrNameLst>
                                          </p:cBhvr>
                                          <p:to>
                                            <a:srgbClr val="FF0000"/>
                                          </p:to>
                                        </p:animClr>
                                        <p:set>
                                          <p:cBhvr>
                                            <p:cTn id="48" dur="250" fill="hold"/>
                                            <p:tgtEl>
                                              <p:spTgt spid="50"/>
                                            </p:tgtEl>
                                            <p:attrNameLst>
                                              <p:attrName>fill.type</p:attrName>
                                            </p:attrNameLst>
                                          </p:cBhvr>
                                          <p:to>
                                            <p:strVal val="solid"/>
                                          </p:to>
                                        </p:set>
                                        <p:set>
                                          <p:cBhvr>
                                            <p:cTn id="49" dur="250" fill="hold"/>
                                            <p:tgtEl>
                                              <p:spTgt spid="50"/>
                                            </p:tgtEl>
                                            <p:attrNameLst>
                                              <p:attrName>fill.on</p:attrName>
                                            </p:attrNameLst>
                                          </p:cBhvr>
                                          <p:to>
                                            <p:strVal val="true"/>
                                          </p:to>
                                        </p:set>
                                      </p:childTnLst>
                                    </p:cTn>
                                  </p:par>
                                  <p:par>
                                    <p:cTn id="50" presetID="1" presetClass="emph" presetSubtype="2" fill="hold" nodeType="withEffect">
                                      <p:stCondLst>
                                        <p:cond delay="2000"/>
                                      </p:stCondLst>
                                      <p:childTnLst>
                                        <p:animClr clrSpc="rgb" dir="cw">
                                          <p:cBhvr>
                                            <p:cTn id="51" dur="250" fill="hold"/>
                                            <p:tgtEl>
                                              <p:spTgt spid="49"/>
                                            </p:tgtEl>
                                            <p:attrNameLst>
                                              <p:attrName>fillcolor</p:attrName>
                                            </p:attrNameLst>
                                          </p:cBhvr>
                                          <p:to>
                                            <a:srgbClr val="FF0000"/>
                                          </p:to>
                                        </p:animClr>
                                        <p:set>
                                          <p:cBhvr>
                                            <p:cTn id="52" dur="250" fill="hold"/>
                                            <p:tgtEl>
                                              <p:spTgt spid="49"/>
                                            </p:tgtEl>
                                            <p:attrNameLst>
                                              <p:attrName>fill.type</p:attrName>
                                            </p:attrNameLst>
                                          </p:cBhvr>
                                          <p:to>
                                            <p:strVal val="solid"/>
                                          </p:to>
                                        </p:set>
                                        <p:set>
                                          <p:cBhvr>
                                            <p:cTn id="53" dur="250" fill="hold"/>
                                            <p:tgtEl>
                                              <p:spTgt spid="49"/>
                                            </p:tgtEl>
                                            <p:attrNameLst>
                                              <p:attrName>fill.on</p:attrName>
                                            </p:attrNameLst>
                                          </p:cBhvr>
                                          <p:to>
                                            <p:strVal val="true"/>
                                          </p:to>
                                        </p:set>
                                      </p:childTnLst>
                                    </p:cTn>
                                  </p:par>
                                  <p:par>
                                    <p:cTn id="54" presetID="1" presetClass="emph" presetSubtype="2" fill="hold" nodeType="withEffect">
                                      <p:stCondLst>
                                        <p:cond delay="2000"/>
                                      </p:stCondLst>
                                      <p:childTnLst>
                                        <p:animClr clrSpc="rgb" dir="cw">
                                          <p:cBhvr>
                                            <p:cTn id="55" dur="250" fill="hold"/>
                                            <p:tgtEl>
                                              <p:spTgt spid="48"/>
                                            </p:tgtEl>
                                            <p:attrNameLst>
                                              <p:attrName>fillcolor</p:attrName>
                                            </p:attrNameLst>
                                          </p:cBhvr>
                                          <p:to>
                                            <a:srgbClr val="FF0000"/>
                                          </p:to>
                                        </p:animClr>
                                        <p:set>
                                          <p:cBhvr>
                                            <p:cTn id="56" dur="250" fill="hold"/>
                                            <p:tgtEl>
                                              <p:spTgt spid="48"/>
                                            </p:tgtEl>
                                            <p:attrNameLst>
                                              <p:attrName>fill.type</p:attrName>
                                            </p:attrNameLst>
                                          </p:cBhvr>
                                          <p:to>
                                            <p:strVal val="solid"/>
                                          </p:to>
                                        </p:set>
                                        <p:set>
                                          <p:cBhvr>
                                            <p:cTn id="57" dur="250" fill="hold"/>
                                            <p:tgtEl>
                                              <p:spTgt spid="48"/>
                                            </p:tgtEl>
                                            <p:attrNameLst>
                                              <p:attrName>fill.on</p:attrName>
                                            </p:attrNameLst>
                                          </p:cBhvr>
                                          <p:to>
                                            <p:strVal val="true"/>
                                          </p:to>
                                        </p:set>
                                      </p:childTnLst>
                                    </p:cTn>
                                  </p:par>
                                  <p:par>
                                    <p:cTn id="58" presetID="1" presetClass="emph" presetSubtype="2" fill="hold" nodeType="withEffect">
                                      <p:stCondLst>
                                        <p:cond delay="6000"/>
                                      </p:stCondLst>
                                      <p:childTnLst>
                                        <p:animClr clrSpc="rgb" dir="cw">
                                          <p:cBhvr>
                                            <p:cTn id="59" dur="300" fill="hold"/>
                                            <p:tgtEl>
                                              <p:spTgt spid="50"/>
                                            </p:tgtEl>
                                            <p:attrNameLst>
                                              <p:attrName>fillcolor</p:attrName>
                                            </p:attrNameLst>
                                          </p:cBhvr>
                                          <p:to>
                                            <a:srgbClr val="102C53"/>
                                          </p:to>
                                        </p:animClr>
                                        <p:set>
                                          <p:cBhvr>
                                            <p:cTn id="60" dur="300" fill="hold"/>
                                            <p:tgtEl>
                                              <p:spTgt spid="50"/>
                                            </p:tgtEl>
                                            <p:attrNameLst>
                                              <p:attrName>fill.type</p:attrName>
                                            </p:attrNameLst>
                                          </p:cBhvr>
                                          <p:to>
                                            <p:strVal val="solid"/>
                                          </p:to>
                                        </p:set>
                                        <p:set>
                                          <p:cBhvr>
                                            <p:cTn id="61" dur="300" fill="hold"/>
                                            <p:tgtEl>
                                              <p:spTgt spid="50"/>
                                            </p:tgtEl>
                                            <p:attrNameLst>
                                              <p:attrName>fill.on</p:attrName>
                                            </p:attrNameLst>
                                          </p:cBhvr>
                                          <p:to>
                                            <p:strVal val="true"/>
                                          </p:to>
                                        </p:set>
                                      </p:childTnLst>
                                    </p:cTn>
                                  </p:par>
                                  <p:par>
                                    <p:cTn id="62" presetID="1" presetClass="emph" presetSubtype="2" fill="hold" nodeType="withEffect">
                                      <p:stCondLst>
                                        <p:cond delay="6000"/>
                                      </p:stCondLst>
                                      <p:childTnLst>
                                        <p:animClr clrSpc="rgb" dir="cw">
                                          <p:cBhvr>
                                            <p:cTn id="63" dur="300" fill="hold"/>
                                            <p:tgtEl>
                                              <p:spTgt spid="49"/>
                                            </p:tgtEl>
                                            <p:attrNameLst>
                                              <p:attrName>fillcolor</p:attrName>
                                            </p:attrNameLst>
                                          </p:cBhvr>
                                          <p:to>
                                            <a:srgbClr val="102C53"/>
                                          </p:to>
                                        </p:animClr>
                                        <p:set>
                                          <p:cBhvr>
                                            <p:cTn id="64" dur="300" fill="hold"/>
                                            <p:tgtEl>
                                              <p:spTgt spid="49"/>
                                            </p:tgtEl>
                                            <p:attrNameLst>
                                              <p:attrName>fill.type</p:attrName>
                                            </p:attrNameLst>
                                          </p:cBhvr>
                                          <p:to>
                                            <p:strVal val="solid"/>
                                          </p:to>
                                        </p:set>
                                        <p:set>
                                          <p:cBhvr>
                                            <p:cTn id="65" dur="300" fill="hold"/>
                                            <p:tgtEl>
                                              <p:spTgt spid="49"/>
                                            </p:tgtEl>
                                            <p:attrNameLst>
                                              <p:attrName>fill.on</p:attrName>
                                            </p:attrNameLst>
                                          </p:cBhvr>
                                          <p:to>
                                            <p:strVal val="true"/>
                                          </p:to>
                                        </p:set>
                                      </p:childTnLst>
                                    </p:cTn>
                                  </p:par>
                                  <p:par>
                                    <p:cTn id="66" presetID="1" presetClass="emph" presetSubtype="2" fill="hold" nodeType="withEffect">
                                      <p:stCondLst>
                                        <p:cond delay="6000"/>
                                      </p:stCondLst>
                                      <p:childTnLst>
                                        <p:animClr clrSpc="rgb" dir="cw">
                                          <p:cBhvr>
                                            <p:cTn id="67" dur="300" fill="hold"/>
                                            <p:tgtEl>
                                              <p:spTgt spid="48"/>
                                            </p:tgtEl>
                                            <p:attrNameLst>
                                              <p:attrName>fillcolor</p:attrName>
                                            </p:attrNameLst>
                                          </p:cBhvr>
                                          <p:to>
                                            <a:srgbClr val="102C53"/>
                                          </p:to>
                                        </p:animClr>
                                        <p:set>
                                          <p:cBhvr>
                                            <p:cTn id="68" dur="300" fill="hold"/>
                                            <p:tgtEl>
                                              <p:spTgt spid="48"/>
                                            </p:tgtEl>
                                            <p:attrNameLst>
                                              <p:attrName>fill.type</p:attrName>
                                            </p:attrNameLst>
                                          </p:cBhvr>
                                          <p:to>
                                            <p:strVal val="solid"/>
                                          </p:to>
                                        </p:set>
                                        <p:set>
                                          <p:cBhvr>
                                            <p:cTn id="69" dur="300" fill="hold"/>
                                            <p:tgtEl>
                                              <p:spTgt spid="48"/>
                                            </p:tgtEl>
                                            <p:attrNameLst>
                                              <p:attrName>fill.on</p:attrName>
                                            </p:attrNameLst>
                                          </p:cBhvr>
                                          <p:to>
                                            <p:strVal val="true"/>
                                          </p:to>
                                        </p:set>
                                      </p:childTnLst>
                                    </p:cTn>
                                  </p:par>
                                </p:childTnLst>
                              </p:cTn>
                            </p:par>
                          </p:childTnLst>
                        </p:cTn>
                      </p:par>
                    </p:childTnLst>
                  </p:cTn>
                  <p:nextCondLst>
                    <p:cond evt="onMediaBookmark" delay="0">
                      <p:tgtEl>
                        <p14:bmkTgt spid="90" bmkName="Bookmark 1"/>
                      </p:tgtEl>
                    </p:cond>
                  </p:nextCondLst>
                </p:seq>
                <p:audio>
                  <p:cMediaNode vol="80000" mute="1" showWhenStopped="0">
                    <p:cTn id="70" repeatCount="indefinite" fill="hold" display="0">
                      <p:stCondLst>
                        <p:cond delay="indefinite"/>
                      </p:stCondLst>
                      <p:endCondLst>
                        <p:cond evt="onStopAudio" delay="0">
                          <p:tgtEl>
                            <p:sldTgt/>
                          </p:tgtEl>
                        </p:cond>
                      </p:endCondLst>
                    </p:cTn>
                    <p:tgtEl>
                      <p:spTgt spid="91"/>
                    </p:tgtEl>
                  </p:cMediaNode>
                </p:audio>
                <p:seq concurrent="1" nextAc="seek">
                  <p:cTn id="71" restart="whenNotActive" fill="hold" evtFilter="cancelBubble" nodeType="interactiveSeq">
                    <p:stCondLst>
                      <p:cond evt="onMediaBookmark" delay="0">
                        <p:tgtEl>
                          <p14:bmkTgt spid="91" bmkName="Bookmark 1"/>
                        </p:tgtEl>
                      </p:cond>
                    </p:stCondLst>
                    <p:endSync evt="end" delay="0">
                      <p:rtn val="all"/>
                    </p:endSync>
                    <p:childTnLst>
                      <p:par>
                        <p:cTn id="72" fill="hold">
                          <p:stCondLst>
                            <p:cond delay="0"/>
                          </p:stCondLst>
                          <p:childTnLst>
                            <p:par>
                              <p:cTn id="73" fill="hold">
                                <p:stCondLst>
                                  <p:cond delay="0"/>
                                </p:stCondLst>
                                <p:childTnLst>
                                  <p:par>
                                    <p:cTn id="74" presetID="1" presetClass="emph" presetSubtype="2" fill="hold" nodeType="clickEffect">
                                      <p:stCondLst>
                                        <p:cond delay="500"/>
                                      </p:stCondLst>
                                      <p:childTnLst>
                                        <p:animClr clrSpc="rgb" dir="cw">
                                          <p:cBhvr>
                                            <p:cTn id="75" dur="300" fill="hold"/>
                                            <p:tgtEl>
                                              <p:spTgt spid="67"/>
                                            </p:tgtEl>
                                            <p:attrNameLst>
                                              <p:attrName>fillcolor</p:attrName>
                                            </p:attrNameLst>
                                          </p:cBhvr>
                                          <p:to>
                                            <a:srgbClr val="7030A0"/>
                                          </p:to>
                                        </p:animClr>
                                        <p:set>
                                          <p:cBhvr>
                                            <p:cTn id="76" dur="300" fill="hold"/>
                                            <p:tgtEl>
                                              <p:spTgt spid="67"/>
                                            </p:tgtEl>
                                            <p:attrNameLst>
                                              <p:attrName>fill.type</p:attrName>
                                            </p:attrNameLst>
                                          </p:cBhvr>
                                          <p:to>
                                            <p:strVal val="solid"/>
                                          </p:to>
                                        </p:set>
                                        <p:set>
                                          <p:cBhvr>
                                            <p:cTn id="77" dur="300" fill="hold"/>
                                            <p:tgtEl>
                                              <p:spTgt spid="67"/>
                                            </p:tgtEl>
                                            <p:attrNameLst>
                                              <p:attrName>fill.on</p:attrName>
                                            </p:attrNameLst>
                                          </p:cBhvr>
                                          <p:to>
                                            <p:strVal val="true"/>
                                          </p:to>
                                        </p:set>
                                      </p:childTnLst>
                                    </p:cTn>
                                  </p:par>
                                  <p:par>
                                    <p:cTn id="78" presetID="1" presetClass="emph" presetSubtype="2" fill="hold" nodeType="withEffect">
                                      <p:stCondLst>
                                        <p:cond delay="500"/>
                                      </p:stCondLst>
                                      <p:childTnLst>
                                        <p:animClr clrSpc="rgb" dir="cw">
                                          <p:cBhvr>
                                            <p:cTn id="79" dur="300" fill="hold"/>
                                            <p:tgtEl>
                                              <p:spTgt spid="66"/>
                                            </p:tgtEl>
                                            <p:attrNameLst>
                                              <p:attrName>fillcolor</p:attrName>
                                            </p:attrNameLst>
                                          </p:cBhvr>
                                          <p:to>
                                            <a:srgbClr val="7030A0"/>
                                          </p:to>
                                        </p:animClr>
                                        <p:set>
                                          <p:cBhvr>
                                            <p:cTn id="80" dur="300" fill="hold"/>
                                            <p:tgtEl>
                                              <p:spTgt spid="66"/>
                                            </p:tgtEl>
                                            <p:attrNameLst>
                                              <p:attrName>fill.type</p:attrName>
                                            </p:attrNameLst>
                                          </p:cBhvr>
                                          <p:to>
                                            <p:strVal val="solid"/>
                                          </p:to>
                                        </p:set>
                                        <p:set>
                                          <p:cBhvr>
                                            <p:cTn id="81" dur="300" fill="hold"/>
                                            <p:tgtEl>
                                              <p:spTgt spid="66"/>
                                            </p:tgtEl>
                                            <p:attrNameLst>
                                              <p:attrName>fill.on</p:attrName>
                                            </p:attrNameLst>
                                          </p:cBhvr>
                                          <p:to>
                                            <p:strVal val="true"/>
                                          </p:to>
                                        </p:set>
                                      </p:childTnLst>
                                    </p:cTn>
                                  </p:par>
                                  <p:par>
                                    <p:cTn id="82" presetID="1" presetClass="emph" presetSubtype="2" fill="hold" nodeType="withEffect">
                                      <p:stCondLst>
                                        <p:cond delay="500"/>
                                      </p:stCondLst>
                                      <p:childTnLst>
                                        <p:animClr clrSpc="rgb" dir="cw">
                                          <p:cBhvr>
                                            <p:cTn id="83" dur="300" fill="hold"/>
                                            <p:tgtEl>
                                              <p:spTgt spid="65"/>
                                            </p:tgtEl>
                                            <p:attrNameLst>
                                              <p:attrName>fillcolor</p:attrName>
                                            </p:attrNameLst>
                                          </p:cBhvr>
                                          <p:to>
                                            <a:srgbClr val="7030A0"/>
                                          </p:to>
                                        </p:animClr>
                                        <p:set>
                                          <p:cBhvr>
                                            <p:cTn id="84" dur="300" fill="hold"/>
                                            <p:tgtEl>
                                              <p:spTgt spid="65"/>
                                            </p:tgtEl>
                                            <p:attrNameLst>
                                              <p:attrName>fill.type</p:attrName>
                                            </p:attrNameLst>
                                          </p:cBhvr>
                                          <p:to>
                                            <p:strVal val="solid"/>
                                          </p:to>
                                        </p:set>
                                        <p:set>
                                          <p:cBhvr>
                                            <p:cTn id="85" dur="300" fill="hold"/>
                                            <p:tgtEl>
                                              <p:spTgt spid="65"/>
                                            </p:tgtEl>
                                            <p:attrNameLst>
                                              <p:attrName>fill.on</p:attrName>
                                            </p:attrNameLst>
                                          </p:cBhvr>
                                          <p:to>
                                            <p:strVal val="true"/>
                                          </p:to>
                                        </p:set>
                                      </p:childTnLst>
                                    </p:cTn>
                                  </p:par>
                                  <p:par>
                                    <p:cTn id="86" presetID="1" presetClass="emph" presetSubtype="2" fill="hold" nodeType="withEffect">
                                      <p:stCondLst>
                                        <p:cond delay="3500"/>
                                      </p:stCondLst>
                                      <p:childTnLst>
                                        <p:animClr clrSpc="rgb" dir="cw">
                                          <p:cBhvr>
                                            <p:cTn id="87" dur="300" fill="hold"/>
                                            <p:tgtEl>
                                              <p:spTgt spid="67"/>
                                            </p:tgtEl>
                                            <p:attrNameLst>
                                              <p:attrName>fillcolor</p:attrName>
                                            </p:attrNameLst>
                                          </p:cBhvr>
                                          <p:to>
                                            <a:srgbClr val="663300"/>
                                          </p:to>
                                        </p:animClr>
                                        <p:set>
                                          <p:cBhvr>
                                            <p:cTn id="88" dur="300" fill="hold"/>
                                            <p:tgtEl>
                                              <p:spTgt spid="67"/>
                                            </p:tgtEl>
                                            <p:attrNameLst>
                                              <p:attrName>fill.type</p:attrName>
                                            </p:attrNameLst>
                                          </p:cBhvr>
                                          <p:to>
                                            <p:strVal val="solid"/>
                                          </p:to>
                                        </p:set>
                                        <p:set>
                                          <p:cBhvr>
                                            <p:cTn id="89" dur="300" fill="hold"/>
                                            <p:tgtEl>
                                              <p:spTgt spid="67"/>
                                            </p:tgtEl>
                                            <p:attrNameLst>
                                              <p:attrName>fill.on</p:attrName>
                                            </p:attrNameLst>
                                          </p:cBhvr>
                                          <p:to>
                                            <p:strVal val="true"/>
                                          </p:to>
                                        </p:set>
                                      </p:childTnLst>
                                    </p:cTn>
                                  </p:par>
                                  <p:par>
                                    <p:cTn id="90" presetID="1" presetClass="emph" presetSubtype="2" fill="hold" nodeType="withEffect">
                                      <p:stCondLst>
                                        <p:cond delay="3500"/>
                                      </p:stCondLst>
                                      <p:childTnLst>
                                        <p:animClr clrSpc="rgb" dir="cw">
                                          <p:cBhvr>
                                            <p:cTn id="91" dur="300" fill="hold"/>
                                            <p:tgtEl>
                                              <p:spTgt spid="66"/>
                                            </p:tgtEl>
                                            <p:attrNameLst>
                                              <p:attrName>fillcolor</p:attrName>
                                            </p:attrNameLst>
                                          </p:cBhvr>
                                          <p:to>
                                            <a:srgbClr val="663300"/>
                                          </p:to>
                                        </p:animClr>
                                        <p:set>
                                          <p:cBhvr>
                                            <p:cTn id="92" dur="300" fill="hold"/>
                                            <p:tgtEl>
                                              <p:spTgt spid="66"/>
                                            </p:tgtEl>
                                            <p:attrNameLst>
                                              <p:attrName>fill.type</p:attrName>
                                            </p:attrNameLst>
                                          </p:cBhvr>
                                          <p:to>
                                            <p:strVal val="solid"/>
                                          </p:to>
                                        </p:set>
                                        <p:set>
                                          <p:cBhvr>
                                            <p:cTn id="93" dur="300" fill="hold"/>
                                            <p:tgtEl>
                                              <p:spTgt spid="66"/>
                                            </p:tgtEl>
                                            <p:attrNameLst>
                                              <p:attrName>fill.on</p:attrName>
                                            </p:attrNameLst>
                                          </p:cBhvr>
                                          <p:to>
                                            <p:strVal val="true"/>
                                          </p:to>
                                        </p:set>
                                      </p:childTnLst>
                                    </p:cTn>
                                  </p:par>
                                  <p:par>
                                    <p:cTn id="94" presetID="1" presetClass="emph" presetSubtype="2" fill="hold" nodeType="withEffect">
                                      <p:stCondLst>
                                        <p:cond delay="3500"/>
                                      </p:stCondLst>
                                      <p:childTnLst>
                                        <p:animClr clrSpc="rgb" dir="cw">
                                          <p:cBhvr>
                                            <p:cTn id="95" dur="300" fill="hold"/>
                                            <p:tgtEl>
                                              <p:spTgt spid="65"/>
                                            </p:tgtEl>
                                            <p:attrNameLst>
                                              <p:attrName>fillcolor</p:attrName>
                                            </p:attrNameLst>
                                          </p:cBhvr>
                                          <p:to>
                                            <a:srgbClr val="663300"/>
                                          </p:to>
                                        </p:animClr>
                                        <p:set>
                                          <p:cBhvr>
                                            <p:cTn id="96" dur="300" fill="hold"/>
                                            <p:tgtEl>
                                              <p:spTgt spid="65"/>
                                            </p:tgtEl>
                                            <p:attrNameLst>
                                              <p:attrName>fill.type</p:attrName>
                                            </p:attrNameLst>
                                          </p:cBhvr>
                                          <p:to>
                                            <p:strVal val="solid"/>
                                          </p:to>
                                        </p:set>
                                        <p:set>
                                          <p:cBhvr>
                                            <p:cTn id="97" dur="300" fill="hold"/>
                                            <p:tgtEl>
                                              <p:spTgt spid="65"/>
                                            </p:tgtEl>
                                            <p:attrNameLst>
                                              <p:attrName>fill.on</p:attrName>
                                            </p:attrNameLst>
                                          </p:cBhvr>
                                          <p:to>
                                            <p:strVal val="true"/>
                                          </p:to>
                                        </p:set>
                                      </p:childTnLst>
                                    </p:cTn>
                                  </p:par>
                                  <p:par>
                                    <p:cTn id="98" presetID="1" presetClass="emph" presetSubtype="2" fill="hold" nodeType="withEffect">
                                      <p:stCondLst>
                                        <p:cond delay="6000"/>
                                      </p:stCondLst>
                                      <p:childTnLst>
                                        <p:animClr clrSpc="rgb" dir="cw">
                                          <p:cBhvr>
                                            <p:cTn id="99" dur="300" fill="hold"/>
                                            <p:tgtEl>
                                              <p:spTgt spid="67"/>
                                            </p:tgtEl>
                                            <p:attrNameLst>
                                              <p:attrName>fillcolor</p:attrName>
                                            </p:attrNameLst>
                                          </p:cBhvr>
                                          <p:to>
                                            <a:srgbClr val="002060"/>
                                          </p:to>
                                        </p:animClr>
                                        <p:set>
                                          <p:cBhvr>
                                            <p:cTn id="100" dur="300" fill="hold"/>
                                            <p:tgtEl>
                                              <p:spTgt spid="67"/>
                                            </p:tgtEl>
                                            <p:attrNameLst>
                                              <p:attrName>fill.type</p:attrName>
                                            </p:attrNameLst>
                                          </p:cBhvr>
                                          <p:to>
                                            <p:strVal val="solid"/>
                                          </p:to>
                                        </p:set>
                                        <p:set>
                                          <p:cBhvr>
                                            <p:cTn id="101" dur="300" fill="hold"/>
                                            <p:tgtEl>
                                              <p:spTgt spid="67"/>
                                            </p:tgtEl>
                                            <p:attrNameLst>
                                              <p:attrName>fill.on</p:attrName>
                                            </p:attrNameLst>
                                          </p:cBhvr>
                                          <p:to>
                                            <p:strVal val="true"/>
                                          </p:to>
                                        </p:set>
                                      </p:childTnLst>
                                    </p:cTn>
                                  </p:par>
                                  <p:par>
                                    <p:cTn id="102" presetID="1" presetClass="emph" presetSubtype="2" fill="hold" nodeType="withEffect">
                                      <p:stCondLst>
                                        <p:cond delay="6000"/>
                                      </p:stCondLst>
                                      <p:childTnLst>
                                        <p:animClr clrSpc="rgb" dir="cw">
                                          <p:cBhvr>
                                            <p:cTn id="103" dur="300" fill="hold"/>
                                            <p:tgtEl>
                                              <p:spTgt spid="66"/>
                                            </p:tgtEl>
                                            <p:attrNameLst>
                                              <p:attrName>fillcolor</p:attrName>
                                            </p:attrNameLst>
                                          </p:cBhvr>
                                          <p:to>
                                            <a:srgbClr val="002060"/>
                                          </p:to>
                                        </p:animClr>
                                        <p:set>
                                          <p:cBhvr>
                                            <p:cTn id="104" dur="300" fill="hold"/>
                                            <p:tgtEl>
                                              <p:spTgt spid="66"/>
                                            </p:tgtEl>
                                            <p:attrNameLst>
                                              <p:attrName>fill.type</p:attrName>
                                            </p:attrNameLst>
                                          </p:cBhvr>
                                          <p:to>
                                            <p:strVal val="solid"/>
                                          </p:to>
                                        </p:set>
                                        <p:set>
                                          <p:cBhvr>
                                            <p:cTn id="105" dur="300" fill="hold"/>
                                            <p:tgtEl>
                                              <p:spTgt spid="66"/>
                                            </p:tgtEl>
                                            <p:attrNameLst>
                                              <p:attrName>fill.on</p:attrName>
                                            </p:attrNameLst>
                                          </p:cBhvr>
                                          <p:to>
                                            <p:strVal val="true"/>
                                          </p:to>
                                        </p:set>
                                      </p:childTnLst>
                                    </p:cTn>
                                  </p:par>
                                  <p:par>
                                    <p:cTn id="106" presetID="1" presetClass="emph" presetSubtype="2" fill="hold" nodeType="withEffect">
                                      <p:stCondLst>
                                        <p:cond delay="6000"/>
                                      </p:stCondLst>
                                      <p:childTnLst>
                                        <p:animClr clrSpc="rgb" dir="cw">
                                          <p:cBhvr>
                                            <p:cTn id="107" dur="300" fill="hold"/>
                                            <p:tgtEl>
                                              <p:spTgt spid="65"/>
                                            </p:tgtEl>
                                            <p:attrNameLst>
                                              <p:attrName>fillcolor</p:attrName>
                                            </p:attrNameLst>
                                          </p:cBhvr>
                                          <p:to>
                                            <a:srgbClr val="002060"/>
                                          </p:to>
                                        </p:animClr>
                                        <p:set>
                                          <p:cBhvr>
                                            <p:cTn id="108" dur="300" fill="hold"/>
                                            <p:tgtEl>
                                              <p:spTgt spid="65"/>
                                            </p:tgtEl>
                                            <p:attrNameLst>
                                              <p:attrName>fill.type</p:attrName>
                                            </p:attrNameLst>
                                          </p:cBhvr>
                                          <p:to>
                                            <p:strVal val="solid"/>
                                          </p:to>
                                        </p:set>
                                        <p:set>
                                          <p:cBhvr>
                                            <p:cTn id="109" dur="300" fill="hold"/>
                                            <p:tgtEl>
                                              <p:spTgt spid="65"/>
                                            </p:tgtEl>
                                            <p:attrNameLst>
                                              <p:attrName>fill.on</p:attrName>
                                            </p:attrNameLst>
                                          </p:cBhvr>
                                          <p:to>
                                            <p:strVal val="true"/>
                                          </p:to>
                                        </p:set>
                                      </p:childTnLst>
                                    </p:cTn>
                                  </p:par>
                                </p:childTnLst>
                              </p:cTn>
                            </p:par>
                          </p:childTnLst>
                        </p:cTn>
                      </p:par>
                    </p:childTnLst>
                  </p:cTn>
                  <p:nextCondLst>
                    <p:cond evt="onMediaBookmark" delay="0">
                      <p:tgtEl>
                        <p14:bmkTgt spid="91" bmkName="Bookmark 1"/>
                      </p:tgtEl>
                    </p:cond>
                  </p:nextCondLst>
                </p:seq>
                <p:audio>
                  <p:cMediaNode vol="80000" mute="1" showWhenStopped="0">
                    <p:cTn id="110" repeatCount="indefinite" fill="hold" display="0">
                      <p:stCondLst>
                        <p:cond delay="indefinite"/>
                      </p:stCondLst>
                      <p:endCondLst>
                        <p:cond evt="onStopAudio" delay="0">
                          <p:tgtEl>
                            <p:sldTgt/>
                          </p:tgtEl>
                        </p:cond>
                      </p:endCondLst>
                    </p:cTn>
                    <p:tgtEl>
                      <p:spTgt spid="92"/>
                    </p:tgtEl>
                  </p:cMediaNode>
                </p:audio>
                <p:seq concurrent="1" nextAc="seek">
                  <p:cTn id="111" restart="whenNotActive" fill="hold" evtFilter="cancelBubble" nodeType="interactiveSeq">
                    <p:stCondLst>
                      <p:cond evt="onMediaBookmark" delay="0">
                        <p:tgtEl>
                          <p14:bmkTgt spid="92" bmkName="Bookmark 1"/>
                        </p:tgtEl>
                      </p:cond>
                    </p:stCondLst>
                    <p:endSync evt="end" delay="0">
                      <p:rtn val="all"/>
                    </p:endSync>
                    <p:childTnLst>
                      <p:par>
                        <p:cTn id="112" fill="hold">
                          <p:stCondLst>
                            <p:cond delay="0"/>
                          </p:stCondLst>
                          <p:childTnLst>
                            <p:par>
                              <p:cTn id="113" fill="hold">
                                <p:stCondLst>
                                  <p:cond delay="0"/>
                                </p:stCondLst>
                                <p:childTnLst>
                                  <p:par>
                                    <p:cTn id="114" presetID="1" presetClass="emph" presetSubtype="2" fill="hold" nodeType="clickEffect">
                                      <p:stCondLst>
                                        <p:cond delay="6000"/>
                                      </p:stCondLst>
                                      <p:childTnLst>
                                        <p:animClr clrSpc="rgb" dir="cw">
                                          <p:cBhvr>
                                            <p:cTn id="115" dur="300" fill="hold"/>
                                            <p:tgtEl>
                                              <p:spTgt spid="79"/>
                                            </p:tgtEl>
                                            <p:attrNameLst>
                                              <p:attrName>fillcolor</p:attrName>
                                            </p:attrNameLst>
                                          </p:cBhvr>
                                          <p:to>
                                            <a:schemeClr val="accent2"/>
                                          </p:to>
                                        </p:animClr>
                                        <p:set>
                                          <p:cBhvr>
                                            <p:cTn id="116" dur="300" fill="hold"/>
                                            <p:tgtEl>
                                              <p:spTgt spid="79"/>
                                            </p:tgtEl>
                                            <p:attrNameLst>
                                              <p:attrName>fill.type</p:attrName>
                                            </p:attrNameLst>
                                          </p:cBhvr>
                                          <p:to>
                                            <p:strVal val="solid"/>
                                          </p:to>
                                        </p:set>
                                        <p:set>
                                          <p:cBhvr>
                                            <p:cTn id="117" dur="300" fill="hold"/>
                                            <p:tgtEl>
                                              <p:spTgt spid="79"/>
                                            </p:tgtEl>
                                            <p:attrNameLst>
                                              <p:attrName>fill.on</p:attrName>
                                            </p:attrNameLst>
                                          </p:cBhvr>
                                          <p:to>
                                            <p:strVal val="true"/>
                                          </p:to>
                                        </p:set>
                                      </p:childTnLst>
                                    </p:cTn>
                                  </p:par>
                                  <p:par>
                                    <p:cTn id="118" presetID="1" presetClass="emph" presetSubtype="2" fill="hold" nodeType="withEffect">
                                      <p:stCondLst>
                                        <p:cond delay="6000"/>
                                      </p:stCondLst>
                                      <p:childTnLst>
                                        <p:animClr clrSpc="rgb" dir="cw">
                                          <p:cBhvr>
                                            <p:cTn id="119" dur="300" fill="hold"/>
                                            <p:tgtEl>
                                              <p:spTgt spid="78"/>
                                            </p:tgtEl>
                                            <p:attrNameLst>
                                              <p:attrName>fillcolor</p:attrName>
                                            </p:attrNameLst>
                                          </p:cBhvr>
                                          <p:to>
                                            <a:schemeClr val="accent2"/>
                                          </p:to>
                                        </p:animClr>
                                        <p:set>
                                          <p:cBhvr>
                                            <p:cTn id="120" dur="300" fill="hold"/>
                                            <p:tgtEl>
                                              <p:spTgt spid="78"/>
                                            </p:tgtEl>
                                            <p:attrNameLst>
                                              <p:attrName>fill.type</p:attrName>
                                            </p:attrNameLst>
                                          </p:cBhvr>
                                          <p:to>
                                            <p:strVal val="solid"/>
                                          </p:to>
                                        </p:set>
                                        <p:set>
                                          <p:cBhvr>
                                            <p:cTn id="121" dur="300" fill="hold"/>
                                            <p:tgtEl>
                                              <p:spTgt spid="78"/>
                                            </p:tgtEl>
                                            <p:attrNameLst>
                                              <p:attrName>fill.on</p:attrName>
                                            </p:attrNameLst>
                                          </p:cBhvr>
                                          <p:to>
                                            <p:strVal val="true"/>
                                          </p:to>
                                        </p:set>
                                      </p:childTnLst>
                                    </p:cTn>
                                  </p:par>
                                  <p:par>
                                    <p:cTn id="122" presetID="1" presetClass="emph" presetSubtype="2" fill="hold" nodeType="withEffect">
                                      <p:stCondLst>
                                        <p:cond delay="6000"/>
                                      </p:stCondLst>
                                      <p:childTnLst>
                                        <p:animClr clrSpc="rgb" dir="cw">
                                          <p:cBhvr>
                                            <p:cTn id="123" dur="300" fill="hold"/>
                                            <p:tgtEl>
                                              <p:spTgt spid="77"/>
                                            </p:tgtEl>
                                            <p:attrNameLst>
                                              <p:attrName>fillcolor</p:attrName>
                                            </p:attrNameLst>
                                          </p:cBhvr>
                                          <p:to>
                                            <a:schemeClr val="accent2"/>
                                          </p:to>
                                        </p:animClr>
                                        <p:set>
                                          <p:cBhvr>
                                            <p:cTn id="124" dur="300" fill="hold"/>
                                            <p:tgtEl>
                                              <p:spTgt spid="77"/>
                                            </p:tgtEl>
                                            <p:attrNameLst>
                                              <p:attrName>fill.type</p:attrName>
                                            </p:attrNameLst>
                                          </p:cBhvr>
                                          <p:to>
                                            <p:strVal val="solid"/>
                                          </p:to>
                                        </p:set>
                                        <p:set>
                                          <p:cBhvr>
                                            <p:cTn id="125" dur="300" fill="hold"/>
                                            <p:tgtEl>
                                              <p:spTgt spid="77"/>
                                            </p:tgtEl>
                                            <p:attrNameLst>
                                              <p:attrName>fill.on</p:attrName>
                                            </p:attrNameLst>
                                          </p:cBhvr>
                                          <p:to>
                                            <p:strVal val="true"/>
                                          </p:to>
                                        </p:set>
                                      </p:childTnLst>
                                    </p:cTn>
                                  </p:par>
                                  <p:par>
                                    <p:cTn id="126" presetID="1" presetClass="emph" presetSubtype="2" fill="hold" nodeType="withEffect">
                                      <p:stCondLst>
                                        <p:cond delay="12500"/>
                                      </p:stCondLst>
                                      <p:childTnLst>
                                        <p:animClr clrSpc="rgb" dir="cw">
                                          <p:cBhvr>
                                            <p:cTn id="127" dur="300" fill="hold"/>
                                            <p:tgtEl>
                                              <p:spTgt spid="79"/>
                                            </p:tgtEl>
                                            <p:attrNameLst>
                                              <p:attrName>fillcolor</p:attrName>
                                            </p:attrNameLst>
                                          </p:cBhvr>
                                          <p:to>
                                            <a:srgbClr val="002060"/>
                                          </p:to>
                                        </p:animClr>
                                        <p:set>
                                          <p:cBhvr>
                                            <p:cTn id="128" dur="300" fill="hold"/>
                                            <p:tgtEl>
                                              <p:spTgt spid="79"/>
                                            </p:tgtEl>
                                            <p:attrNameLst>
                                              <p:attrName>fill.type</p:attrName>
                                            </p:attrNameLst>
                                          </p:cBhvr>
                                          <p:to>
                                            <p:strVal val="solid"/>
                                          </p:to>
                                        </p:set>
                                        <p:set>
                                          <p:cBhvr>
                                            <p:cTn id="129" dur="300" fill="hold"/>
                                            <p:tgtEl>
                                              <p:spTgt spid="79"/>
                                            </p:tgtEl>
                                            <p:attrNameLst>
                                              <p:attrName>fill.on</p:attrName>
                                            </p:attrNameLst>
                                          </p:cBhvr>
                                          <p:to>
                                            <p:strVal val="true"/>
                                          </p:to>
                                        </p:set>
                                      </p:childTnLst>
                                    </p:cTn>
                                  </p:par>
                                  <p:par>
                                    <p:cTn id="130" presetID="1" presetClass="emph" presetSubtype="2" fill="hold" nodeType="withEffect">
                                      <p:stCondLst>
                                        <p:cond delay="12500"/>
                                      </p:stCondLst>
                                      <p:childTnLst>
                                        <p:animClr clrSpc="rgb" dir="cw">
                                          <p:cBhvr>
                                            <p:cTn id="131" dur="300" fill="hold"/>
                                            <p:tgtEl>
                                              <p:spTgt spid="78"/>
                                            </p:tgtEl>
                                            <p:attrNameLst>
                                              <p:attrName>fillcolor</p:attrName>
                                            </p:attrNameLst>
                                          </p:cBhvr>
                                          <p:to>
                                            <a:srgbClr val="002060"/>
                                          </p:to>
                                        </p:animClr>
                                        <p:set>
                                          <p:cBhvr>
                                            <p:cTn id="132" dur="300" fill="hold"/>
                                            <p:tgtEl>
                                              <p:spTgt spid="78"/>
                                            </p:tgtEl>
                                            <p:attrNameLst>
                                              <p:attrName>fill.type</p:attrName>
                                            </p:attrNameLst>
                                          </p:cBhvr>
                                          <p:to>
                                            <p:strVal val="solid"/>
                                          </p:to>
                                        </p:set>
                                        <p:set>
                                          <p:cBhvr>
                                            <p:cTn id="133" dur="300" fill="hold"/>
                                            <p:tgtEl>
                                              <p:spTgt spid="78"/>
                                            </p:tgtEl>
                                            <p:attrNameLst>
                                              <p:attrName>fill.on</p:attrName>
                                            </p:attrNameLst>
                                          </p:cBhvr>
                                          <p:to>
                                            <p:strVal val="true"/>
                                          </p:to>
                                        </p:set>
                                      </p:childTnLst>
                                    </p:cTn>
                                  </p:par>
                                  <p:par>
                                    <p:cTn id="134" presetID="1" presetClass="emph" presetSubtype="2" fill="hold" nodeType="withEffect">
                                      <p:stCondLst>
                                        <p:cond delay="12500"/>
                                      </p:stCondLst>
                                      <p:childTnLst>
                                        <p:animClr clrSpc="rgb" dir="cw">
                                          <p:cBhvr>
                                            <p:cTn id="135" dur="300" fill="hold"/>
                                            <p:tgtEl>
                                              <p:spTgt spid="77"/>
                                            </p:tgtEl>
                                            <p:attrNameLst>
                                              <p:attrName>fillcolor</p:attrName>
                                            </p:attrNameLst>
                                          </p:cBhvr>
                                          <p:to>
                                            <a:srgbClr val="002060"/>
                                          </p:to>
                                        </p:animClr>
                                        <p:set>
                                          <p:cBhvr>
                                            <p:cTn id="136" dur="300" fill="hold"/>
                                            <p:tgtEl>
                                              <p:spTgt spid="77"/>
                                            </p:tgtEl>
                                            <p:attrNameLst>
                                              <p:attrName>fill.type</p:attrName>
                                            </p:attrNameLst>
                                          </p:cBhvr>
                                          <p:to>
                                            <p:strVal val="solid"/>
                                          </p:to>
                                        </p:set>
                                        <p:set>
                                          <p:cBhvr>
                                            <p:cTn id="137" dur="300" fill="hold"/>
                                            <p:tgtEl>
                                              <p:spTgt spid="77"/>
                                            </p:tgtEl>
                                            <p:attrNameLst>
                                              <p:attrName>fill.on</p:attrName>
                                            </p:attrNameLst>
                                          </p:cBhvr>
                                          <p:to>
                                            <p:strVal val="true"/>
                                          </p:to>
                                        </p:set>
                                      </p:childTnLst>
                                    </p:cTn>
                                  </p:par>
                                </p:childTnLst>
                              </p:cTn>
                            </p:par>
                          </p:childTnLst>
                        </p:cTn>
                      </p:par>
                    </p:childTnLst>
                  </p:cTn>
                  <p:nextCondLst>
                    <p:cond evt="onMediaBookmark" delay="0">
                      <p:tgtEl>
                        <p14:bmkTgt spid="92" bmkName="Bookmark 1"/>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83" fill="hold"/>
                                            <p:tgtEl>
                                              <p:spTgt spid="89"/>
                                            </p:tgtEl>
                                          </p:cBhvr>
                                        </p:cmd>
                                      </p:childTnLst>
                                    </p:cTn>
                                  </p:par>
                                  <p:par>
                                    <p:cTn id="7" presetID="1" presetClass="mediacall" presetSubtype="0" fill="hold" nodeType="withEffect">
                                      <p:stCondLst>
                                        <p:cond delay="0"/>
                                      </p:stCondLst>
                                      <p:childTnLst>
                                        <p:cmd type="call" cmd="playFrom(0.0)">
                                          <p:cBhvr>
                                            <p:cTn id="8" dur="8972" fill="hold"/>
                                            <p:tgtEl>
                                              <p:spTgt spid="90"/>
                                            </p:tgtEl>
                                          </p:cBhvr>
                                        </p:cmd>
                                      </p:childTnLst>
                                    </p:cTn>
                                  </p:par>
                                  <p:par>
                                    <p:cTn id="9" presetID="1" presetClass="mediacall" presetSubtype="0" fill="hold" nodeType="withEffect">
                                      <p:stCondLst>
                                        <p:cond delay="0"/>
                                      </p:stCondLst>
                                      <p:childTnLst>
                                        <p:cmd type="call" cmd="playFrom(0.0)">
                                          <p:cBhvr>
                                            <p:cTn id="10" dur="10000" fill="hold"/>
                                            <p:tgtEl>
                                              <p:spTgt spid="91"/>
                                            </p:tgtEl>
                                          </p:cBhvr>
                                        </p:cmd>
                                      </p:childTnLst>
                                    </p:cTn>
                                  </p:par>
                                  <p:par>
                                    <p:cTn id="11" presetID="1" presetClass="mediacall" presetSubtype="0" fill="hold" nodeType="withEffect">
                                      <p:stCondLst>
                                        <p:cond delay="0"/>
                                      </p:stCondLst>
                                      <p:childTnLst>
                                        <p:cmd type="call" cmd="playFrom(0.0)">
                                          <p:cBhvr>
                                            <p:cTn id="12" dur="16356" fill="hold"/>
                                            <p:tgtEl>
                                              <p:spTgt spid="9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13" repeatCount="indefinite" fill="hold" display="0">
                      <p:stCondLst>
                        <p:cond delay="indefinite"/>
                      </p:stCondLst>
                      <p:endCondLst>
                        <p:cond evt="onStopAudio" delay="0">
                          <p:tgtEl>
                            <p:sldTgt/>
                          </p:tgtEl>
                        </p:cond>
                      </p:endCondLst>
                    </p:cTn>
                    <p:tgtEl>
                      <p:spTgt spid="89"/>
                    </p:tgtEl>
                  </p:cMediaNode>
                </p:audio>
                <p:audio>
                  <p:cMediaNode vol="80000" mute="1" showWhenStopped="0">
                    <p:cTn id="42" repeatCount="indefinite" fill="hold" display="0">
                      <p:stCondLst>
                        <p:cond delay="indefinite"/>
                      </p:stCondLst>
                      <p:endCondLst>
                        <p:cond evt="onStopAudio" delay="0">
                          <p:tgtEl>
                            <p:sldTgt/>
                          </p:tgtEl>
                        </p:cond>
                      </p:endCondLst>
                    </p:cTn>
                    <p:tgtEl>
                      <p:spTgt spid="90"/>
                    </p:tgtEl>
                  </p:cMediaNode>
                </p:audio>
                <p:audio>
                  <p:cMediaNode vol="80000" mute="1" showWhenStopped="0">
                    <p:cTn id="70" repeatCount="indefinite" fill="hold" display="0">
                      <p:stCondLst>
                        <p:cond delay="indefinite"/>
                      </p:stCondLst>
                      <p:endCondLst>
                        <p:cond evt="onStopAudio" delay="0">
                          <p:tgtEl>
                            <p:sldTgt/>
                          </p:tgtEl>
                        </p:cond>
                      </p:endCondLst>
                    </p:cTn>
                    <p:tgtEl>
                      <p:spTgt spid="91"/>
                    </p:tgtEl>
                  </p:cMediaNode>
                </p:audio>
                <p:audio>
                  <p:cMediaNode vol="80000" mute="1" showWhenStopped="0">
                    <p:cTn id="110" repeatCount="indefinite" fill="hold" display="0">
                      <p:stCondLst>
                        <p:cond delay="indefinite"/>
                      </p:stCondLst>
                      <p:endCondLst>
                        <p:cond evt="onStopAudio" delay="0">
                          <p:tgtEl>
                            <p:sldTgt/>
                          </p:tgtEl>
                        </p:cond>
                      </p:endCondLst>
                    </p:cTn>
                    <p:tgtEl>
                      <p:spTgt spid="92"/>
                    </p:tgtEl>
                  </p:cMediaNode>
                </p:audio>
              </p:childTnLst>
            </p:cTn>
          </p:par>
        </p:tn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4A9E3-17E0-7754-E8BB-9C0C1246E24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7DB5FB0-823D-3DB0-E141-58106B64B7CF}"/>
              </a:ext>
            </a:extLst>
          </p:cNvPr>
          <p:cNvSpPr>
            <a:spLocks noGrp="1"/>
          </p:cNvSpPr>
          <p:nvPr>
            <p:ph type="title"/>
          </p:nvPr>
        </p:nvSpPr>
        <p:spPr>
          <a:xfrm>
            <a:off x="3216275" y="1418313"/>
            <a:ext cx="8640763" cy="1299008"/>
          </a:xfrm>
        </p:spPr>
        <p:txBody>
          <a:bodyPr/>
          <a:lstStyle/>
          <a:p>
            <a:r>
              <a:rPr lang="en-GB" noProof="0"/>
              <a:t>The Marionette Framework</a:t>
            </a:r>
          </a:p>
        </p:txBody>
      </p:sp>
      <p:sp>
        <p:nvSpPr>
          <p:cNvPr id="6" name="Segnaposto testo 5">
            <a:extLst>
              <a:ext uri="{FF2B5EF4-FFF2-40B4-BE49-F238E27FC236}">
                <a16:creationId xmlns:a16="http://schemas.microsoft.com/office/drawing/2014/main" id="{282D318E-63DA-250F-610A-026C486590FE}"/>
              </a:ext>
            </a:extLst>
          </p:cNvPr>
          <p:cNvSpPr>
            <a:spLocks noGrp="1"/>
          </p:cNvSpPr>
          <p:nvPr>
            <p:ph type="body" sz="quarter" idx="13"/>
          </p:nvPr>
        </p:nvSpPr>
        <p:spPr>
          <a:xfrm>
            <a:off x="8765931" y="3961597"/>
            <a:ext cx="3091107" cy="2359025"/>
          </a:xfrm>
        </p:spPr>
        <p:txBody>
          <a:bodyPr/>
          <a:lstStyle/>
          <a:p>
            <a:r>
              <a:rPr lang="en-GB" noProof="0"/>
              <a:t>02</a:t>
            </a:r>
          </a:p>
        </p:txBody>
      </p:sp>
    </p:spTree>
    <p:extLst>
      <p:ext uri="{BB962C8B-B14F-4D97-AF65-F5344CB8AC3E}">
        <p14:creationId xmlns:p14="http://schemas.microsoft.com/office/powerpoint/2010/main" val="201740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33A91-E977-9840-1D71-337DA98892C0}"/>
            </a:ext>
          </a:extLst>
        </p:cNvPr>
        <p:cNvGrpSpPr/>
        <p:nvPr/>
      </p:nvGrpSpPr>
      <p:grpSpPr>
        <a:xfrm>
          <a:off x="0" y="0"/>
          <a:ext cx="0" cy="0"/>
          <a:chOff x="0" y="0"/>
          <a:chExt cx="0" cy="0"/>
        </a:xfrm>
      </p:grpSpPr>
      <p:sp>
        <p:nvSpPr>
          <p:cNvPr id="3" name="Segnaposto data 2">
            <a:extLst>
              <a:ext uri="{FF2B5EF4-FFF2-40B4-BE49-F238E27FC236}">
                <a16:creationId xmlns:a16="http://schemas.microsoft.com/office/drawing/2014/main" id="{559FA595-2996-9181-E570-14FF86D71A94}"/>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394AFD69-360A-F3B5-8854-E59A57E482A1}"/>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DBC3FD43-B9BB-1456-B92E-D9733553C589}"/>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13</a:t>
            </a:fld>
            <a:endParaRPr lang="en-GB" noProof="0"/>
          </a:p>
        </p:txBody>
      </p:sp>
      <p:grpSp>
        <p:nvGrpSpPr>
          <p:cNvPr id="15" name="!!Step 1">
            <a:extLst>
              <a:ext uri="{FF2B5EF4-FFF2-40B4-BE49-F238E27FC236}">
                <a16:creationId xmlns:a16="http://schemas.microsoft.com/office/drawing/2014/main" id="{33CB5D66-C8FA-77CB-BF6C-D885215CB4D6}"/>
              </a:ext>
            </a:extLst>
          </p:cNvPr>
          <p:cNvGrpSpPr/>
          <p:nvPr/>
        </p:nvGrpSpPr>
        <p:grpSpPr>
          <a:xfrm>
            <a:off x="477078" y="-3379246"/>
            <a:ext cx="5729194" cy="894522"/>
            <a:chOff x="477078" y="2327077"/>
            <a:chExt cx="5729194" cy="894522"/>
          </a:xfrm>
        </p:grpSpPr>
        <p:sp>
          <p:nvSpPr>
            <p:cNvPr id="6" name="Oval 5">
              <a:extLst>
                <a:ext uri="{FF2B5EF4-FFF2-40B4-BE49-F238E27FC236}">
                  <a16:creationId xmlns:a16="http://schemas.microsoft.com/office/drawing/2014/main" id="{AAA7E1B9-335F-9D9A-5848-B4BEEEB35EB9}"/>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1</a:t>
              </a:r>
              <a:endParaRPr lang="en-GB" b="1" noProof="0"/>
            </a:p>
          </p:txBody>
        </p:sp>
        <p:sp>
          <p:nvSpPr>
            <p:cNvPr id="11" name="TextBox 10">
              <a:extLst>
                <a:ext uri="{FF2B5EF4-FFF2-40B4-BE49-F238E27FC236}">
                  <a16:creationId xmlns:a16="http://schemas.microsoft.com/office/drawing/2014/main" id="{C65B4C11-FBBA-0044-B9CA-83866E942F96}"/>
                </a:ext>
              </a:extLst>
            </p:cNvPr>
            <p:cNvSpPr txBox="1"/>
            <p:nvPr/>
          </p:nvSpPr>
          <p:spPr>
            <a:xfrm>
              <a:off x="1659835" y="2589672"/>
              <a:ext cx="4546437" cy="369332"/>
            </a:xfrm>
            <a:prstGeom prst="rect">
              <a:avLst/>
            </a:prstGeom>
            <a:noFill/>
          </p:spPr>
          <p:txBody>
            <a:bodyPr wrap="none" rtlCol="0">
              <a:spAutoFit/>
            </a:bodyPr>
            <a:lstStyle/>
            <a:p>
              <a:r>
                <a:rPr lang="en-GB" b="1" noProof="0"/>
                <a:t>Copy</a:t>
              </a:r>
              <a:r>
                <a:rPr lang="en-GB" noProof="0"/>
                <a:t> of the original microservice project.</a:t>
              </a:r>
            </a:p>
          </p:txBody>
        </p:sp>
      </p:grpSp>
      <p:grpSp>
        <p:nvGrpSpPr>
          <p:cNvPr id="18" name="!!Step 2">
            <a:extLst>
              <a:ext uri="{FF2B5EF4-FFF2-40B4-BE49-F238E27FC236}">
                <a16:creationId xmlns:a16="http://schemas.microsoft.com/office/drawing/2014/main" id="{9B4C1605-164D-839C-C737-925885DD8450}"/>
              </a:ext>
            </a:extLst>
          </p:cNvPr>
          <p:cNvGrpSpPr/>
          <p:nvPr/>
        </p:nvGrpSpPr>
        <p:grpSpPr>
          <a:xfrm>
            <a:off x="442147" y="-2096729"/>
            <a:ext cx="7353036" cy="894522"/>
            <a:chOff x="477078" y="2327077"/>
            <a:chExt cx="7353036" cy="894522"/>
          </a:xfrm>
        </p:grpSpPr>
        <p:sp>
          <p:nvSpPr>
            <p:cNvPr id="20" name="Oval 19">
              <a:extLst>
                <a:ext uri="{FF2B5EF4-FFF2-40B4-BE49-F238E27FC236}">
                  <a16:creationId xmlns:a16="http://schemas.microsoft.com/office/drawing/2014/main" id="{AAADEA6D-B975-228A-CE32-3E398093D4BA}"/>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2</a:t>
              </a:r>
              <a:endParaRPr lang="en-GB" b="1" noProof="0"/>
            </a:p>
          </p:txBody>
        </p:sp>
        <p:sp>
          <p:nvSpPr>
            <p:cNvPr id="21" name="TextBox 20">
              <a:extLst>
                <a:ext uri="{FF2B5EF4-FFF2-40B4-BE49-F238E27FC236}">
                  <a16:creationId xmlns:a16="http://schemas.microsoft.com/office/drawing/2014/main" id="{57DE0D04-1193-B354-6C6D-5275ABD28772}"/>
                </a:ext>
              </a:extLst>
            </p:cNvPr>
            <p:cNvSpPr txBox="1"/>
            <p:nvPr/>
          </p:nvSpPr>
          <p:spPr>
            <a:xfrm>
              <a:off x="1659835" y="2589672"/>
              <a:ext cx="6170279" cy="369332"/>
            </a:xfrm>
            <a:prstGeom prst="rect">
              <a:avLst/>
            </a:prstGeom>
            <a:noFill/>
          </p:spPr>
          <p:txBody>
            <a:bodyPr wrap="none" rtlCol="0">
              <a:spAutoFit/>
            </a:bodyPr>
            <a:lstStyle/>
            <a:p>
              <a:r>
                <a:rPr lang="en-GB" b="1" noProof="0" dirty="0"/>
                <a:t>Injection</a:t>
              </a:r>
              <a:r>
                <a:rPr lang="en-GB" noProof="0" dirty="0"/>
                <a:t> of new classes implementing the control layer.</a:t>
              </a:r>
            </a:p>
          </p:txBody>
        </p:sp>
      </p:grpSp>
      <p:sp>
        <p:nvSpPr>
          <p:cNvPr id="7" name="Position Fluo">
            <a:extLst>
              <a:ext uri="{FF2B5EF4-FFF2-40B4-BE49-F238E27FC236}">
                <a16:creationId xmlns:a16="http://schemas.microsoft.com/office/drawing/2014/main" id="{80A47343-FF6D-6781-7D06-971B04BA8477}"/>
              </a:ext>
            </a:extLst>
          </p:cNvPr>
          <p:cNvSpPr>
            <a:spLocks noChangeAspect="1"/>
          </p:cNvSpPr>
          <p:nvPr/>
        </p:nvSpPr>
        <p:spPr>
          <a:xfrm>
            <a:off x="1066937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62" name="!!HeaderOriginal">
            <a:extLst>
              <a:ext uri="{FF2B5EF4-FFF2-40B4-BE49-F238E27FC236}">
                <a16:creationId xmlns:a16="http://schemas.microsoft.com/office/drawing/2014/main" id="{BF1ECE3E-F5B4-40AA-5306-94672CDA7237}"/>
              </a:ext>
            </a:extLst>
          </p:cNvPr>
          <p:cNvPicPr>
            <a:picLocks noChangeAspect="1"/>
          </p:cNvPicPr>
          <p:nvPr/>
        </p:nvPicPr>
        <p:blipFill>
          <a:blip r:embed="rId3"/>
          <a:srcRect b="86772"/>
          <a:stretch>
            <a:fillRect/>
          </a:stretch>
        </p:blipFill>
        <p:spPr>
          <a:xfrm>
            <a:off x="1624904" y="2888792"/>
            <a:ext cx="3996878" cy="277700"/>
          </a:xfrm>
          <a:prstGeom prst="round2SameRect">
            <a:avLst>
              <a:gd name="adj1" fmla="val 24899"/>
              <a:gd name="adj2" fmla="val 2744"/>
            </a:avLst>
          </a:prstGeom>
        </p:spPr>
      </p:pic>
      <p:sp>
        <p:nvSpPr>
          <p:cNvPr id="63" name="!!RectangleOriginal">
            <a:extLst>
              <a:ext uri="{FF2B5EF4-FFF2-40B4-BE49-F238E27FC236}">
                <a16:creationId xmlns:a16="http://schemas.microsoft.com/office/drawing/2014/main" id="{2DA19CA9-9E2E-60B1-B7F8-D28CC918461E}"/>
              </a:ext>
            </a:extLst>
          </p:cNvPr>
          <p:cNvSpPr/>
          <p:nvPr/>
        </p:nvSpPr>
        <p:spPr>
          <a:xfrm rot="10800000">
            <a:off x="1624904" y="3166486"/>
            <a:ext cx="3996878" cy="955838"/>
          </a:xfrm>
          <a:prstGeom prst="round2SameRect">
            <a:avLst>
              <a:gd name="adj1" fmla="val 6675"/>
              <a:gd name="adj2" fmla="val 0"/>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BackgroundOriginal">
            <a:extLst>
              <a:ext uri="{FF2B5EF4-FFF2-40B4-BE49-F238E27FC236}">
                <a16:creationId xmlns:a16="http://schemas.microsoft.com/office/drawing/2014/main" id="{FC78BA63-B89F-9BC8-37E0-E8028197C048}"/>
              </a:ext>
            </a:extLst>
          </p:cNvPr>
          <p:cNvSpPr/>
          <p:nvPr/>
        </p:nvSpPr>
        <p:spPr>
          <a:xfrm>
            <a:off x="1695686" y="3226125"/>
            <a:ext cx="3876040" cy="812800"/>
          </a:xfrm>
          <a:prstGeom prst="rect">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BodyOriginal">
            <a:extLst>
              <a:ext uri="{FF2B5EF4-FFF2-40B4-BE49-F238E27FC236}">
                <a16:creationId xmlns:a16="http://schemas.microsoft.com/office/drawing/2014/main" id="{3412611E-DC9F-0F4E-F9B0-02A925BEB0F3}"/>
              </a:ext>
            </a:extLst>
          </p:cNvPr>
          <p:cNvSpPr txBox="1"/>
          <p:nvPr/>
        </p:nvSpPr>
        <p:spPr>
          <a:xfrm>
            <a:off x="1693751" y="3228910"/>
            <a:ext cx="3903633" cy="830997"/>
          </a:xfrm>
          <a:prstGeom prst="rect">
            <a:avLst/>
          </a:prstGeom>
          <a:noFill/>
        </p:spPr>
        <p:txBody>
          <a:bodyPr wrap="square" rtlCol="0">
            <a:spAutoFit/>
          </a:bodyPr>
          <a:lstStyle/>
          <a:p>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public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enhanceImage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adjustBrightness</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return</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p>
        </p:txBody>
      </p:sp>
      <p:pic>
        <p:nvPicPr>
          <p:cNvPr id="67" name="!!HeaderVariant">
            <a:extLst>
              <a:ext uri="{FF2B5EF4-FFF2-40B4-BE49-F238E27FC236}">
                <a16:creationId xmlns:a16="http://schemas.microsoft.com/office/drawing/2014/main" id="{960408E2-E97B-6D79-A238-6968530A8E04}"/>
              </a:ext>
            </a:extLst>
          </p:cNvPr>
          <p:cNvPicPr>
            <a:picLocks noChangeAspect="1"/>
          </p:cNvPicPr>
          <p:nvPr/>
        </p:nvPicPr>
        <p:blipFill>
          <a:blip r:embed="rId3"/>
          <a:srcRect b="86772"/>
          <a:stretch>
            <a:fillRect/>
          </a:stretch>
        </p:blipFill>
        <p:spPr>
          <a:xfrm>
            <a:off x="6499435" y="2686808"/>
            <a:ext cx="3996878" cy="277700"/>
          </a:xfrm>
          <a:prstGeom prst="round2SameRect">
            <a:avLst>
              <a:gd name="adj1" fmla="val 24899"/>
              <a:gd name="adj2" fmla="val 2744"/>
            </a:avLst>
          </a:prstGeom>
        </p:spPr>
      </p:pic>
      <p:sp>
        <p:nvSpPr>
          <p:cNvPr id="68" name="!!RectangleVariant">
            <a:extLst>
              <a:ext uri="{FF2B5EF4-FFF2-40B4-BE49-F238E27FC236}">
                <a16:creationId xmlns:a16="http://schemas.microsoft.com/office/drawing/2014/main" id="{C02930E6-2FBF-B24C-6477-AB936ACD5372}"/>
              </a:ext>
            </a:extLst>
          </p:cNvPr>
          <p:cNvSpPr/>
          <p:nvPr/>
        </p:nvSpPr>
        <p:spPr>
          <a:xfrm rot="10800000">
            <a:off x="6499435" y="2956037"/>
            <a:ext cx="3996878" cy="1325163"/>
          </a:xfrm>
          <a:prstGeom prst="round2SameRect">
            <a:avLst>
              <a:gd name="adj1" fmla="val 4375"/>
              <a:gd name="adj2" fmla="val 0"/>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BackgroundVariant">
            <a:extLst>
              <a:ext uri="{FF2B5EF4-FFF2-40B4-BE49-F238E27FC236}">
                <a16:creationId xmlns:a16="http://schemas.microsoft.com/office/drawing/2014/main" id="{9D6688F8-BAA5-A46B-5FC6-59379B86F186}"/>
              </a:ext>
            </a:extLst>
          </p:cNvPr>
          <p:cNvSpPr/>
          <p:nvPr/>
        </p:nvSpPr>
        <p:spPr>
          <a:xfrm>
            <a:off x="6628424" y="2956037"/>
            <a:ext cx="3867889" cy="1216612"/>
          </a:xfrm>
          <a:prstGeom prst="rect">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BodyVariant">
            <a:extLst>
              <a:ext uri="{FF2B5EF4-FFF2-40B4-BE49-F238E27FC236}">
                <a16:creationId xmlns:a16="http://schemas.microsoft.com/office/drawing/2014/main" id="{7A92E7BA-B8F0-F629-77B6-0DE04A3D7824}"/>
              </a:ext>
            </a:extLst>
          </p:cNvPr>
          <p:cNvSpPr txBox="1"/>
          <p:nvPr/>
        </p:nvSpPr>
        <p:spPr>
          <a:xfrm>
            <a:off x="6625436" y="2968414"/>
            <a:ext cx="3870878" cy="1200329"/>
          </a:xfrm>
          <a:prstGeom prst="rect">
            <a:avLst/>
          </a:prstGeom>
          <a:noFill/>
        </p:spPr>
        <p:txBody>
          <a:bodyPr wrap="square" rtlCol="0">
            <a:spAutoFit/>
          </a:bodyPr>
          <a:lstStyle/>
          <a:p>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public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enhanceImage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55707C"/>
                </a:solidFill>
                <a:latin typeface="Hack" panose="020B0609030202020204" pitchFamily="49" charset="0"/>
                <a:ea typeface="Hack" panose="020B0609030202020204" pitchFamily="49" charset="0"/>
                <a:cs typeface="Hack" panose="020B0609030202020204" pitchFamily="49" charset="0"/>
              </a:rPr>
              <a:t>// Add AI enhancement</a:t>
            </a:r>
          </a:p>
          <a:p>
            <a:pPr lvl="0">
              <a:defRPr/>
            </a:pP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applyAIEnhancement</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adjustBrightness</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return</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p>
        </p:txBody>
      </p:sp>
      <p:sp>
        <p:nvSpPr>
          <p:cNvPr id="73" name="Titolo 1">
            <a:extLst>
              <a:ext uri="{FF2B5EF4-FFF2-40B4-BE49-F238E27FC236}">
                <a16:creationId xmlns:a16="http://schemas.microsoft.com/office/drawing/2014/main" id="{B8D8C1E2-B902-C0D0-9334-CCE6DE697C8D}"/>
              </a:ext>
            </a:extLst>
          </p:cNvPr>
          <p:cNvSpPr>
            <a:spLocks noGrp="1"/>
          </p:cNvSpPr>
          <p:nvPr>
            <p:ph type="title"/>
          </p:nvPr>
        </p:nvSpPr>
        <p:spPr>
          <a:xfrm>
            <a:off x="334963" y="808074"/>
            <a:ext cx="11522075" cy="514132"/>
          </a:xfrm>
        </p:spPr>
        <p:txBody>
          <a:bodyPr/>
          <a:lstStyle/>
          <a:p>
            <a:r>
              <a:rPr lang="en-GB" noProof="0" dirty="0"/>
              <a:t>Source Code Transformation Steps</a:t>
            </a:r>
          </a:p>
        </p:txBody>
      </p:sp>
      <p:sp>
        <p:nvSpPr>
          <p:cNvPr id="80" name="TextBox 79">
            <a:extLst>
              <a:ext uri="{FF2B5EF4-FFF2-40B4-BE49-F238E27FC236}">
                <a16:creationId xmlns:a16="http://schemas.microsoft.com/office/drawing/2014/main" id="{6C8BEE9D-A60D-A442-64BF-65A298C1E05D}"/>
              </a:ext>
            </a:extLst>
          </p:cNvPr>
          <p:cNvSpPr txBox="1"/>
          <p:nvPr/>
        </p:nvSpPr>
        <p:spPr>
          <a:xfrm>
            <a:off x="1959218" y="4577795"/>
            <a:ext cx="3206327" cy="400110"/>
          </a:xfrm>
          <a:prstGeom prst="rect">
            <a:avLst/>
          </a:prstGeom>
          <a:noFill/>
        </p:spPr>
        <p:txBody>
          <a:bodyPr wrap="none" rtlCol="0">
            <a:spAutoFit/>
          </a:bodyPr>
          <a:lstStyle/>
          <a:p>
            <a:r>
              <a:rPr lang="en-GB" sz="2000" b="1" noProof="0" dirty="0"/>
              <a:t>Original Implementation</a:t>
            </a:r>
          </a:p>
        </p:txBody>
      </p:sp>
      <p:sp>
        <p:nvSpPr>
          <p:cNvPr id="81" name="TextBox 80">
            <a:extLst>
              <a:ext uri="{FF2B5EF4-FFF2-40B4-BE49-F238E27FC236}">
                <a16:creationId xmlns:a16="http://schemas.microsoft.com/office/drawing/2014/main" id="{7B35E151-F283-97E7-31CB-356909565D12}"/>
              </a:ext>
            </a:extLst>
          </p:cNvPr>
          <p:cNvSpPr txBox="1"/>
          <p:nvPr/>
        </p:nvSpPr>
        <p:spPr>
          <a:xfrm>
            <a:off x="6994580" y="4577795"/>
            <a:ext cx="3132589" cy="400110"/>
          </a:xfrm>
          <a:prstGeom prst="rect">
            <a:avLst/>
          </a:prstGeom>
          <a:noFill/>
        </p:spPr>
        <p:txBody>
          <a:bodyPr wrap="none" rtlCol="0">
            <a:spAutoFit/>
          </a:bodyPr>
          <a:lstStyle/>
          <a:p>
            <a:r>
              <a:rPr lang="en-GB" sz="2000" b="1" noProof="0" dirty="0"/>
              <a:t>Variant Implementation</a:t>
            </a:r>
          </a:p>
        </p:txBody>
      </p:sp>
      <p:grpSp>
        <p:nvGrpSpPr>
          <p:cNvPr id="2" name="Group 1">
            <a:extLst>
              <a:ext uri="{FF2B5EF4-FFF2-40B4-BE49-F238E27FC236}">
                <a16:creationId xmlns:a16="http://schemas.microsoft.com/office/drawing/2014/main" id="{C24BC91F-3223-768C-DB6D-E109E0DC8696}"/>
              </a:ext>
            </a:extLst>
          </p:cNvPr>
          <p:cNvGrpSpPr/>
          <p:nvPr/>
        </p:nvGrpSpPr>
        <p:grpSpPr>
          <a:xfrm>
            <a:off x="10278334" y="0"/>
            <a:ext cx="987657" cy="297132"/>
            <a:chOff x="10278334" y="0"/>
            <a:chExt cx="987657" cy="297132"/>
          </a:xfrm>
        </p:grpSpPr>
        <p:grpSp>
          <p:nvGrpSpPr>
            <p:cNvPr id="10" name="Group 9">
              <a:extLst>
                <a:ext uri="{FF2B5EF4-FFF2-40B4-BE49-F238E27FC236}">
                  <a16:creationId xmlns:a16="http://schemas.microsoft.com/office/drawing/2014/main" id="{4153E6F0-0CEB-A22D-CEF6-2021A1330F8D}"/>
                </a:ext>
              </a:extLst>
            </p:cNvPr>
            <p:cNvGrpSpPr/>
            <p:nvPr/>
          </p:nvGrpSpPr>
          <p:grpSpPr>
            <a:xfrm>
              <a:off x="10278334" y="0"/>
              <a:ext cx="336385" cy="294592"/>
              <a:chOff x="10278334" y="0"/>
              <a:chExt cx="336385" cy="294592"/>
            </a:xfrm>
          </p:grpSpPr>
          <p:sp>
            <p:nvSpPr>
              <p:cNvPr id="26" name="Rectangle 25">
                <a:extLst>
                  <a:ext uri="{FF2B5EF4-FFF2-40B4-BE49-F238E27FC236}">
                    <a16:creationId xmlns:a16="http://schemas.microsoft.com/office/drawing/2014/main" id="{E4BCBB1F-880C-9BDE-9AC0-9824E25C73B1}"/>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AB73B480-102D-61AA-6FE7-1985700BDD4D}"/>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EF56399A-31B8-619B-FCA4-347D393A51A9}"/>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12" name="Group 11">
              <a:extLst>
                <a:ext uri="{FF2B5EF4-FFF2-40B4-BE49-F238E27FC236}">
                  <a16:creationId xmlns:a16="http://schemas.microsoft.com/office/drawing/2014/main" id="{2CD2990C-DDFB-CEF1-FEF5-352EC36BDCB6}"/>
                </a:ext>
              </a:extLst>
            </p:cNvPr>
            <p:cNvGrpSpPr/>
            <p:nvPr/>
          </p:nvGrpSpPr>
          <p:grpSpPr>
            <a:xfrm>
              <a:off x="10605240" y="0"/>
              <a:ext cx="336385" cy="297132"/>
              <a:chOff x="10289176" y="0"/>
              <a:chExt cx="336385" cy="297132"/>
            </a:xfrm>
          </p:grpSpPr>
          <p:sp>
            <p:nvSpPr>
              <p:cNvPr id="22" name="Rectangle 21">
                <a:extLst>
                  <a:ext uri="{FF2B5EF4-FFF2-40B4-BE49-F238E27FC236}">
                    <a16:creationId xmlns:a16="http://schemas.microsoft.com/office/drawing/2014/main" id="{6C28860F-C7F7-E732-774E-ECDF26D365D8}"/>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8A727FDD-0B5B-CBDD-515A-B9A32F27AFED}"/>
                  </a:ext>
                </a:extLst>
              </p:cNvPr>
              <p:cNvGrpSpPr/>
              <p:nvPr/>
            </p:nvGrpSpPr>
            <p:grpSpPr>
              <a:xfrm>
                <a:off x="10289176" y="81688"/>
                <a:ext cx="336385" cy="215444"/>
                <a:chOff x="5178425" y="855322"/>
                <a:chExt cx="336385" cy="215444"/>
              </a:xfrm>
            </p:grpSpPr>
            <p:sp>
              <p:nvSpPr>
                <p:cNvPr id="24" name="Oval 23">
                  <a:extLst>
                    <a:ext uri="{FF2B5EF4-FFF2-40B4-BE49-F238E27FC236}">
                      <a16:creationId xmlns:a16="http://schemas.microsoft.com/office/drawing/2014/main" id="{CC925D3E-17B8-AEE7-802D-2F9C2B2C8B36}"/>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16E09580-D0FB-FF10-F3E7-11EDEDAFAB08}"/>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13" name="Group 12">
              <a:extLst>
                <a:ext uri="{FF2B5EF4-FFF2-40B4-BE49-F238E27FC236}">
                  <a16:creationId xmlns:a16="http://schemas.microsoft.com/office/drawing/2014/main" id="{873A97E6-18A3-36BA-8443-AD1EB96C41AE}"/>
                </a:ext>
              </a:extLst>
            </p:cNvPr>
            <p:cNvGrpSpPr/>
            <p:nvPr/>
          </p:nvGrpSpPr>
          <p:grpSpPr>
            <a:xfrm>
              <a:off x="10929606" y="0"/>
              <a:ext cx="336385" cy="297132"/>
              <a:chOff x="10880361" y="0"/>
              <a:chExt cx="336385" cy="297132"/>
            </a:xfrm>
          </p:grpSpPr>
          <p:sp>
            <p:nvSpPr>
              <p:cNvPr id="14" name="Rectangle 13">
                <a:extLst>
                  <a:ext uri="{FF2B5EF4-FFF2-40B4-BE49-F238E27FC236}">
                    <a16:creationId xmlns:a16="http://schemas.microsoft.com/office/drawing/2014/main" id="{C266430F-7407-06FE-BD7C-977FA916B809}"/>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809C2693-9557-A3D0-B334-0988FF3146A5}"/>
                  </a:ext>
                </a:extLst>
              </p:cNvPr>
              <p:cNvGrpSpPr/>
              <p:nvPr/>
            </p:nvGrpSpPr>
            <p:grpSpPr>
              <a:xfrm>
                <a:off x="10880361" y="81688"/>
                <a:ext cx="336385" cy="215444"/>
                <a:chOff x="5180965" y="851650"/>
                <a:chExt cx="336385" cy="215444"/>
              </a:xfrm>
            </p:grpSpPr>
            <p:sp>
              <p:nvSpPr>
                <p:cNvPr id="17" name="Oval 16">
                  <a:extLst>
                    <a:ext uri="{FF2B5EF4-FFF2-40B4-BE49-F238E27FC236}">
                      <a16:creationId xmlns:a16="http://schemas.microsoft.com/office/drawing/2014/main" id="{F73B3ED3-8B76-F559-93ED-A0E4838BD5B5}"/>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7F9442A8-A75B-03B2-0DB2-5395E7155B6E}"/>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477125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2D4F5-9643-DD8C-57B6-8A7342A53FC2}"/>
            </a:ext>
          </a:extLst>
        </p:cNvPr>
        <p:cNvGrpSpPr/>
        <p:nvPr/>
      </p:nvGrpSpPr>
      <p:grpSpPr>
        <a:xfrm>
          <a:off x="0" y="0"/>
          <a:ext cx="0" cy="0"/>
          <a:chOff x="0" y="0"/>
          <a:chExt cx="0" cy="0"/>
        </a:xfrm>
      </p:grpSpPr>
      <p:sp>
        <p:nvSpPr>
          <p:cNvPr id="3" name="Segnaposto data 2">
            <a:extLst>
              <a:ext uri="{FF2B5EF4-FFF2-40B4-BE49-F238E27FC236}">
                <a16:creationId xmlns:a16="http://schemas.microsoft.com/office/drawing/2014/main" id="{9EB19F7C-7A37-DB2F-0124-BCC519C6663C}"/>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4FCEB611-A45F-06A1-47BC-5DBDDC0B0420}"/>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5AF4DEC3-3B2F-19CC-BB7B-CC3890CB0F68}"/>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14</a:t>
            </a:fld>
            <a:endParaRPr lang="en-GB" noProof="0"/>
          </a:p>
        </p:txBody>
      </p:sp>
      <p:grpSp>
        <p:nvGrpSpPr>
          <p:cNvPr id="15" name="!!Step 1">
            <a:extLst>
              <a:ext uri="{FF2B5EF4-FFF2-40B4-BE49-F238E27FC236}">
                <a16:creationId xmlns:a16="http://schemas.microsoft.com/office/drawing/2014/main" id="{E28F1451-4C0B-541C-0E5B-E3D6A514CD3F}"/>
              </a:ext>
            </a:extLst>
          </p:cNvPr>
          <p:cNvGrpSpPr/>
          <p:nvPr/>
        </p:nvGrpSpPr>
        <p:grpSpPr>
          <a:xfrm>
            <a:off x="477078" y="-3379246"/>
            <a:ext cx="5729194" cy="894522"/>
            <a:chOff x="477078" y="2327077"/>
            <a:chExt cx="5729194" cy="894522"/>
          </a:xfrm>
        </p:grpSpPr>
        <p:sp>
          <p:nvSpPr>
            <p:cNvPr id="6" name="Oval 5">
              <a:extLst>
                <a:ext uri="{FF2B5EF4-FFF2-40B4-BE49-F238E27FC236}">
                  <a16:creationId xmlns:a16="http://schemas.microsoft.com/office/drawing/2014/main" id="{E64C3E34-7715-E3FF-F524-0226C4F5C5DE}"/>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1</a:t>
              </a:r>
              <a:endParaRPr lang="en-GB" b="1" noProof="0"/>
            </a:p>
          </p:txBody>
        </p:sp>
        <p:sp>
          <p:nvSpPr>
            <p:cNvPr id="11" name="TextBox 10">
              <a:extLst>
                <a:ext uri="{FF2B5EF4-FFF2-40B4-BE49-F238E27FC236}">
                  <a16:creationId xmlns:a16="http://schemas.microsoft.com/office/drawing/2014/main" id="{C9C607AB-C528-FBD5-0962-85D2629801E1}"/>
                </a:ext>
              </a:extLst>
            </p:cNvPr>
            <p:cNvSpPr txBox="1"/>
            <p:nvPr/>
          </p:nvSpPr>
          <p:spPr>
            <a:xfrm>
              <a:off x="1659835" y="2589672"/>
              <a:ext cx="4546437" cy="369332"/>
            </a:xfrm>
            <a:prstGeom prst="rect">
              <a:avLst/>
            </a:prstGeom>
            <a:noFill/>
          </p:spPr>
          <p:txBody>
            <a:bodyPr wrap="none" rtlCol="0">
              <a:spAutoFit/>
            </a:bodyPr>
            <a:lstStyle/>
            <a:p>
              <a:r>
                <a:rPr lang="en-GB" b="1" noProof="0"/>
                <a:t>Copy</a:t>
              </a:r>
              <a:r>
                <a:rPr lang="en-GB" noProof="0"/>
                <a:t> of the original microservice project.</a:t>
              </a:r>
            </a:p>
          </p:txBody>
        </p:sp>
      </p:grpSp>
      <p:grpSp>
        <p:nvGrpSpPr>
          <p:cNvPr id="18" name="!!Step 2">
            <a:extLst>
              <a:ext uri="{FF2B5EF4-FFF2-40B4-BE49-F238E27FC236}">
                <a16:creationId xmlns:a16="http://schemas.microsoft.com/office/drawing/2014/main" id="{63CBF865-3E0D-1C80-211B-1CAEDBB7A820}"/>
              </a:ext>
            </a:extLst>
          </p:cNvPr>
          <p:cNvGrpSpPr/>
          <p:nvPr/>
        </p:nvGrpSpPr>
        <p:grpSpPr>
          <a:xfrm>
            <a:off x="442147" y="-2096729"/>
            <a:ext cx="7353036" cy="894522"/>
            <a:chOff x="477078" y="2327077"/>
            <a:chExt cx="7353036" cy="894522"/>
          </a:xfrm>
        </p:grpSpPr>
        <p:sp>
          <p:nvSpPr>
            <p:cNvPr id="20" name="Oval 19">
              <a:extLst>
                <a:ext uri="{FF2B5EF4-FFF2-40B4-BE49-F238E27FC236}">
                  <a16:creationId xmlns:a16="http://schemas.microsoft.com/office/drawing/2014/main" id="{C235B3C7-8ED8-F375-1160-A73E2384AD02}"/>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2</a:t>
              </a:r>
              <a:endParaRPr lang="en-GB" b="1" noProof="0"/>
            </a:p>
          </p:txBody>
        </p:sp>
        <p:sp>
          <p:nvSpPr>
            <p:cNvPr id="21" name="TextBox 20">
              <a:extLst>
                <a:ext uri="{FF2B5EF4-FFF2-40B4-BE49-F238E27FC236}">
                  <a16:creationId xmlns:a16="http://schemas.microsoft.com/office/drawing/2014/main" id="{5231F363-4C38-DBD6-4203-FE3428422620}"/>
                </a:ext>
              </a:extLst>
            </p:cNvPr>
            <p:cNvSpPr txBox="1"/>
            <p:nvPr/>
          </p:nvSpPr>
          <p:spPr>
            <a:xfrm>
              <a:off x="1659835" y="2589672"/>
              <a:ext cx="6170279" cy="369332"/>
            </a:xfrm>
            <a:prstGeom prst="rect">
              <a:avLst/>
            </a:prstGeom>
            <a:noFill/>
          </p:spPr>
          <p:txBody>
            <a:bodyPr wrap="none" rtlCol="0">
              <a:spAutoFit/>
            </a:bodyPr>
            <a:lstStyle/>
            <a:p>
              <a:r>
                <a:rPr lang="en-GB" b="1" noProof="0"/>
                <a:t>Injection</a:t>
              </a:r>
              <a:r>
                <a:rPr lang="en-GB" noProof="0"/>
                <a:t> of new classes implementing the control layer.</a:t>
              </a:r>
            </a:p>
          </p:txBody>
        </p:sp>
      </p:grpSp>
      <p:sp>
        <p:nvSpPr>
          <p:cNvPr id="7" name="Position Fluo">
            <a:extLst>
              <a:ext uri="{FF2B5EF4-FFF2-40B4-BE49-F238E27FC236}">
                <a16:creationId xmlns:a16="http://schemas.microsoft.com/office/drawing/2014/main" id="{6E1FC472-38CC-E882-A1A9-B327B41DC72A}"/>
              </a:ext>
            </a:extLst>
          </p:cNvPr>
          <p:cNvSpPr>
            <a:spLocks noChangeAspect="1"/>
          </p:cNvSpPr>
          <p:nvPr/>
        </p:nvSpPr>
        <p:spPr>
          <a:xfrm>
            <a:off x="1066937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 name="!!HeaderOriginal">
            <a:extLst>
              <a:ext uri="{FF2B5EF4-FFF2-40B4-BE49-F238E27FC236}">
                <a16:creationId xmlns:a16="http://schemas.microsoft.com/office/drawing/2014/main" id="{DC5B75B7-2BD4-79F4-9545-8117B61F3A11}"/>
              </a:ext>
            </a:extLst>
          </p:cNvPr>
          <p:cNvPicPr>
            <a:picLocks noChangeAspect="1"/>
          </p:cNvPicPr>
          <p:nvPr/>
        </p:nvPicPr>
        <p:blipFill>
          <a:blip r:embed="rId3"/>
          <a:srcRect b="86772"/>
          <a:stretch>
            <a:fillRect/>
          </a:stretch>
        </p:blipFill>
        <p:spPr>
          <a:xfrm>
            <a:off x="701340" y="1954558"/>
            <a:ext cx="4546534" cy="315890"/>
          </a:xfrm>
          <a:prstGeom prst="round2SameRect">
            <a:avLst>
              <a:gd name="adj1" fmla="val 24899"/>
              <a:gd name="adj2" fmla="val 2744"/>
            </a:avLst>
          </a:prstGeom>
        </p:spPr>
      </p:pic>
      <p:sp>
        <p:nvSpPr>
          <p:cNvPr id="14" name="!!RectangleOriginal">
            <a:extLst>
              <a:ext uri="{FF2B5EF4-FFF2-40B4-BE49-F238E27FC236}">
                <a16:creationId xmlns:a16="http://schemas.microsoft.com/office/drawing/2014/main" id="{1A98C305-C36E-62BC-B0BE-49E3DB27EAAB}"/>
              </a:ext>
            </a:extLst>
          </p:cNvPr>
          <p:cNvSpPr/>
          <p:nvPr/>
        </p:nvSpPr>
        <p:spPr>
          <a:xfrm rot="10800000">
            <a:off x="701331" y="2270436"/>
            <a:ext cx="4546542" cy="2332850"/>
          </a:xfrm>
          <a:prstGeom prst="round2SameRect">
            <a:avLst>
              <a:gd name="adj1" fmla="val 2293"/>
              <a:gd name="adj2" fmla="val 0"/>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ClassHeaderOriginal">
            <a:extLst>
              <a:ext uri="{FF2B5EF4-FFF2-40B4-BE49-F238E27FC236}">
                <a16:creationId xmlns:a16="http://schemas.microsoft.com/office/drawing/2014/main" id="{D81AB13D-8A2E-3015-8FA0-5ADC085CB6FB}"/>
              </a:ext>
            </a:extLst>
          </p:cNvPr>
          <p:cNvSpPr txBox="1"/>
          <p:nvPr/>
        </p:nvSpPr>
        <p:spPr>
          <a:xfrm>
            <a:off x="807777" y="2270437"/>
            <a:ext cx="4546543" cy="2246769"/>
          </a:xfrm>
          <a:prstGeom prst="rect">
            <a:avLst/>
          </a:prstGeom>
          <a:noFill/>
        </p:spPr>
        <p:txBody>
          <a:bodyPr wrap="square" rtlCol="0">
            <a:spAutoFit/>
          </a:bodyPr>
          <a:lstStyle/>
          <a:p>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public</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class</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ImageEnhancer</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endParaRPr lang="en-GB" sz="1200" dirty="0">
              <a:solidFill>
                <a:srgbClr val="84B4FF"/>
              </a:solidFill>
              <a:latin typeface="Hack" panose="020B0609030202020204" pitchFamily="49" charset="0"/>
              <a:ea typeface="Hack" panose="020B0609030202020204" pitchFamily="49" charset="0"/>
              <a:cs typeface="Hack" panose="020B0609030202020204" pitchFamily="49" charset="0"/>
            </a:endParaRPr>
          </a:p>
          <a:p>
            <a:r>
              <a:rPr lang="en-GB" sz="1200" b="1" dirty="0">
                <a:solidFill>
                  <a:srgbClr val="EDF1F1"/>
                </a:solidFill>
                <a:latin typeface="Hack" panose="020B0609030202020204" pitchFamily="49" charset="0"/>
                <a:ea typeface="Hack" panose="020B0609030202020204" pitchFamily="49" charset="0"/>
                <a:cs typeface="Hack" panose="020B0609030202020204" pitchFamily="49" charset="0"/>
              </a:rPr>
              <a:t>   </a:t>
            </a:r>
            <a:r>
              <a:rPr lang="en-GB" sz="1600" dirty="0">
                <a:solidFill>
                  <a:srgbClr val="EDF1F1"/>
                </a:solidFill>
                <a:latin typeface="Hack" panose="020B0609030202020204" pitchFamily="49" charset="0"/>
                <a:ea typeface="Hack" panose="020B0609030202020204" pitchFamily="49" charset="0"/>
                <a:cs typeface="Hack" panose="020B0609030202020204" pitchFamily="49" charset="0"/>
              </a:rPr>
              <a:t>...</a:t>
            </a:r>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   </a:t>
            </a:r>
            <a:r>
              <a:rPr lang="en-GB" sz="1600" dirty="0">
                <a:solidFill>
                  <a:srgbClr val="EDF1F1"/>
                </a:solidFill>
                <a:latin typeface="Hack" panose="020B0609030202020204" pitchFamily="49" charset="0"/>
                <a:ea typeface="Hack" panose="020B0609030202020204" pitchFamily="49" charset="0"/>
                <a:cs typeface="Hack" panose="020B0609030202020204" pitchFamily="49" charset="0"/>
              </a:rPr>
              <a:t>...</a:t>
            </a:r>
            <a:endParaRPr lang="en-GB"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p:txBody>
      </p:sp>
      <p:sp>
        <p:nvSpPr>
          <p:cNvPr id="63" name="!!BackgroundOriginal">
            <a:extLst>
              <a:ext uri="{FF2B5EF4-FFF2-40B4-BE49-F238E27FC236}">
                <a16:creationId xmlns:a16="http://schemas.microsoft.com/office/drawing/2014/main" id="{4D14112B-3C09-FE85-42D1-426B0AB81879}"/>
              </a:ext>
            </a:extLst>
          </p:cNvPr>
          <p:cNvSpPr/>
          <p:nvPr/>
        </p:nvSpPr>
        <p:spPr>
          <a:xfrm>
            <a:off x="1102698" y="2877848"/>
            <a:ext cx="3876040" cy="812800"/>
          </a:xfrm>
          <a:prstGeom prst="rect">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BodyOriginal">
            <a:extLst>
              <a:ext uri="{FF2B5EF4-FFF2-40B4-BE49-F238E27FC236}">
                <a16:creationId xmlns:a16="http://schemas.microsoft.com/office/drawing/2014/main" id="{8CA60BBD-8C1D-BD35-3321-B8FF584CFAED}"/>
              </a:ext>
            </a:extLst>
          </p:cNvPr>
          <p:cNvSpPr txBox="1"/>
          <p:nvPr/>
        </p:nvSpPr>
        <p:spPr>
          <a:xfrm>
            <a:off x="1100763" y="2880633"/>
            <a:ext cx="3903633" cy="830997"/>
          </a:xfrm>
          <a:prstGeom prst="rect">
            <a:avLst/>
          </a:prstGeom>
          <a:noFill/>
        </p:spPr>
        <p:txBody>
          <a:bodyPr wrap="square" rtlCol="0">
            <a:spAutoFit/>
          </a:bodyPr>
          <a:lstStyle/>
          <a:p>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public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enhanceImage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adjustBrightness</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return</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p>
        </p:txBody>
      </p:sp>
      <p:pic>
        <p:nvPicPr>
          <p:cNvPr id="45" name="!!HeaderVariant">
            <a:extLst>
              <a:ext uri="{FF2B5EF4-FFF2-40B4-BE49-F238E27FC236}">
                <a16:creationId xmlns:a16="http://schemas.microsoft.com/office/drawing/2014/main" id="{D4137074-FDCC-68FB-9EE8-A9BDD80E101D}"/>
              </a:ext>
            </a:extLst>
          </p:cNvPr>
          <p:cNvPicPr>
            <a:picLocks noChangeAspect="1"/>
          </p:cNvPicPr>
          <p:nvPr/>
        </p:nvPicPr>
        <p:blipFill>
          <a:blip r:embed="rId3"/>
          <a:srcRect b="86772"/>
          <a:stretch>
            <a:fillRect/>
          </a:stretch>
        </p:blipFill>
        <p:spPr>
          <a:xfrm>
            <a:off x="6719457" y="1751358"/>
            <a:ext cx="4546534" cy="315890"/>
          </a:xfrm>
          <a:prstGeom prst="round2SameRect">
            <a:avLst>
              <a:gd name="adj1" fmla="val 24899"/>
              <a:gd name="adj2" fmla="val 2744"/>
            </a:avLst>
          </a:prstGeom>
        </p:spPr>
      </p:pic>
      <p:sp>
        <p:nvSpPr>
          <p:cNvPr id="46" name="!!RectangleVariant">
            <a:extLst>
              <a:ext uri="{FF2B5EF4-FFF2-40B4-BE49-F238E27FC236}">
                <a16:creationId xmlns:a16="http://schemas.microsoft.com/office/drawing/2014/main" id="{B2B14025-F36D-A371-F883-0D8924B695E8}"/>
              </a:ext>
            </a:extLst>
          </p:cNvPr>
          <p:cNvSpPr/>
          <p:nvPr/>
        </p:nvSpPr>
        <p:spPr>
          <a:xfrm rot="10800000">
            <a:off x="6719446" y="2051684"/>
            <a:ext cx="4546543" cy="2663346"/>
          </a:xfrm>
          <a:prstGeom prst="round2SameRect">
            <a:avLst>
              <a:gd name="adj1" fmla="val 2293"/>
              <a:gd name="adj2" fmla="val 0"/>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ClassHeaderVariant">
            <a:extLst>
              <a:ext uri="{FF2B5EF4-FFF2-40B4-BE49-F238E27FC236}">
                <a16:creationId xmlns:a16="http://schemas.microsoft.com/office/drawing/2014/main" id="{E32EC1B9-B6E1-F1B2-74BB-6E47C70FF12E}"/>
              </a:ext>
            </a:extLst>
          </p:cNvPr>
          <p:cNvSpPr txBox="1"/>
          <p:nvPr/>
        </p:nvSpPr>
        <p:spPr>
          <a:xfrm>
            <a:off x="6825894" y="2067237"/>
            <a:ext cx="4546543" cy="2616101"/>
          </a:xfrm>
          <a:prstGeom prst="rect">
            <a:avLst/>
          </a:prstGeom>
          <a:noFill/>
        </p:spPr>
        <p:txBody>
          <a:bodyPr wrap="square" rtlCol="0">
            <a:spAutoFit/>
          </a:bodyPr>
          <a:lstStyle/>
          <a:p>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public</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class</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ImageEnhancerAI</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endParaRPr lang="en-GB" sz="1200" dirty="0">
              <a:solidFill>
                <a:srgbClr val="84B4FF"/>
              </a:solidFill>
              <a:latin typeface="Hack" panose="020B0609030202020204" pitchFamily="49" charset="0"/>
              <a:ea typeface="Hack" panose="020B0609030202020204" pitchFamily="49" charset="0"/>
              <a:cs typeface="Hack" panose="020B0609030202020204" pitchFamily="49" charset="0"/>
            </a:endParaRPr>
          </a:p>
          <a:p>
            <a:r>
              <a:rPr lang="en-GB" sz="1200" b="1" dirty="0">
                <a:solidFill>
                  <a:srgbClr val="EDF1F1"/>
                </a:solidFill>
                <a:latin typeface="Hack" panose="020B0609030202020204" pitchFamily="49" charset="0"/>
                <a:ea typeface="Hack" panose="020B0609030202020204" pitchFamily="49" charset="0"/>
                <a:cs typeface="Hack" panose="020B0609030202020204" pitchFamily="49" charset="0"/>
              </a:rPr>
              <a:t>   </a:t>
            </a:r>
            <a:r>
              <a:rPr lang="en-GB" sz="1600" dirty="0">
                <a:solidFill>
                  <a:srgbClr val="EDF1F1"/>
                </a:solidFill>
                <a:latin typeface="Hack" panose="020B0609030202020204" pitchFamily="49" charset="0"/>
                <a:ea typeface="Hack" panose="020B0609030202020204" pitchFamily="49" charset="0"/>
                <a:cs typeface="Hack" panose="020B0609030202020204" pitchFamily="49" charset="0"/>
              </a:rPr>
              <a:t>...</a:t>
            </a:r>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   </a:t>
            </a:r>
          </a:p>
          <a:p>
            <a:r>
              <a:rPr lang="en-GB" sz="1200" b="1" dirty="0">
                <a:solidFill>
                  <a:srgbClr val="EDF1F1"/>
                </a:solidFill>
                <a:latin typeface="Hack" panose="020B0609030202020204" pitchFamily="49" charset="0"/>
                <a:ea typeface="Hack" panose="020B0609030202020204" pitchFamily="49" charset="0"/>
                <a:cs typeface="Hack" panose="020B0609030202020204" pitchFamily="49" charset="0"/>
              </a:rPr>
              <a:t>   </a:t>
            </a:r>
          </a:p>
          <a:p>
            <a:r>
              <a:rPr lang="en-GB" sz="1200" b="1" dirty="0">
                <a:solidFill>
                  <a:srgbClr val="EDF1F1"/>
                </a:solidFill>
                <a:latin typeface="Hack" panose="020B0609030202020204" pitchFamily="49" charset="0"/>
                <a:ea typeface="Hack" panose="020B0609030202020204" pitchFamily="49" charset="0"/>
                <a:cs typeface="Hack" panose="020B0609030202020204" pitchFamily="49" charset="0"/>
              </a:rPr>
              <a:t>   </a:t>
            </a:r>
            <a:r>
              <a:rPr lang="en-GB" sz="1600" dirty="0">
                <a:solidFill>
                  <a:srgbClr val="EDF1F1"/>
                </a:solidFill>
                <a:latin typeface="Hack" panose="020B0609030202020204" pitchFamily="49" charset="0"/>
                <a:ea typeface="Hack" panose="020B0609030202020204" pitchFamily="49" charset="0"/>
                <a:cs typeface="Hack" panose="020B0609030202020204" pitchFamily="49" charset="0"/>
              </a:rPr>
              <a:t>...</a:t>
            </a:r>
            <a:endParaRPr lang="en-GB" dirty="0">
              <a:solidFill>
                <a:srgbClr val="EDF1F1"/>
              </a:solidFill>
              <a:latin typeface="Hack" panose="020B0609030202020204" pitchFamily="49" charset="0"/>
              <a:ea typeface="Hack" panose="020B0609030202020204" pitchFamily="49" charset="0"/>
              <a:cs typeface="Hack" panose="020B0609030202020204" pitchFamily="49" charset="0"/>
            </a:endParaRPr>
          </a:p>
          <a:p>
            <a:endParaRPr lang="en-GB" sz="1200" dirty="0">
              <a:solidFill>
                <a:srgbClr val="EDF1F1"/>
              </a:solidFill>
              <a:latin typeface="Hack" panose="020B0609030202020204" pitchFamily="49" charset="0"/>
              <a:ea typeface="Hack" panose="020B0609030202020204" pitchFamily="49" charset="0"/>
              <a:cs typeface="Hack" panose="020B0609030202020204" pitchFamily="49" charset="0"/>
            </a:endParaRP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p:txBody>
      </p:sp>
      <p:sp>
        <p:nvSpPr>
          <p:cNvPr id="66" name="!!BackgroundVariant">
            <a:extLst>
              <a:ext uri="{FF2B5EF4-FFF2-40B4-BE49-F238E27FC236}">
                <a16:creationId xmlns:a16="http://schemas.microsoft.com/office/drawing/2014/main" id="{79058FE9-A951-72B4-52D9-FBEB6F07E3DC}"/>
              </a:ext>
            </a:extLst>
          </p:cNvPr>
          <p:cNvSpPr/>
          <p:nvPr/>
        </p:nvSpPr>
        <p:spPr>
          <a:xfrm>
            <a:off x="7124461" y="2625355"/>
            <a:ext cx="3867889" cy="1216612"/>
          </a:xfrm>
          <a:prstGeom prst="rect">
            <a:avLst/>
          </a:prstGeom>
          <a:solidFill>
            <a:srgbClr val="2632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BodyVariant">
            <a:extLst>
              <a:ext uri="{FF2B5EF4-FFF2-40B4-BE49-F238E27FC236}">
                <a16:creationId xmlns:a16="http://schemas.microsoft.com/office/drawing/2014/main" id="{430DB62B-E5AE-7780-8425-758F81AFF4C2}"/>
              </a:ext>
            </a:extLst>
          </p:cNvPr>
          <p:cNvSpPr txBox="1"/>
          <p:nvPr/>
        </p:nvSpPr>
        <p:spPr>
          <a:xfrm>
            <a:off x="7121473" y="2637732"/>
            <a:ext cx="3870878" cy="1200329"/>
          </a:xfrm>
          <a:prstGeom prst="rect">
            <a:avLst/>
          </a:prstGeom>
          <a:noFill/>
        </p:spPr>
        <p:txBody>
          <a:bodyPr wrap="square" rtlCol="0">
            <a:spAutoFit/>
          </a:bodyPr>
          <a:lstStyle/>
          <a:p>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public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enhanceImage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55707C"/>
                </a:solidFill>
                <a:latin typeface="Hack" panose="020B0609030202020204" pitchFamily="49" charset="0"/>
                <a:ea typeface="Hack" panose="020B0609030202020204" pitchFamily="49" charset="0"/>
                <a:cs typeface="Hack" panose="020B0609030202020204" pitchFamily="49" charset="0"/>
              </a:rPr>
              <a:t>// Add AI enhancement</a:t>
            </a:r>
          </a:p>
          <a:p>
            <a:pPr lvl="0">
              <a:defRPr/>
            </a:pP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applyAIEnhancement</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err="1">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err="1">
                <a:solidFill>
                  <a:srgbClr val="84B4FF"/>
                </a:solidFill>
                <a:latin typeface="Hack" panose="020B0609030202020204" pitchFamily="49" charset="0"/>
                <a:ea typeface="Hack" panose="020B0609030202020204" pitchFamily="49" charset="0"/>
                <a:cs typeface="Hack" panose="020B0609030202020204" pitchFamily="49" charset="0"/>
              </a:rPr>
              <a:t>adjustBrightness</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pPr lvl="0">
              <a:defRPr/>
            </a:pP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return</a:t>
            </a:r>
            <a:r>
              <a:rPr lang="en-GB" sz="1200" dirty="0">
                <a:solidFill>
                  <a:srgbClr val="263238"/>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84B4FF"/>
                </a:solidFill>
                <a:latin typeface="Hack" panose="020B0609030202020204" pitchFamily="49" charset="0"/>
                <a:ea typeface="Hack" panose="020B0609030202020204" pitchFamily="49" charset="0"/>
                <a:cs typeface="Hack" panose="020B0609030202020204" pitchFamily="49" charset="0"/>
              </a:rPr>
              <a:t>image</a:t>
            </a:r>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p>
          <a:p>
            <a:r>
              <a:rPr lang="en-GB" sz="1200" dirty="0">
                <a:solidFill>
                  <a:srgbClr val="EDF1F1"/>
                </a:solidFill>
                <a:latin typeface="Hack" panose="020B0609030202020204" pitchFamily="49" charset="0"/>
                <a:ea typeface="Hack" panose="020B0609030202020204" pitchFamily="49" charset="0"/>
                <a:cs typeface="Hack" panose="020B0609030202020204" pitchFamily="49" charset="0"/>
              </a:rPr>
              <a:t>}</a:t>
            </a:r>
            <a:r>
              <a:rPr lang="en-GB" sz="1200" dirty="0">
                <a:solidFill>
                  <a:srgbClr val="CA94ED"/>
                </a:solidFill>
                <a:latin typeface="Hack" panose="020B0609030202020204" pitchFamily="49" charset="0"/>
                <a:ea typeface="Hack" panose="020B0609030202020204" pitchFamily="49" charset="0"/>
                <a:cs typeface="Hack" panose="020B0609030202020204" pitchFamily="49" charset="0"/>
              </a:rPr>
              <a:t>  </a:t>
            </a:r>
          </a:p>
        </p:txBody>
      </p:sp>
      <p:sp>
        <p:nvSpPr>
          <p:cNvPr id="73" name="Titolo 1">
            <a:extLst>
              <a:ext uri="{FF2B5EF4-FFF2-40B4-BE49-F238E27FC236}">
                <a16:creationId xmlns:a16="http://schemas.microsoft.com/office/drawing/2014/main" id="{2D41E03B-919C-ABB4-B45F-6701F0FDE718}"/>
              </a:ext>
            </a:extLst>
          </p:cNvPr>
          <p:cNvSpPr>
            <a:spLocks noGrp="1"/>
          </p:cNvSpPr>
          <p:nvPr>
            <p:ph type="title"/>
          </p:nvPr>
        </p:nvSpPr>
        <p:spPr>
          <a:xfrm>
            <a:off x="334963" y="808074"/>
            <a:ext cx="11522075" cy="514132"/>
          </a:xfrm>
        </p:spPr>
        <p:txBody>
          <a:bodyPr/>
          <a:lstStyle/>
          <a:p>
            <a:r>
              <a:rPr lang="en-GB" noProof="0" dirty="0"/>
              <a:t>Source Code Transformation Steps</a:t>
            </a:r>
          </a:p>
        </p:txBody>
      </p:sp>
      <p:grpSp>
        <p:nvGrpSpPr>
          <p:cNvPr id="74" name="!!Step 3">
            <a:extLst>
              <a:ext uri="{FF2B5EF4-FFF2-40B4-BE49-F238E27FC236}">
                <a16:creationId xmlns:a16="http://schemas.microsoft.com/office/drawing/2014/main" id="{7F263EAC-48AB-021C-6B9F-9B358E9D07A7}"/>
              </a:ext>
            </a:extLst>
          </p:cNvPr>
          <p:cNvGrpSpPr/>
          <p:nvPr/>
        </p:nvGrpSpPr>
        <p:grpSpPr>
          <a:xfrm>
            <a:off x="442148" y="-2791319"/>
            <a:ext cx="7933323" cy="894522"/>
            <a:chOff x="477078" y="2327077"/>
            <a:chExt cx="7933323" cy="894522"/>
          </a:xfrm>
        </p:grpSpPr>
        <p:sp>
          <p:nvSpPr>
            <p:cNvPr id="75" name="Oval 74">
              <a:extLst>
                <a:ext uri="{FF2B5EF4-FFF2-40B4-BE49-F238E27FC236}">
                  <a16:creationId xmlns:a16="http://schemas.microsoft.com/office/drawing/2014/main" id="{31DD2165-2037-E17E-2405-2F064AC2D5DD}"/>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3</a:t>
              </a:r>
              <a:endParaRPr lang="en-GB" b="1" noProof="0"/>
            </a:p>
          </p:txBody>
        </p:sp>
        <p:sp>
          <p:nvSpPr>
            <p:cNvPr id="76" name="TextBox 75">
              <a:extLst>
                <a:ext uri="{FF2B5EF4-FFF2-40B4-BE49-F238E27FC236}">
                  <a16:creationId xmlns:a16="http://schemas.microsoft.com/office/drawing/2014/main" id="{33BE40E4-F64F-42EE-01D1-FBF91CEB0A93}"/>
                </a:ext>
              </a:extLst>
            </p:cNvPr>
            <p:cNvSpPr txBox="1"/>
            <p:nvPr/>
          </p:nvSpPr>
          <p:spPr>
            <a:xfrm>
              <a:off x="1659835" y="2589672"/>
              <a:ext cx="6750566" cy="369332"/>
            </a:xfrm>
            <a:prstGeom prst="rect">
              <a:avLst/>
            </a:prstGeom>
            <a:noFill/>
          </p:spPr>
          <p:txBody>
            <a:bodyPr wrap="none" rtlCol="0">
              <a:spAutoFit/>
            </a:bodyPr>
            <a:lstStyle/>
            <a:p>
              <a:r>
                <a:rPr lang="en-GB" noProof="0"/>
                <a:t>Incorporation of </a:t>
              </a:r>
              <a:r>
                <a:rPr lang="en-GB" b="1" noProof="0"/>
                <a:t>switching logic</a:t>
              </a:r>
              <a:r>
                <a:rPr lang="en-GB" noProof="0"/>
                <a:t> for all methods with variants.</a:t>
              </a:r>
            </a:p>
          </p:txBody>
        </p:sp>
      </p:grpSp>
      <p:sp>
        <p:nvSpPr>
          <p:cNvPr id="10" name="TextBox 9">
            <a:extLst>
              <a:ext uri="{FF2B5EF4-FFF2-40B4-BE49-F238E27FC236}">
                <a16:creationId xmlns:a16="http://schemas.microsoft.com/office/drawing/2014/main" id="{EDB47E78-4FCE-5E2C-D2E8-27ED67E36FC3}"/>
              </a:ext>
            </a:extLst>
          </p:cNvPr>
          <p:cNvSpPr txBox="1"/>
          <p:nvPr/>
        </p:nvSpPr>
        <p:spPr>
          <a:xfrm>
            <a:off x="1237018" y="5374208"/>
            <a:ext cx="3206327" cy="400110"/>
          </a:xfrm>
          <a:prstGeom prst="rect">
            <a:avLst/>
          </a:prstGeom>
          <a:noFill/>
        </p:spPr>
        <p:txBody>
          <a:bodyPr wrap="none" rtlCol="0">
            <a:spAutoFit/>
          </a:bodyPr>
          <a:lstStyle/>
          <a:p>
            <a:r>
              <a:rPr lang="en-GB" sz="2000" b="1" noProof="0" dirty="0"/>
              <a:t>Original Implementation</a:t>
            </a:r>
          </a:p>
        </p:txBody>
      </p:sp>
      <p:sp>
        <p:nvSpPr>
          <p:cNvPr id="12" name="TextBox 11">
            <a:extLst>
              <a:ext uri="{FF2B5EF4-FFF2-40B4-BE49-F238E27FC236}">
                <a16:creationId xmlns:a16="http://schemas.microsoft.com/office/drawing/2014/main" id="{A4726AB1-73EB-C8ED-B2C5-8BCDA5F398A6}"/>
              </a:ext>
            </a:extLst>
          </p:cNvPr>
          <p:cNvSpPr txBox="1"/>
          <p:nvPr/>
        </p:nvSpPr>
        <p:spPr>
          <a:xfrm>
            <a:off x="7426422" y="5374208"/>
            <a:ext cx="3132589" cy="400110"/>
          </a:xfrm>
          <a:prstGeom prst="rect">
            <a:avLst/>
          </a:prstGeom>
          <a:noFill/>
        </p:spPr>
        <p:txBody>
          <a:bodyPr wrap="none" rtlCol="0">
            <a:spAutoFit/>
          </a:bodyPr>
          <a:lstStyle/>
          <a:p>
            <a:r>
              <a:rPr lang="en-GB" sz="2000" b="1" noProof="0" dirty="0"/>
              <a:t>Variant Implementation</a:t>
            </a:r>
          </a:p>
        </p:txBody>
      </p:sp>
      <p:grpSp>
        <p:nvGrpSpPr>
          <p:cNvPr id="13" name="Group 12">
            <a:extLst>
              <a:ext uri="{FF2B5EF4-FFF2-40B4-BE49-F238E27FC236}">
                <a16:creationId xmlns:a16="http://schemas.microsoft.com/office/drawing/2014/main" id="{3BB24531-FAEC-57C6-B706-7D479B27E6FF}"/>
              </a:ext>
            </a:extLst>
          </p:cNvPr>
          <p:cNvGrpSpPr/>
          <p:nvPr/>
        </p:nvGrpSpPr>
        <p:grpSpPr>
          <a:xfrm>
            <a:off x="10278334" y="0"/>
            <a:ext cx="987657" cy="297132"/>
            <a:chOff x="10278334" y="0"/>
            <a:chExt cx="987657" cy="297132"/>
          </a:xfrm>
        </p:grpSpPr>
        <p:grpSp>
          <p:nvGrpSpPr>
            <p:cNvPr id="16" name="Group 15">
              <a:extLst>
                <a:ext uri="{FF2B5EF4-FFF2-40B4-BE49-F238E27FC236}">
                  <a16:creationId xmlns:a16="http://schemas.microsoft.com/office/drawing/2014/main" id="{92755F10-DE16-4175-DC14-789D4350321F}"/>
                </a:ext>
              </a:extLst>
            </p:cNvPr>
            <p:cNvGrpSpPr/>
            <p:nvPr/>
          </p:nvGrpSpPr>
          <p:grpSpPr>
            <a:xfrm>
              <a:off x="10278334" y="0"/>
              <a:ext cx="336385" cy="294592"/>
              <a:chOff x="10278334" y="0"/>
              <a:chExt cx="336385" cy="294592"/>
            </a:xfrm>
          </p:grpSpPr>
          <p:sp>
            <p:nvSpPr>
              <p:cNvPr id="52" name="Rectangle 51">
                <a:extLst>
                  <a:ext uri="{FF2B5EF4-FFF2-40B4-BE49-F238E27FC236}">
                    <a16:creationId xmlns:a16="http://schemas.microsoft.com/office/drawing/2014/main" id="{F09A576B-4323-FA3F-1B42-53DD782F4277}"/>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Oval 52">
                <a:extLst>
                  <a:ext uri="{FF2B5EF4-FFF2-40B4-BE49-F238E27FC236}">
                    <a16:creationId xmlns:a16="http://schemas.microsoft.com/office/drawing/2014/main" id="{5EC90237-C990-1502-D5CB-C3FF57BEBD6D}"/>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Box 53">
                <a:extLst>
                  <a:ext uri="{FF2B5EF4-FFF2-40B4-BE49-F238E27FC236}">
                    <a16:creationId xmlns:a16="http://schemas.microsoft.com/office/drawing/2014/main" id="{98B9DCC4-47A1-2A17-B86E-14F20A2C998E}"/>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17" name="Group 16">
              <a:extLst>
                <a:ext uri="{FF2B5EF4-FFF2-40B4-BE49-F238E27FC236}">
                  <a16:creationId xmlns:a16="http://schemas.microsoft.com/office/drawing/2014/main" id="{1ACFFBFC-11B9-F4E4-A856-F289F7B50DB3}"/>
                </a:ext>
              </a:extLst>
            </p:cNvPr>
            <p:cNvGrpSpPr/>
            <p:nvPr/>
          </p:nvGrpSpPr>
          <p:grpSpPr>
            <a:xfrm>
              <a:off x="10605240" y="0"/>
              <a:ext cx="336385" cy="297132"/>
              <a:chOff x="10289176" y="0"/>
              <a:chExt cx="336385" cy="297132"/>
            </a:xfrm>
          </p:grpSpPr>
          <p:sp>
            <p:nvSpPr>
              <p:cNvPr id="48" name="Rectangle 47">
                <a:extLst>
                  <a:ext uri="{FF2B5EF4-FFF2-40B4-BE49-F238E27FC236}">
                    <a16:creationId xmlns:a16="http://schemas.microsoft.com/office/drawing/2014/main" id="{B2051E4D-8D01-8691-99CB-C17EDDF6A87E}"/>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9" name="Group 48">
                <a:extLst>
                  <a:ext uri="{FF2B5EF4-FFF2-40B4-BE49-F238E27FC236}">
                    <a16:creationId xmlns:a16="http://schemas.microsoft.com/office/drawing/2014/main" id="{18C2FB92-B4F8-8FFC-2CE4-48DBB136D3C5}"/>
                  </a:ext>
                </a:extLst>
              </p:cNvPr>
              <p:cNvGrpSpPr/>
              <p:nvPr/>
            </p:nvGrpSpPr>
            <p:grpSpPr>
              <a:xfrm>
                <a:off x="10289176" y="81688"/>
                <a:ext cx="336385" cy="215444"/>
                <a:chOff x="5178425" y="855322"/>
                <a:chExt cx="336385" cy="215444"/>
              </a:xfrm>
            </p:grpSpPr>
            <p:sp>
              <p:nvSpPr>
                <p:cNvPr id="50" name="Oval 49">
                  <a:extLst>
                    <a:ext uri="{FF2B5EF4-FFF2-40B4-BE49-F238E27FC236}">
                      <a16:creationId xmlns:a16="http://schemas.microsoft.com/office/drawing/2014/main" id="{B518DF3D-70C2-254E-534F-D796007DDDB0}"/>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TextBox 50">
                  <a:extLst>
                    <a:ext uri="{FF2B5EF4-FFF2-40B4-BE49-F238E27FC236}">
                      <a16:creationId xmlns:a16="http://schemas.microsoft.com/office/drawing/2014/main" id="{7952116D-5ED9-BA8F-9823-877D4635AAA9}"/>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19" name="Group 18">
              <a:extLst>
                <a:ext uri="{FF2B5EF4-FFF2-40B4-BE49-F238E27FC236}">
                  <a16:creationId xmlns:a16="http://schemas.microsoft.com/office/drawing/2014/main" id="{9A380B24-5472-87CD-ACD1-DFA47918D6DC}"/>
                </a:ext>
              </a:extLst>
            </p:cNvPr>
            <p:cNvGrpSpPr/>
            <p:nvPr/>
          </p:nvGrpSpPr>
          <p:grpSpPr>
            <a:xfrm>
              <a:off x="10929606" y="0"/>
              <a:ext cx="336385" cy="297132"/>
              <a:chOff x="10880361" y="0"/>
              <a:chExt cx="336385" cy="297132"/>
            </a:xfrm>
          </p:grpSpPr>
          <p:sp>
            <p:nvSpPr>
              <p:cNvPr id="23" name="Rectangle 22">
                <a:extLst>
                  <a:ext uri="{FF2B5EF4-FFF2-40B4-BE49-F238E27FC236}">
                    <a16:creationId xmlns:a16="http://schemas.microsoft.com/office/drawing/2014/main" id="{3EBD605E-5926-D104-82A1-9465DF52FD01}"/>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4" name="Group 23">
                <a:extLst>
                  <a:ext uri="{FF2B5EF4-FFF2-40B4-BE49-F238E27FC236}">
                    <a16:creationId xmlns:a16="http://schemas.microsoft.com/office/drawing/2014/main" id="{57CEEFED-A501-8F1C-AE14-899098D9771C}"/>
                  </a:ext>
                </a:extLst>
              </p:cNvPr>
              <p:cNvGrpSpPr/>
              <p:nvPr/>
            </p:nvGrpSpPr>
            <p:grpSpPr>
              <a:xfrm>
                <a:off x="10880361" y="81688"/>
                <a:ext cx="336385" cy="215444"/>
                <a:chOff x="5180965" y="851650"/>
                <a:chExt cx="336385" cy="215444"/>
              </a:xfrm>
            </p:grpSpPr>
            <p:sp>
              <p:nvSpPr>
                <p:cNvPr id="25" name="Oval 24">
                  <a:extLst>
                    <a:ext uri="{FF2B5EF4-FFF2-40B4-BE49-F238E27FC236}">
                      <a16:creationId xmlns:a16="http://schemas.microsoft.com/office/drawing/2014/main" id="{8D32D4F9-061E-A497-0310-48646E4C1AB6}"/>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905216A6-EF3E-9D4D-057B-1B5FA4B72652}"/>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4109681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581A6-A6B2-64EB-5751-2CF6C51472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0ADF8E2-8086-8BB3-5792-A593CEB231DE}"/>
              </a:ext>
            </a:extLst>
          </p:cNvPr>
          <p:cNvSpPr>
            <a:spLocks noGrp="1"/>
          </p:cNvSpPr>
          <p:nvPr>
            <p:ph type="title"/>
          </p:nvPr>
        </p:nvSpPr>
        <p:spPr>
          <a:xfrm>
            <a:off x="334963" y="808073"/>
            <a:ext cx="11522075" cy="840083"/>
          </a:xfrm>
        </p:spPr>
        <p:txBody>
          <a:bodyPr/>
          <a:lstStyle/>
          <a:p>
            <a:r>
              <a:rPr lang="en-GB" noProof="0"/>
              <a:t>Source Code Transformation Steps</a:t>
            </a:r>
          </a:p>
        </p:txBody>
      </p:sp>
      <p:sp>
        <p:nvSpPr>
          <p:cNvPr id="3" name="Segnaposto data 2">
            <a:extLst>
              <a:ext uri="{FF2B5EF4-FFF2-40B4-BE49-F238E27FC236}">
                <a16:creationId xmlns:a16="http://schemas.microsoft.com/office/drawing/2014/main" id="{BDFE8A19-D6E9-ECFE-CE10-15BE644D51BD}"/>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62CD497A-29E5-31F3-27A0-107C50454D33}"/>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9ADDB081-4F50-8DEB-CC5B-BD2C72C5C1BD}"/>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15</a:t>
            </a:fld>
            <a:endParaRPr lang="en-GB" noProof="0"/>
          </a:p>
        </p:txBody>
      </p:sp>
      <p:sp>
        <p:nvSpPr>
          <p:cNvPr id="22" name="TextBox 21">
            <a:extLst>
              <a:ext uri="{FF2B5EF4-FFF2-40B4-BE49-F238E27FC236}">
                <a16:creationId xmlns:a16="http://schemas.microsoft.com/office/drawing/2014/main" id="{780F26F9-EA77-23FB-B488-1764DE916BC6}"/>
              </a:ext>
            </a:extLst>
          </p:cNvPr>
          <p:cNvSpPr txBox="1"/>
          <p:nvPr/>
        </p:nvSpPr>
        <p:spPr>
          <a:xfrm>
            <a:off x="1151735" y="1908313"/>
            <a:ext cx="184731" cy="369332"/>
          </a:xfrm>
          <a:prstGeom prst="rect">
            <a:avLst/>
          </a:prstGeom>
          <a:noFill/>
        </p:spPr>
        <p:txBody>
          <a:bodyPr wrap="none" rtlCol="0">
            <a:spAutoFit/>
          </a:bodyPr>
          <a:lstStyle/>
          <a:p>
            <a:endParaRPr lang="en-GB" noProof="0"/>
          </a:p>
        </p:txBody>
      </p:sp>
      <p:sp>
        <p:nvSpPr>
          <p:cNvPr id="47" name="InjectionOval">
            <a:extLst>
              <a:ext uri="{FF2B5EF4-FFF2-40B4-BE49-F238E27FC236}">
                <a16:creationId xmlns:a16="http://schemas.microsoft.com/office/drawing/2014/main" id="{482E54F1-CE99-4AC7-3804-30AEF75E269A}"/>
              </a:ext>
            </a:extLst>
          </p:cNvPr>
          <p:cNvSpPr/>
          <p:nvPr/>
        </p:nvSpPr>
        <p:spPr>
          <a:xfrm>
            <a:off x="8400369" y="4700323"/>
            <a:ext cx="264219" cy="264219"/>
          </a:xfrm>
          <a:prstGeom prst="ellipse">
            <a:avLst/>
          </a:prstGeom>
          <a:noFill/>
        </p:spPr>
        <p:style>
          <a:lnRef idx="3">
            <a:schemeClr val="lt1"/>
          </a:lnRef>
          <a:fillRef idx="1">
            <a:schemeClr val="accent5"/>
          </a:fillRef>
          <a:effectRef idx="1">
            <a:schemeClr val="accent5"/>
          </a:effectRef>
          <a:fontRef idx="minor">
            <a:schemeClr val="lt1"/>
          </a:fontRef>
        </p:style>
        <p:txBody>
          <a:bodyPr rtlCol="0" anchor="ctr"/>
          <a:lstStyle/>
          <a:p>
            <a:pPr algn="ctr"/>
            <a:endParaRPr lang="en-GB" noProof="0"/>
          </a:p>
        </p:txBody>
      </p:sp>
      <p:grpSp>
        <p:nvGrpSpPr>
          <p:cNvPr id="7" name="!!Step 1">
            <a:extLst>
              <a:ext uri="{FF2B5EF4-FFF2-40B4-BE49-F238E27FC236}">
                <a16:creationId xmlns:a16="http://schemas.microsoft.com/office/drawing/2014/main" id="{69860A29-D5C5-2D1D-4565-B921228E189C}"/>
              </a:ext>
            </a:extLst>
          </p:cNvPr>
          <p:cNvGrpSpPr/>
          <p:nvPr/>
        </p:nvGrpSpPr>
        <p:grpSpPr>
          <a:xfrm>
            <a:off x="477078" y="-1504143"/>
            <a:ext cx="5729194" cy="894522"/>
            <a:chOff x="477078" y="2327077"/>
            <a:chExt cx="5729194" cy="894522"/>
          </a:xfrm>
        </p:grpSpPr>
        <p:sp>
          <p:nvSpPr>
            <p:cNvPr id="14" name="Oval 13">
              <a:extLst>
                <a:ext uri="{FF2B5EF4-FFF2-40B4-BE49-F238E27FC236}">
                  <a16:creationId xmlns:a16="http://schemas.microsoft.com/office/drawing/2014/main" id="{F8A674E2-7FCD-7CC4-D983-5017AB394040}"/>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1</a:t>
              </a:r>
              <a:endParaRPr lang="en-GB" b="1" noProof="0"/>
            </a:p>
          </p:txBody>
        </p:sp>
        <p:sp>
          <p:nvSpPr>
            <p:cNvPr id="16" name="TextBox 15">
              <a:extLst>
                <a:ext uri="{FF2B5EF4-FFF2-40B4-BE49-F238E27FC236}">
                  <a16:creationId xmlns:a16="http://schemas.microsoft.com/office/drawing/2014/main" id="{5DD1CC91-1A12-2D74-4B67-726CB8C4A977}"/>
                </a:ext>
              </a:extLst>
            </p:cNvPr>
            <p:cNvSpPr txBox="1"/>
            <p:nvPr/>
          </p:nvSpPr>
          <p:spPr>
            <a:xfrm>
              <a:off x="1659835" y="2589672"/>
              <a:ext cx="4546437" cy="369332"/>
            </a:xfrm>
            <a:prstGeom prst="rect">
              <a:avLst/>
            </a:prstGeom>
            <a:noFill/>
          </p:spPr>
          <p:txBody>
            <a:bodyPr wrap="none" rtlCol="0">
              <a:spAutoFit/>
            </a:bodyPr>
            <a:lstStyle/>
            <a:p>
              <a:r>
                <a:rPr lang="en-GB" b="1" noProof="0"/>
                <a:t>Copy</a:t>
              </a:r>
              <a:r>
                <a:rPr lang="en-GB" noProof="0"/>
                <a:t> of the original microservice project.</a:t>
              </a:r>
            </a:p>
          </p:txBody>
        </p:sp>
      </p:grpSp>
      <p:sp>
        <p:nvSpPr>
          <p:cNvPr id="6" name="Position Fluo">
            <a:extLst>
              <a:ext uri="{FF2B5EF4-FFF2-40B4-BE49-F238E27FC236}">
                <a16:creationId xmlns:a16="http://schemas.microsoft.com/office/drawing/2014/main" id="{1BA25E98-49DD-6EDC-8647-D193B33CA1ED}"/>
              </a:ext>
            </a:extLst>
          </p:cNvPr>
          <p:cNvSpPr>
            <a:spLocks noChangeAspect="1"/>
          </p:cNvSpPr>
          <p:nvPr/>
        </p:nvSpPr>
        <p:spPr>
          <a:xfrm>
            <a:off x="1066937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8" name="!!HeaderOriginal">
            <a:extLst>
              <a:ext uri="{FF2B5EF4-FFF2-40B4-BE49-F238E27FC236}">
                <a16:creationId xmlns:a16="http://schemas.microsoft.com/office/drawing/2014/main" id="{3D40C441-AB80-5872-83EA-3D6AE6EB79EE}"/>
              </a:ext>
            </a:extLst>
          </p:cNvPr>
          <p:cNvPicPr>
            <a:picLocks noChangeAspect="1"/>
          </p:cNvPicPr>
          <p:nvPr/>
        </p:nvPicPr>
        <p:blipFill>
          <a:blip r:embed="rId3">
            <a:alphaModFix amt="5000"/>
          </a:blip>
          <a:srcRect b="86772"/>
          <a:stretch>
            <a:fillRect/>
          </a:stretch>
        </p:blipFill>
        <p:spPr>
          <a:xfrm>
            <a:off x="5045219" y="3355586"/>
            <a:ext cx="1371307" cy="95277"/>
          </a:xfrm>
          <a:prstGeom prst="round2SameRect">
            <a:avLst>
              <a:gd name="adj1" fmla="val 24899"/>
              <a:gd name="adj2" fmla="val 2744"/>
            </a:avLst>
          </a:prstGeom>
          <a:solidFill>
            <a:schemeClr val="bg1"/>
          </a:solidFill>
        </p:spPr>
      </p:pic>
      <p:sp>
        <p:nvSpPr>
          <p:cNvPr id="20" name="!!RectangleOriginal">
            <a:extLst>
              <a:ext uri="{FF2B5EF4-FFF2-40B4-BE49-F238E27FC236}">
                <a16:creationId xmlns:a16="http://schemas.microsoft.com/office/drawing/2014/main" id="{3AC8FABD-B8F4-CB04-9579-AD511F2839B5}"/>
              </a:ext>
            </a:extLst>
          </p:cNvPr>
          <p:cNvSpPr/>
          <p:nvPr/>
        </p:nvSpPr>
        <p:spPr>
          <a:xfrm rot="10800000">
            <a:off x="5045217" y="3458788"/>
            <a:ext cx="1371309" cy="369332"/>
          </a:xfrm>
          <a:prstGeom prst="round2SameRect">
            <a:avLst>
              <a:gd name="adj1" fmla="val 2293"/>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1" name="ClassHeaderOriginal">
            <a:extLst>
              <a:ext uri="{FF2B5EF4-FFF2-40B4-BE49-F238E27FC236}">
                <a16:creationId xmlns:a16="http://schemas.microsoft.com/office/drawing/2014/main" id="{1A8DB8D3-C30B-D4A0-7C58-31CBD5B22B05}"/>
              </a:ext>
            </a:extLst>
          </p:cNvPr>
          <p:cNvSpPr txBox="1"/>
          <p:nvPr/>
        </p:nvSpPr>
        <p:spPr>
          <a:xfrm>
            <a:off x="5151663" y="3458790"/>
            <a:ext cx="1371309" cy="261610"/>
          </a:xfrm>
          <a:prstGeom prst="rect">
            <a:avLst/>
          </a:prstGeom>
          <a:solidFill>
            <a:schemeClr val="bg1"/>
          </a:solidFill>
        </p:spPr>
        <p:txBody>
          <a:bodyPr wrap="square" rtlCol="0">
            <a:spAutoFit/>
          </a:bodyPr>
          <a:lstStyle/>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public class </a:t>
            </a:r>
            <a:r>
              <a:rPr lang="en-GB" sz="100" dirty="0" err="1">
                <a:solidFill>
                  <a:schemeClr val="bg1"/>
                </a:solidFill>
                <a:latin typeface="Hack" panose="020B0609030202020204" pitchFamily="49" charset="0"/>
                <a:ea typeface="Hack" panose="020B0609030202020204" pitchFamily="49" charset="0"/>
                <a:cs typeface="Hack" panose="020B0609030202020204" pitchFamily="49" charset="0"/>
              </a:rPr>
              <a:t>ImageEnhancer</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p>
          <a:p>
            <a:r>
              <a:rPr lang="en-GB" sz="100" b="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p:txBody>
      </p:sp>
      <p:sp>
        <p:nvSpPr>
          <p:cNvPr id="43" name="!!BackgroundOriginal">
            <a:extLst>
              <a:ext uri="{FF2B5EF4-FFF2-40B4-BE49-F238E27FC236}">
                <a16:creationId xmlns:a16="http://schemas.microsoft.com/office/drawing/2014/main" id="{EFA6215A-5E03-71F1-A7B9-463D1B78071A}"/>
              </a:ext>
            </a:extLst>
          </p:cNvPr>
          <p:cNvSpPr/>
          <p:nvPr/>
        </p:nvSpPr>
        <p:spPr>
          <a:xfrm>
            <a:off x="5146333" y="3597350"/>
            <a:ext cx="1169075" cy="1286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70" name="!!BodyOriginal">
            <a:extLst>
              <a:ext uri="{FF2B5EF4-FFF2-40B4-BE49-F238E27FC236}">
                <a16:creationId xmlns:a16="http://schemas.microsoft.com/office/drawing/2014/main" id="{2D4BDBB7-06F3-17E6-7006-5E426FDF7C65}"/>
              </a:ext>
            </a:extLst>
          </p:cNvPr>
          <p:cNvSpPr txBox="1"/>
          <p:nvPr/>
        </p:nvSpPr>
        <p:spPr>
          <a:xfrm>
            <a:off x="5126787" y="3582216"/>
            <a:ext cx="1177397" cy="153888"/>
          </a:xfrm>
          <a:prstGeom prst="rect">
            <a:avLst/>
          </a:prstGeom>
          <a:solidFill>
            <a:schemeClr val="bg1"/>
          </a:solidFill>
        </p:spPr>
        <p:txBody>
          <a:bodyPr wrap="square" rtlCol="0">
            <a:spAutoFit/>
          </a:bodyPr>
          <a:lstStyle/>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public Image </a:t>
            </a:r>
            <a:r>
              <a:rPr lang="en-GB" sz="100" dirty="0" err="1">
                <a:solidFill>
                  <a:schemeClr val="bg1"/>
                </a:solidFill>
                <a:latin typeface="Hack" panose="020B0609030202020204" pitchFamily="49" charset="0"/>
                <a:ea typeface="Hack" panose="020B0609030202020204" pitchFamily="49" charset="0"/>
                <a:cs typeface="Hack" panose="020B0609030202020204" pitchFamily="49" charset="0"/>
              </a:rPr>
              <a:t>enhanceImage</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(Image image) {</a:t>
            </a:r>
          </a:p>
          <a:p>
            <a:pPr lvl="0">
              <a:defRPr/>
            </a:pP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00" dirty="0" err="1">
                <a:solidFill>
                  <a:schemeClr val="bg1"/>
                </a:solidFill>
                <a:latin typeface="Hack" panose="020B0609030202020204" pitchFamily="49" charset="0"/>
                <a:ea typeface="Hack" panose="020B0609030202020204" pitchFamily="49" charset="0"/>
                <a:cs typeface="Hack" panose="020B0609030202020204" pitchFamily="49" charset="0"/>
              </a:rPr>
              <a:t>image.adjustBrightness</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a:p>
            <a:pPr lvl="0">
              <a:defRPr/>
            </a:pP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return image;</a:t>
            </a:r>
          </a:p>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p>
        </p:txBody>
      </p:sp>
      <p:pic>
        <p:nvPicPr>
          <p:cNvPr id="71" name="!!HeaderVariant">
            <a:extLst>
              <a:ext uri="{FF2B5EF4-FFF2-40B4-BE49-F238E27FC236}">
                <a16:creationId xmlns:a16="http://schemas.microsoft.com/office/drawing/2014/main" id="{C292E616-FC43-A683-4925-3A2C559276F1}"/>
              </a:ext>
            </a:extLst>
          </p:cNvPr>
          <p:cNvPicPr>
            <a:picLocks noChangeAspect="1"/>
          </p:cNvPicPr>
          <p:nvPr/>
        </p:nvPicPr>
        <p:blipFill>
          <a:blip r:embed="rId3">
            <a:alphaModFix amt="5000"/>
          </a:blip>
          <a:srcRect b="86772"/>
          <a:stretch>
            <a:fillRect/>
          </a:stretch>
        </p:blipFill>
        <p:spPr>
          <a:xfrm>
            <a:off x="5001192" y="3317482"/>
            <a:ext cx="1371307" cy="95277"/>
          </a:xfrm>
          <a:prstGeom prst="round2SameRect">
            <a:avLst>
              <a:gd name="adj1" fmla="val 24899"/>
              <a:gd name="adj2" fmla="val 2744"/>
            </a:avLst>
          </a:prstGeom>
          <a:solidFill>
            <a:schemeClr val="bg1"/>
          </a:solidFill>
        </p:spPr>
      </p:pic>
      <p:sp>
        <p:nvSpPr>
          <p:cNvPr id="72" name="!!RectangleVariant">
            <a:extLst>
              <a:ext uri="{FF2B5EF4-FFF2-40B4-BE49-F238E27FC236}">
                <a16:creationId xmlns:a16="http://schemas.microsoft.com/office/drawing/2014/main" id="{5274AFE6-2D5B-0242-7282-2B0B2B800EE5}"/>
              </a:ext>
            </a:extLst>
          </p:cNvPr>
          <p:cNvSpPr/>
          <p:nvPr/>
        </p:nvSpPr>
        <p:spPr>
          <a:xfrm rot="10800000">
            <a:off x="5001192" y="3404332"/>
            <a:ext cx="1371309" cy="421655"/>
          </a:xfrm>
          <a:prstGeom prst="round2SameRect">
            <a:avLst>
              <a:gd name="adj1" fmla="val 2293"/>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73" name="ClassHeaderVariant">
            <a:extLst>
              <a:ext uri="{FF2B5EF4-FFF2-40B4-BE49-F238E27FC236}">
                <a16:creationId xmlns:a16="http://schemas.microsoft.com/office/drawing/2014/main" id="{8B37DC09-2F78-9851-1C90-22EEEEB53311}"/>
              </a:ext>
            </a:extLst>
          </p:cNvPr>
          <p:cNvSpPr txBox="1"/>
          <p:nvPr/>
        </p:nvSpPr>
        <p:spPr>
          <a:xfrm>
            <a:off x="5107641" y="3419886"/>
            <a:ext cx="1371309" cy="292388"/>
          </a:xfrm>
          <a:prstGeom prst="rect">
            <a:avLst/>
          </a:prstGeom>
          <a:solidFill>
            <a:schemeClr val="bg1"/>
          </a:solidFill>
        </p:spPr>
        <p:txBody>
          <a:bodyPr wrap="square" rtlCol="0">
            <a:spAutoFit/>
          </a:bodyPr>
          <a:lstStyle/>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public class </a:t>
            </a:r>
            <a:r>
              <a:rPr lang="en-GB" sz="100" dirty="0" err="1">
                <a:solidFill>
                  <a:schemeClr val="bg1"/>
                </a:solidFill>
                <a:latin typeface="Hack" panose="020B0609030202020204" pitchFamily="49" charset="0"/>
                <a:ea typeface="Hack" panose="020B0609030202020204" pitchFamily="49" charset="0"/>
                <a:cs typeface="Hack" panose="020B0609030202020204" pitchFamily="49" charset="0"/>
              </a:rPr>
              <a:t>ImageEnhancerAI</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p>
          <a:p>
            <a:r>
              <a:rPr lang="en-GB" sz="100" b="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p>
          <a:p>
            <a:r>
              <a:rPr lang="en-GB" sz="100" b="1" dirty="0">
                <a:solidFill>
                  <a:schemeClr val="bg1"/>
                </a:solidFill>
                <a:latin typeface="Hack" panose="020B0609030202020204" pitchFamily="49" charset="0"/>
                <a:ea typeface="Hack" panose="020B0609030202020204" pitchFamily="49" charset="0"/>
                <a:cs typeface="Hack" panose="020B0609030202020204" pitchFamily="49" charset="0"/>
              </a:rPr>
              <a:t>   </a:t>
            </a:r>
          </a:p>
          <a:p>
            <a:r>
              <a:rPr lang="en-GB" sz="100" b="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a:p>
            <a:endParaRPr lang="en-GB" sz="100" dirty="0">
              <a:solidFill>
                <a:schemeClr val="bg1"/>
              </a:solidFill>
              <a:latin typeface="Hack" panose="020B0609030202020204" pitchFamily="49" charset="0"/>
              <a:ea typeface="Hack" panose="020B0609030202020204" pitchFamily="49" charset="0"/>
              <a:cs typeface="Hack" panose="020B0609030202020204" pitchFamily="49" charset="0"/>
            </a:endParaRPr>
          </a:p>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p:txBody>
      </p:sp>
      <p:sp>
        <p:nvSpPr>
          <p:cNvPr id="74" name="!!BackgroundVariant">
            <a:extLst>
              <a:ext uri="{FF2B5EF4-FFF2-40B4-BE49-F238E27FC236}">
                <a16:creationId xmlns:a16="http://schemas.microsoft.com/office/drawing/2014/main" id="{3A60F984-A372-923B-408D-83C49093DFFF}"/>
              </a:ext>
            </a:extLst>
          </p:cNvPr>
          <p:cNvSpPr/>
          <p:nvPr/>
        </p:nvSpPr>
        <p:spPr>
          <a:xfrm>
            <a:off x="5154057" y="3538416"/>
            <a:ext cx="1166617" cy="1926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75" name="!!BodyVariant">
            <a:extLst>
              <a:ext uri="{FF2B5EF4-FFF2-40B4-BE49-F238E27FC236}">
                <a16:creationId xmlns:a16="http://schemas.microsoft.com/office/drawing/2014/main" id="{765564B1-0196-FCCE-2F15-3B16F96A32D8}"/>
              </a:ext>
            </a:extLst>
          </p:cNvPr>
          <p:cNvSpPr txBox="1"/>
          <p:nvPr/>
        </p:nvSpPr>
        <p:spPr>
          <a:xfrm>
            <a:off x="5166407" y="3576802"/>
            <a:ext cx="1167518" cy="184666"/>
          </a:xfrm>
          <a:prstGeom prst="rect">
            <a:avLst/>
          </a:prstGeom>
          <a:noFill/>
        </p:spPr>
        <p:txBody>
          <a:bodyPr wrap="square" rtlCol="0">
            <a:spAutoFit/>
          </a:bodyPr>
          <a:lstStyle/>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public Image </a:t>
            </a:r>
            <a:r>
              <a:rPr lang="en-GB" sz="100" dirty="0" err="1">
                <a:solidFill>
                  <a:schemeClr val="bg1"/>
                </a:solidFill>
                <a:latin typeface="Hack" panose="020B0609030202020204" pitchFamily="49" charset="0"/>
                <a:ea typeface="Hack" panose="020B0609030202020204" pitchFamily="49" charset="0"/>
                <a:cs typeface="Hack" panose="020B0609030202020204" pitchFamily="49" charset="0"/>
              </a:rPr>
              <a:t>enhanceImage</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(Image image) {</a:t>
            </a:r>
          </a:p>
          <a:p>
            <a:pPr lvl="0">
              <a:defRPr/>
            </a:pP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 Add AI enhancement</a:t>
            </a:r>
          </a:p>
          <a:p>
            <a:pPr lvl="0">
              <a:defRPr/>
            </a:pP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00" dirty="0" err="1">
                <a:solidFill>
                  <a:schemeClr val="bg1"/>
                </a:solidFill>
                <a:latin typeface="Hack" panose="020B0609030202020204" pitchFamily="49" charset="0"/>
                <a:ea typeface="Hack" panose="020B0609030202020204" pitchFamily="49" charset="0"/>
                <a:cs typeface="Hack" panose="020B0609030202020204" pitchFamily="49" charset="0"/>
              </a:rPr>
              <a:t>image.applyAIEnhancement</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a:p>
            <a:pPr lvl="0">
              <a:defRPr/>
            </a:pP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00" dirty="0" err="1">
                <a:solidFill>
                  <a:schemeClr val="bg1"/>
                </a:solidFill>
                <a:latin typeface="Hack" panose="020B0609030202020204" pitchFamily="49" charset="0"/>
                <a:ea typeface="Hack" panose="020B0609030202020204" pitchFamily="49" charset="0"/>
                <a:cs typeface="Hack" panose="020B0609030202020204" pitchFamily="49" charset="0"/>
              </a:rPr>
              <a:t>image.adjustBrightness</a:t>
            </a: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a:t>
            </a:r>
          </a:p>
          <a:p>
            <a:pPr lvl="0">
              <a:defRPr/>
            </a:pPr>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return image;</a:t>
            </a:r>
          </a:p>
          <a:p>
            <a:r>
              <a:rPr lang="en-GB" sz="100" dirty="0">
                <a:solidFill>
                  <a:schemeClr val="bg1"/>
                </a:solidFill>
                <a:latin typeface="Hack" panose="020B0609030202020204" pitchFamily="49" charset="0"/>
                <a:ea typeface="Hack" panose="020B0609030202020204" pitchFamily="49" charset="0"/>
                <a:cs typeface="Hack" panose="020B0609030202020204" pitchFamily="49" charset="0"/>
              </a:rPr>
              <a:t>}  </a:t>
            </a:r>
          </a:p>
        </p:txBody>
      </p:sp>
      <p:grpSp>
        <p:nvGrpSpPr>
          <p:cNvPr id="19" name="!!OriginalCode">
            <a:extLst>
              <a:ext uri="{FF2B5EF4-FFF2-40B4-BE49-F238E27FC236}">
                <a16:creationId xmlns:a16="http://schemas.microsoft.com/office/drawing/2014/main" id="{E9B87311-DB5A-6ABE-B48F-80654C8177FE}"/>
              </a:ext>
            </a:extLst>
          </p:cNvPr>
          <p:cNvGrpSpPr/>
          <p:nvPr/>
        </p:nvGrpSpPr>
        <p:grpSpPr>
          <a:xfrm>
            <a:off x="4769560" y="2757878"/>
            <a:ext cx="2043083" cy="1694489"/>
            <a:chOff x="9982551" y="3763713"/>
            <a:chExt cx="1798365" cy="1519059"/>
          </a:xfrm>
        </p:grpSpPr>
        <p:sp>
          <p:nvSpPr>
            <p:cNvPr id="23" name="Oval 22">
              <a:extLst>
                <a:ext uri="{FF2B5EF4-FFF2-40B4-BE49-F238E27FC236}">
                  <a16:creationId xmlns:a16="http://schemas.microsoft.com/office/drawing/2014/main" id="{24D18F5E-A6A9-AEBE-77F8-4939C669BD9A}"/>
                </a:ext>
              </a:extLst>
            </p:cNvPr>
            <p:cNvSpPr/>
            <p:nvPr/>
          </p:nvSpPr>
          <p:spPr>
            <a:xfrm>
              <a:off x="10091466" y="3763713"/>
              <a:ext cx="1446144" cy="144614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noProof="0"/>
            </a:p>
          </p:txBody>
        </p:sp>
        <p:pic>
          <p:nvPicPr>
            <p:cNvPr id="24" name="Picture 23">
              <a:extLst>
                <a:ext uri="{FF2B5EF4-FFF2-40B4-BE49-F238E27FC236}">
                  <a16:creationId xmlns:a16="http://schemas.microsoft.com/office/drawing/2014/main" id="{3FF2FED8-5BFB-1E61-7E76-60A234D13D3A}"/>
                </a:ext>
              </a:extLst>
            </p:cNvPr>
            <p:cNvPicPr>
              <a:picLocks noChangeAspect="1"/>
            </p:cNvPicPr>
            <p:nvPr/>
          </p:nvPicPr>
          <p:blipFill>
            <a:blip r:embed="rId4"/>
            <a:stretch>
              <a:fillRect/>
            </a:stretch>
          </p:blipFill>
          <p:spPr>
            <a:xfrm>
              <a:off x="10331864" y="4051447"/>
              <a:ext cx="619216" cy="619216"/>
            </a:xfrm>
            <a:prstGeom prst="rect">
              <a:avLst/>
            </a:prstGeom>
          </p:spPr>
        </p:pic>
        <p:pic>
          <p:nvPicPr>
            <p:cNvPr id="25" name="Picture 24">
              <a:extLst>
                <a:ext uri="{FF2B5EF4-FFF2-40B4-BE49-F238E27FC236}">
                  <a16:creationId xmlns:a16="http://schemas.microsoft.com/office/drawing/2014/main" id="{A58CC867-7883-8AFE-7F46-127A2DEEC61C}"/>
                </a:ext>
              </a:extLst>
            </p:cNvPr>
            <p:cNvPicPr>
              <a:picLocks noChangeAspect="1"/>
            </p:cNvPicPr>
            <p:nvPr/>
          </p:nvPicPr>
          <p:blipFill>
            <a:blip r:embed="rId4"/>
            <a:stretch>
              <a:fillRect/>
            </a:stretch>
          </p:blipFill>
          <p:spPr>
            <a:xfrm>
              <a:off x="10422584" y="4113471"/>
              <a:ext cx="619216" cy="619216"/>
            </a:xfrm>
            <a:prstGeom prst="rect">
              <a:avLst/>
            </a:prstGeom>
          </p:spPr>
        </p:pic>
        <p:pic>
          <p:nvPicPr>
            <p:cNvPr id="26" name="Picture 25">
              <a:extLst>
                <a:ext uri="{FF2B5EF4-FFF2-40B4-BE49-F238E27FC236}">
                  <a16:creationId xmlns:a16="http://schemas.microsoft.com/office/drawing/2014/main" id="{1A7F628F-DA19-0C48-4E7B-105914167F39}"/>
                </a:ext>
              </a:extLst>
            </p:cNvPr>
            <p:cNvPicPr>
              <a:picLocks noChangeAspect="1"/>
            </p:cNvPicPr>
            <p:nvPr/>
          </p:nvPicPr>
          <p:blipFill>
            <a:blip r:embed="rId4"/>
            <a:stretch>
              <a:fillRect/>
            </a:stretch>
          </p:blipFill>
          <p:spPr>
            <a:xfrm>
              <a:off x="10513302" y="4175495"/>
              <a:ext cx="619216" cy="619216"/>
            </a:xfrm>
            <a:prstGeom prst="rect">
              <a:avLst/>
            </a:prstGeom>
          </p:spPr>
        </p:pic>
        <p:pic>
          <p:nvPicPr>
            <p:cNvPr id="27" name="Picture 26">
              <a:extLst>
                <a:ext uri="{FF2B5EF4-FFF2-40B4-BE49-F238E27FC236}">
                  <a16:creationId xmlns:a16="http://schemas.microsoft.com/office/drawing/2014/main" id="{30DCE19C-D9F8-8786-9903-3274DEC5CFEF}"/>
                </a:ext>
              </a:extLst>
            </p:cNvPr>
            <p:cNvPicPr>
              <a:picLocks noChangeAspect="1"/>
            </p:cNvPicPr>
            <p:nvPr/>
          </p:nvPicPr>
          <p:blipFill>
            <a:blip r:embed="rId4"/>
            <a:stretch>
              <a:fillRect/>
            </a:stretch>
          </p:blipFill>
          <p:spPr>
            <a:xfrm>
              <a:off x="10604019" y="4237518"/>
              <a:ext cx="619216" cy="619216"/>
            </a:xfrm>
            <a:prstGeom prst="rect">
              <a:avLst/>
            </a:prstGeom>
          </p:spPr>
        </p:pic>
        <p:pic>
          <p:nvPicPr>
            <p:cNvPr id="28" name="Picture 27">
              <a:extLst>
                <a:ext uri="{FF2B5EF4-FFF2-40B4-BE49-F238E27FC236}">
                  <a16:creationId xmlns:a16="http://schemas.microsoft.com/office/drawing/2014/main" id="{D3C4C8FD-FA8C-529D-9E74-0C5D78140F73}"/>
                </a:ext>
              </a:extLst>
            </p:cNvPr>
            <p:cNvPicPr>
              <a:picLocks noChangeAspect="1"/>
            </p:cNvPicPr>
            <p:nvPr/>
          </p:nvPicPr>
          <p:blipFill>
            <a:blip r:embed="rId4"/>
            <a:stretch>
              <a:fillRect/>
            </a:stretch>
          </p:blipFill>
          <p:spPr>
            <a:xfrm>
              <a:off x="10694736" y="4299540"/>
              <a:ext cx="619216" cy="619216"/>
            </a:xfrm>
            <a:prstGeom prst="rect">
              <a:avLst/>
            </a:prstGeom>
          </p:spPr>
        </p:pic>
        <p:sp>
          <p:nvSpPr>
            <p:cNvPr id="29" name="Rectangle: Rounded Corners 28">
              <a:extLst>
                <a:ext uri="{FF2B5EF4-FFF2-40B4-BE49-F238E27FC236}">
                  <a16:creationId xmlns:a16="http://schemas.microsoft.com/office/drawing/2014/main" id="{976AEA7A-357F-2FE4-0BF4-EE312BD98632}"/>
                </a:ext>
              </a:extLst>
            </p:cNvPr>
            <p:cNvSpPr/>
            <p:nvPr/>
          </p:nvSpPr>
          <p:spPr>
            <a:xfrm>
              <a:off x="9982551" y="4966974"/>
              <a:ext cx="1745239" cy="3094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30" name="TextBox 29">
              <a:extLst>
                <a:ext uri="{FF2B5EF4-FFF2-40B4-BE49-F238E27FC236}">
                  <a16:creationId xmlns:a16="http://schemas.microsoft.com/office/drawing/2014/main" id="{79AAF0FC-2459-2881-23BE-DD0F2EBED076}"/>
                </a:ext>
              </a:extLst>
            </p:cNvPr>
            <p:cNvSpPr txBox="1"/>
            <p:nvPr/>
          </p:nvSpPr>
          <p:spPr>
            <a:xfrm>
              <a:off x="10019470" y="4979268"/>
              <a:ext cx="1761446" cy="303504"/>
            </a:xfrm>
            <a:prstGeom prst="rect">
              <a:avLst/>
            </a:prstGeom>
            <a:noFill/>
          </p:spPr>
          <p:txBody>
            <a:bodyPr wrap="square" rtlCol="0">
              <a:spAutoFit/>
            </a:bodyPr>
            <a:lstStyle/>
            <a:p>
              <a:r>
                <a:rPr lang="en-GB" sz="1600" noProof="0"/>
                <a:t>Original Codebase</a:t>
              </a:r>
              <a:endParaRPr lang="en-GB" noProof="0"/>
            </a:p>
          </p:txBody>
        </p:sp>
      </p:grpSp>
      <p:sp>
        <p:nvSpPr>
          <p:cNvPr id="76" name="TextBox 75">
            <a:extLst>
              <a:ext uri="{FF2B5EF4-FFF2-40B4-BE49-F238E27FC236}">
                <a16:creationId xmlns:a16="http://schemas.microsoft.com/office/drawing/2014/main" id="{DFE1106B-497F-A899-7B4C-173E372B09F6}"/>
              </a:ext>
            </a:extLst>
          </p:cNvPr>
          <p:cNvSpPr txBox="1"/>
          <p:nvPr/>
        </p:nvSpPr>
        <p:spPr>
          <a:xfrm>
            <a:off x="1237018" y="8381568"/>
            <a:ext cx="3206327" cy="400110"/>
          </a:xfrm>
          <a:prstGeom prst="rect">
            <a:avLst/>
          </a:prstGeom>
          <a:noFill/>
        </p:spPr>
        <p:txBody>
          <a:bodyPr wrap="none" rtlCol="0">
            <a:spAutoFit/>
          </a:bodyPr>
          <a:lstStyle/>
          <a:p>
            <a:r>
              <a:rPr lang="en-GB" sz="2000" b="1" noProof="0" dirty="0"/>
              <a:t>Original Implementation</a:t>
            </a:r>
          </a:p>
        </p:txBody>
      </p:sp>
      <p:sp>
        <p:nvSpPr>
          <p:cNvPr id="77" name="TextBox 76">
            <a:extLst>
              <a:ext uri="{FF2B5EF4-FFF2-40B4-BE49-F238E27FC236}">
                <a16:creationId xmlns:a16="http://schemas.microsoft.com/office/drawing/2014/main" id="{00732D15-401A-6586-283C-481626BA8F5E}"/>
              </a:ext>
            </a:extLst>
          </p:cNvPr>
          <p:cNvSpPr txBox="1"/>
          <p:nvPr/>
        </p:nvSpPr>
        <p:spPr>
          <a:xfrm>
            <a:off x="7508689" y="8381568"/>
            <a:ext cx="3132589" cy="400110"/>
          </a:xfrm>
          <a:prstGeom prst="rect">
            <a:avLst/>
          </a:prstGeom>
          <a:noFill/>
        </p:spPr>
        <p:txBody>
          <a:bodyPr wrap="none" rtlCol="0">
            <a:spAutoFit/>
          </a:bodyPr>
          <a:lstStyle/>
          <a:p>
            <a:r>
              <a:rPr lang="en-GB" sz="2000" b="1" noProof="0" dirty="0"/>
              <a:t>Variant Implementation</a:t>
            </a:r>
          </a:p>
        </p:txBody>
      </p:sp>
      <p:grpSp>
        <p:nvGrpSpPr>
          <p:cNvPr id="78" name="Group 77">
            <a:extLst>
              <a:ext uri="{FF2B5EF4-FFF2-40B4-BE49-F238E27FC236}">
                <a16:creationId xmlns:a16="http://schemas.microsoft.com/office/drawing/2014/main" id="{C1E24B6B-AE5E-F280-BF8E-2688DF672844}"/>
              </a:ext>
            </a:extLst>
          </p:cNvPr>
          <p:cNvGrpSpPr/>
          <p:nvPr/>
        </p:nvGrpSpPr>
        <p:grpSpPr>
          <a:xfrm>
            <a:off x="10278334" y="0"/>
            <a:ext cx="987657" cy="297132"/>
            <a:chOff x="10278334" y="0"/>
            <a:chExt cx="987657" cy="297132"/>
          </a:xfrm>
        </p:grpSpPr>
        <p:grpSp>
          <p:nvGrpSpPr>
            <p:cNvPr id="79" name="Group 78">
              <a:extLst>
                <a:ext uri="{FF2B5EF4-FFF2-40B4-BE49-F238E27FC236}">
                  <a16:creationId xmlns:a16="http://schemas.microsoft.com/office/drawing/2014/main" id="{8402D0D6-6460-6942-FE8B-EFDD295CB6F9}"/>
                </a:ext>
              </a:extLst>
            </p:cNvPr>
            <p:cNvGrpSpPr/>
            <p:nvPr/>
          </p:nvGrpSpPr>
          <p:grpSpPr>
            <a:xfrm>
              <a:off x="10278334" y="0"/>
              <a:ext cx="336385" cy="294592"/>
              <a:chOff x="10278334" y="0"/>
              <a:chExt cx="336385" cy="294592"/>
            </a:xfrm>
          </p:grpSpPr>
          <p:sp>
            <p:nvSpPr>
              <p:cNvPr id="90" name="Rectangle 89">
                <a:extLst>
                  <a:ext uri="{FF2B5EF4-FFF2-40B4-BE49-F238E27FC236}">
                    <a16:creationId xmlns:a16="http://schemas.microsoft.com/office/drawing/2014/main" id="{3A72F5C1-60E3-A871-2543-637B2AC515F7}"/>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Oval 90">
                <a:extLst>
                  <a:ext uri="{FF2B5EF4-FFF2-40B4-BE49-F238E27FC236}">
                    <a16:creationId xmlns:a16="http://schemas.microsoft.com/office/drawing/2014/main" id="{171889C6-2DCD-ADD9-1C49-A1FA1CDA2880}"/>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TextBox 91">
                <a:extLst>
                  <a:ext uri="{FF2B5EF4-FFF2-40B4-BE49-F238E27FC236}">
                    <a16:creationId xmlns:a16="http://schemas.microsoft.com/office/drawing/2014/main" id="{808DB7D6-7ABA-4230-8975-341AC8C0E2DA}"/>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80" name="Group 79">
              <a:extLst>
                <a:ext uri="{FF2B5EF4-FFF2-40B4-BE49-F238E27FC236}">
                  <a16:creationId xmlns:a16="http://schemas.microsoft.com/office/drawing/2014/main" id="{730A8974-6465-42A6-AF5F-F3455CAAF699}"/>
                </a:ext>
              </a:extLst>
            </p:cNvPr>
            <p:cNvGrpSpPr/>
            <p:nvPr/>
          </p:nvGrpSpPr>
          <p:grpSpPr>
            <a:xfrm>
              <a:off x="10605240" y="0"/>
              <a:ext cx="336385" cy="297132"/>
              <a:chOff x="10289176" y="0"/>
              <a:chExt cx="336385" cy="297132"/>
            </a:xfrm>
          </p:grpSpPr>
          <p:sp>
            <p:nvSpPr>
              <p:cNvPr id="86" name="Rectangle 85">
                <a:extLst>
                  <a:ext uri="{FF2B5EF4-FFF2-40B4-BE49-F238E27FC236}">
                    <a16:creationId xmlns:a16="http://schemas.microsoft.com/office/drawing/2014/main" id="{E3D2E6EA-D500-15C4-BC97-C6AF65FE9539}"/>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7" name="Group 86">
                <a:extLst>
                  <a:ext uri="{FF2B5EF4-FFF2-40B4-BE49-F238E27FC236}">
                    <a16:creationId xmlns:a16="http://schemas.microsoft.com/office/drawing/2014/main" id="{47FCB7E3-19A3-83F4-8DDE-B3F8DF7B868C}"/>
                  </a:ext>
                </a:extLst>
              </p:cNvPr>
              <p:cNvGrpSpPr/>
              <p:nvPr/>
            </p:nvGrpSpPr>
            <p:grpSpPr>
              <a:xfrm>
                <a:off x="10289176" y="81688"/>
                <a:ext cx="336385" cy="215444"/>
                <a:chOff x="5178425" y="855322"/>
                <a:chExt cx="336385" cy="215444"/>
              </a:xfrm>
            </p:grpSpPr>
            <p:sp>
              <p:nvSpPr>
                <p:cNvPr id="88" name="Oval 87">
                  <a:extLst>
                    <a:ext uri="{FF2B5EF4-FFF2-40B4-BE49-F238E27FC236}">
                      <a16:creationId xmlns:a16="http://schemas.microsoft.com/office/drawing/2014/main" id="{E0626072-52E5-5685-4519-1C24C6292C47}"/>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TextBox 88">
                  <a:extLst>
                    <a:ext uri="{FF2B5EF4-FFF2-40B4-BE49-F238E27FC236}">
                      <a16:creationId xmlns:a16="http://schemas.microsoft.com/office/drawing/2014/main" id="{7A9DCE9A-7469-CDC7-A0A9-4628EA196BD4}"/>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81" name="Group 80">
              <a:extLst>
                <a:ext uri="{FF2B5EF4-FFF2-40B4-BE49-F238E27FC236}">
                  <a16:creationId xmlns:a16="http://schemas.microsoft.com/office/drawing/2014/main" id="{77858D44-6500-FDB7-F63F-C635564C74DF}"/>
                </a:ext>
              </a:extLst>
            </p:cNvPr>
            <p:cNvGrpSpPr/>
            <p:nvPr/>
          </p:nvGrpSpPr>
          <p:grpSpPr>
            <a:xfrm>
              <a:off x="10929606" y="0"/>
              <a:ext cx="336385" cy="297132"/>
              <a:chOff x="10880361" y="0"/>
              <a:chExt cx="336385" cy="297132"/>
            </a:xfrm>
          </p:grpSpPr>
          <p:sp>
            <p:nvSpPr>
              <p:cNvPr id="82" name="Rectangle 81">
                <a:extLst>
                  <a:ext uri="{FF2B5EF4-FFF2-40B4-BE49-F238E27FC236}">
                    <a16:creationId xmlns:a16="http://schemas.microsoft.com/office/drawing/2014/main" id="{A7F0DDF1-4343-C027-E4F9-D893B5C888DF}"/>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3" name="Group 82">
                <a:extLst>
                  <a:ext uri="{FF2B5EF4-FFF2-40B4-BE49-F238E27FC236}">
                    <a16:creationId xmlns:a16="http://schemas.microsoft.com/office/drawing/2014/main" id="{16BE16B9-4338-598C-2101-46FE50D87AFB}"/>
                  </a:ext>
                </a:extLst>
              </p:cNvPr>
              <p:cNvGrpSpPr/>
              <p:nvPr/>
            </p:nvGrpSpPr>
            <p:grpSpPr>
              <a:xfrm>
                <a:off x="10880361" y="81688"/>
                <a:ext cx="336385" cy="215444"/>
                <a:chOff x="5180965" y="851650"/>
                <a:chExt cx="336385" cy="215444"/>
              </a:xfrm>
            </p:grpSpPr>
            <p:sp>
              <p:nvSpPr>
                <p:cNvPr id="84" name="Oval 83">
                  <a:extLst>
                    <a:ext uri="{FF2B5EF4-FFF2-40B4-BE49-F238E27FC236}">
                      <a16:creationId xmlns:a16="http://schemas.microsoft.com/office/drawing/2014/main" id="{78B78E4D-4D50-08B7-7411-B95F7F3C275A}"/>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TextBox 84">
                  <a:extLst>
                    <a:ext uri="{FF2B5EF4-FFF2-40B4-BE49-F238E27FC236}">
                      <a16:creationId xmlns:a16="http://schemas.microsoft.com/office/drawing/2014/main" id="{F7D8FEE5-8716-7B57-A20E-A7851D91D562}"/>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1362816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5A580-A05D-DE5A-8BA6-44D88AC3167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7A70EB1-E164-AC5A-0D6E-0FCAB6D1A8AA}"/>
              </a:ext>
            </a:extLst>
          </p:cNvPr>
          <p:cNvSpPr>
            <a:spLocks noGrp="1"/>
          </p:cNvSpPr>
          <p:nvPr>
            <p:ph type="title"/>
          </p:nvPr>
        </p:nvSpPr>
        <p:spPr>
          <a:xfrm>
            <a:off x="334963" y="808073"/>
            <a:ext cx="11522075" cy="840083"/>
          </a:xfrm>
        </p:spPr>
        <p:txBody>
          <a:bodyPr/>
          <a:lstStyle/>
          <a:p>
            <a:r>
              <a:rPr lang="en-GB" noProof="0"/>
              <a:t>Source Code Transformation Steps</a:t>
            </a:r>
          </a:p>
        </p:txBody>
      </p:sp>
      <p:sp>
        <p:nvSpPr>
          <p:cNvPr id="3" name="Segnaposto data 2">
            <a:extLst>
              <a:ext uri="{FF2B5EF4-FFF2-40B4-BE49-F238E27FC236}">
                <a16:creationId xmlns:a16="http://schemas.microsoft.com/office/drawing/2014/main" id="{BEEB389E-08E0-DE8E-2CBD-D2C302180F33}"/>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EF981971-01B4-699E-968A-1607F1549DED}"/>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99A0AFFF-165A-EF28-6357-191692F23C5D}"/>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16</a:t>
            </a:fld>
            <a:endParaRPr lang="en-GB" noProof="0"/>
          </a:p>
        </p:txBody>
      </p:sp>
      <p:sp>
        <p:nvSpPr>
          <p:cNvPr id="16" name="InjectionOval">
            <a:extLst>
              <a:ext uri="{FF2B5EF4-FFF2-40B4-BE49-F238E27FC236}">
                <a16:creationId xmlns:a16="http://schemas.microsoft.com/office/drawing/2014/main" id="{FB52545D-E956-7731-1820-3403CEAAFD04}"/>
              </a:ext>
            </a:extLst>
          </p:cNvPr>
          <p:cNvSpPr/>
          <p:nvPr/>
        </p:nvSpPr>
        <p:spPr>
          <a:xfrm>
            <a:off x="6103949" y="1974881"/>
            <a:ext cx="4666701" cy="4666701"/>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GB" noProof="0"/>
          </a:p>
        </p:txBody>
      </p:sp>
      <p:grpSp>
        <p:nvGrpSpPr>
          <p:cNvPr id="34" name="!!BehaviourRegistry">
            <a:extLst>
              <a:ext uri="{FF2B5EF4-FFF2-40B4-BE49-F238E27FC236}">
                <a16:creationId xmlns:a16="http://schemas.microsoft.com/office/drawing/2014/main" id="{0AF46940-F906-F119-E477-63FFE88A1013}"/>
              </a:ext>
            </a:extLst>
          </p:cNvPr>
          <p:cNvGrpSpPr/>
          <p:nvPr/>
        </p:nvGrpSpPr>
        <p:grpSpPr>
          <a:xfrm>
            <a:off x="7000052" y="4879190"/>
            <a:ext cx="1943469" cy="1095067"/>
            <a:chOff x="7832699" y="3154378"/>
            <a:chExt cx="1943469" cy="1095067"/>
          </a:xfrm>
        </p:grpSpPr>
        <p:pic>
          <p:nvPicPr>
            <p:cNvPr id="23" name="Picture 22">
              <a:extLst>
                <a:ext uri="{FF2B5EF4-FFF2-40B4-BE49-F238E27FC236}">
                  <a16:creationId xmlns:a16="http://schemas.microsoft.com/office/drawing/2014/main" id="{E0BC4B5F-B849-B3F4-D701-ECF36BDBE9A0}"/>
                </a:ext>
              </a:extLst>
            </p:cNvPr>
            <p:cNvPicPr>
              <a:picLocks noChangeAspect="1"/>
            </p:cNvPicPr>
            <p:nvPr/>
          </p:nvPicPr>
          <p:blipFill>
            <a:blip r:embed="rId3"/>
            <a:stretch>
              <a:fillRect/>
            </a:stretch>
          </p:blipFill>
          <p:spPr>
            <a:xfrm>
              <a:off x="8397291" y="3154378"/>
              <a:ext cx="897069" cy="897069"/>
            </a:xfrm>
            <a:prstGeom prst="rect">
              <a:avLst/>
            </a:prstGeom>
          </p:spPr>
        </p:pic>
        <p:grpSp>
          <p:nvGrpSpPr>
            <p:cNvPr id="29" name="Group 28">
              <a:extLst>
                <a:ext uri="{FF2B5EF4-FFF2-40B4-BE49-F238E27FC236}">
                  <a16:creationId xmlns:a16="http://schemas.microsoft.com/office/drawing/2014/main" id="{D40F55D5-C034-A3A2-4FBE-B3EB2107A7E8}"/>
                </a:ext>
              </a:extLst>
            </p:cNvPr>
            <p:cNvGrpSpPr/>
            <p:nvPr/>
          </p:nvGrpSpPr>
          <p:grpSpPr>
            <a:xfrm>
              <a:off x="7832699" y="3904305"/>
              <a:ext cx="1943469" cy="345140"/>
              <a:chOff x="7731064" y="2741675"/>
              <a:chExt cx="1994485" cy="345911"/>
            </a:xfrm>
          </p:grpSpPr>
          <p:sp>
            <p:nvSpPr>
              <p:cNvPr id="28" name="Rectangle: Rounded Corners 27">
                <a:extLst>
                  <a:ext uri="{FF2B5EF4-FFF2-40B4-BE49-F238E27FC236}">
                    <a16:creationId xmlns:a16="http://schemas.microsoft.com/office/drawing/2014/main" id="{CC3375ED-05BB-BF7D-C3CE-C8B0FF5D7BDA}"/>
                  </a:ext>
                </a:extLst>
              </p:cNvPr>
              <p:cNvSpPr/>
              <p:nvPr/>
            </p:nvSpPr>
            <p:spPr>
              <a:xfrm>
                <a:off x="7731064" y="2741675"/>
                <a:ext cx="1994485" cy="34591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26" name="TextBox 25">
                <a:extLst>
                  <a:ext uri="{FF2B5EF4-FFF2-40B4-BE49-F238E27FC236}">
                    <a16:creationId xmlns:a16="http://schemas.microsoft.com/office/drawing/2014/main" id="{8F118BB8-04FE-A0D2-AB74-7D274C705DFE}"/>
                  </a:ext>
                </a:extLst>
              </p:cNvPr>
              <p:cNvSpPr txBox="1"/>
              <p:nvPr/>
            </p:nvSpPr>
            <p:spPr>
              <a:xfrm>
                <a:off x="7764740" y="2743068"/>
                <a:ext cx="1927131" cy="338554"/>
              </a:xfrm>
              <a:prstGeom prst="rect">
                <a:avLst/>
              </a:prstGeom>
              <a:noFill/>
            </p:spPr>
            <p:txBody>
              <a:bodyPr wrap="none" rtlCol="0">
                <a:spAutoFit/>
              </a:bodyPr>
              <a:lstStyle/>
              <a:p>
                <a:r>
                  <a:rPr lang="en-GB" sz="1600" noProof="0" dirty="0" err="1"/>
                  <a:t>BehaviourRegistry</a:t>
                </a:r>
                <a:endParaRPr lang="en-GB" noProof="0" dirty="0"/>
              </a:p>
            </p:txBody>
          </p:sp>
        </p:grpSp>
      </p:grpSp>
      <p:grpSp>
        <p:nvGrpSpPr>
          <p:cNvPr id="33" name="!!BehaviourController">
            <a:extLst>
              <a:ext uri="{FF2B5EF4-FFF2-40B4-BE49-F238E27FC236}">
                <a16:creationId xmlns:a16="http://schemas.microsoft.com/office/drawing/2014/main" id="{72D98F3C-59A9-31E6-FAD2-A275DE15DE2F}"/>
              </a:ext>
            </a:extLst>
          </p:cNvPr>
          <p:cNvGrpSpPr/>
          <p:nvPr/>
        </p:nvGrpSpPr>
        <p:grpSpPr>
          <a:xfrm>
            <a:off x="6347944" y="3472390"/>
            <a:ext cx="2259702" cy="1025236"/>
            <a:chOff x="7371690" y="4670663"/>
            <a:chExt cx="2259702" cy="1025236"/>
          </a:xfrm>
        </p:grpSpPr>
        <p:pic>
          <p:nvPicPr>
            <p:cNvPr id="25" name="Picture 24">
              <a:extLst>
                <a:ext uri="{FF2B5EF4-FFF2-40B4-BE49-F238E27FC236}">
                  <a16:creationId xmlns:a16="http://schemas.microsoft.com/office/drawing/2014/main" id="{D2DDBDE6-506C-DFD0-3D48-F348A21EB72F}"/>
                </a:ext>
              </a:extLst>
            </p:cNvPr>
            <p:cNvPicPr>
              <a:picLocks noChangeAspect="1"/>
            </p:cNvPicPr>
            <p:nvPr/>
          </p:nvPicPr>
          <p:blipFill>
            <a:blip r:embed="rId3"/>
            <a:stretch>
              <a:fillRect/>
            </a:stretch>
          </p:blipFill>
          <p:spPr>
            <a:xfrm>
              <a:off x="7948756" y="4670663"/>
              <a:ext cx="897069" cy="897069"/>
            </a:xfrm>
            <a:prstGeom prst="rect">
              <a:avLst/>
            </a:prstGeom>
          </p:spPr>
        </p:pic>
        <p:grpSp>
          <p:nvGrpSpPr>
            <p:cNvPr id="30" name="Group 29">
              <a:extLst>
                <a:ext uri="{FF2B5EF4-FFF2-40B4-BE49-F238E27FC236}">
                  <a16:creationId xmlns:a16="http://schemas.microsoft.com/office/drawing/2014/main" id="{CA64E7EB-402C-0E30-C28B-BC2AD3FF1E88}"/>
                </a:ext>
              </a:extLst>
            </p:cNvPr>
            <p:cNvGrpSpPr/>
            <p:nvPr/>
          </p:nvGrpSpPr>
          <p:grpSpPr>
            <a:xfrm>
              <a:off x="7371690" y="5350759"/>
              <a:ext cx="2259702" cy="345140"/>
              <a:chOff x="7591230" y="2743148"/>
              <a:chExt cx="2182483" cy="345911"/>
            </a:xfrm>
          </p:grpSpPr>
          <p:sp>
            <p:nvSpPr>
              <p:cNvPr id="31" name="Rectangle: Rounded Corners 30">
                <a:extLst>
                  <a:ext uri="{FF2B5EF4-FFF2-40B4-BE49-F238E27FC236}">
                    <a16:creationId xmlns:a16="http://schemas.microsoft.com/office/drawing/2014/main" id="{EA5EBA58-E5A2-0D80-90F4-D90FDBAA1ABA}"/>
                  </a:ext>
                </a:extLst>
              </p:cNvPr>
              <p:cNvSpPr/>
              <p:nvPr/>
            </p:nvSpPr>
            <p:spPr>
              <a:xfrm>
                <a:off x="7591230" y="2743148"/>
                <a:ext cx="2032303" cy="34591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32" name="TextBox 31">
                <a:extLst>
                  <a:ext uri="{FF2B5EF4-FFF2-40B4-BE49-F238E27FC236}">
                    <a16:creationId xmlns:a16="http://schemas.microsoft.com/office/drawing/2014/main" id="{356DABA7-8E5F-AD2E-1DD8-FC8284D59FAD}"/>
                  </a:ext>
                </a:extLst>
              </p:cNvPr>
              <p:cNvSpPr txBox="1"/>
              <p:nvPr/>
            </p:nvSpPr>
            <p:spPr>
              <a:xfrm>
                <a:off x="7624907" y="2744541"/>
                <a:ext cx="2148806" cy="339310"/>
              </a:xfrm>
              <a:prstGeom prst="rect">
                <a:avLst/>
              </a:prstGeom>
              <a:noFill/>
            </p:spPr>
            <p:txBody>
              <a:bodyPr wrap="none" rtlCol="0">
                <a:spAutoFit/>
              </a:bodyPr>
              <a:lstStyle/>
              <a:p>
                <a:r>
                  <a:rPr lang="en-GB" sz="1600" noProof="0" dirty="0" err="1"/>
                  <a:t>BehaviourController</a:t>
                </a:r>
                <a:endParaRPr lang="en-GB" noProof="0" dirty="0"/>
              </a:p>
            </p:txBody>
          </p:sp>
        </p:grpSp>
      </p:grpSp>
      <p:grpSp>
        <p:nvGrpSpPr>
          <p:cNvPr id="38" name="!!OriginalCode">
            <a:extLst>
              <a:ext uri="{FF2B5EF4-FFF2-40B4-BE49-F238E27FC236}">
                <a16:creationId xmlns:a16="http://schemas.microsoft.com/office/drawing/2014/main" id="{0FF66215-2B3F-60DD-F563-9504CB0AFA9E}"/>
              </a:ext>
            </a:extLst>
          </p:cNvPr>
          <p:cNvGrpSpPr/>
          <p:nvPr/>
        </p:nvGrpSpPr>
        <p:grpSpPr>
          <a:xfrm>
            <a:off x="8795834" y="3536969"/>
            <a:ext cx="2043083" cy="1694489"/>
            <a:chOff x="9982551" y="3763713"/>
            <a:chExt cx="1798365" cy="1519059"/>
          </a:xfrm>
        </p:grpSpPr>
        <p:sp>
          <p:nvSpPr>
            <p:cNvPr id="17" name="Oval 16">
              <a:extLst>
                <a:ext uri="{FF2B5EF4-FFF2-40B4-BE49-F238E27FC236}">
                  <a16:creationId xmlns:a16="http://schemas.microsoft.com/office/drawing/2014/main" id="{5A78F5C8-1CD2-1102-EC1E-BAC0BE0384A6}"/>
                </a:ext>
              </a:extLst>
            </p:cNvPr>
            <p:cNvSpPr/>
            <p:nvPr/>
          </p:nvSpPr>
          <p:spPr>
            <a:xfrm>
              <a:off x="10091466" y="3763713"/>
              <a:ext cx="1446144" cy="144614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noProof="0"/>
            </a:p>
          </p:txBody>
        </p:sp>
        <p:pic>
          <p:nvPicPr>
            <p:cNvPr id="8" name="Picture 7">
              <a:extLst>
                <a:ext uri="{FF2B5EF4-FFF2-40B4-BE49-F238E27FC236}">
                  <a16:creationId xmlns:a16="http://schemas.microsoft.com/office/drawing/2014/main" id="{62B87FB5-B65F-FC05-F99E-BCE769BCC50D}"/>
                </a:ext>
              </a:extLst>
            </p:cNvPr>
            <p:cNvPicPr>
              <a:picLocks noChangeAspect="1"/>
            </p:cNvPicPr>
            <p:nvPr/>
          </p:nvPicPr>
          <p:blipFill>
            <a:blip r:embed="rId3"/>
            <a:stretch>
              <a:fillRect/>
            </a:stretch>
          </p:blipFill>
          <p:spPr>
            <a:xfrm>
              <a:off x="10331864" y="4051447"/>
              <a:ext cx="619216" cy="619216"/>
            </a:xfrm>
            <a:prstGeom prst="rect">
              <a:avLst/>
            </a:prstGeom>
          </p:spPr>
        </p:pic>
        <p:pic>
          <p:nvPicPr>
            <p:cNvPr id="9" name="Picture 8">
              <a:extLst>
                <a:ext uri="{FF2B5EF4-FFF2-40B4-BE49-F238E27FC236}">
                  <a16:creationId xmlns:a16="http://schemas.microsoft.com/office/drawing/2014/main" id="{9C24352C-5F3E-E033-ACBD-3F079D0044C4}"/>
                </a:ext>
              </a:extLst>
            </p:cNvPr>
            <p:cNvPicPr>
              <a:picLocks noChangeAspect="1"/>
            </p:cNvPicPr>
            <p:nvPr/>
          </p:nvPicPr>
          <p:blipFill>
            <a:blip r:embed="rId3"/>
            <a:stretch>
              <a:fillRect/>
            </a:stretch>
          </p:blipFill>
          <p:spPr>
            <a:xfrm>
              <a:off x="10422584" y="4113471"/>
              <a:ext cx="619216" cy="619216"/>
            </a:xfrm>
            <a:prstGeom prst="rect">
              <a:avLst/>
            </a:prstGeom>
          </p:spPr>
        </p:pic>
        <p:pic>
          <p:nvPicPr>
            <p:cNvPr id="10" name="Picture 9">
              <a:extLst>
                <a:ext uri="{FF2B5EF4-FFF2-40B4-BE49-F238E27FC236}">
                  <a16:creationId xmlns:a16="http://schemas.microsoft.com/office/drawing/2014/main" id="{A027D9D9-F0B0-AC0B-54C1-E56328230F45}"/>
                </a:ext>
              </a:extLst>
            </p:cNvPr>
            <p:cNvPicPr>
              <a:picLocks noChangeAspect="1"/>
            </p:cNvPicPr>
            <p:nvPr/>
          </p:nvPicPr>
          <p:blipFill>
            <a:blip r:embed="rId3"/>
            <a:stretch>
              <a:fillRect/>
            </a:stretch>
          </p:blipFill>
          <p:spPr>
            <a:xfrm>
              <a:off x="10513302" y="4175495"/>
              <a:ext cx="619216" cy="619216"/>
            </a:xfrm>
            <a:prstGeom prst="rect">
              <a:avLst/>
            </a:prstGeom>
          </p:spPr>
        </p:pic>
        <p:pic>
          <p:nvPicPr>
            <p:cNvPr id="12" name="Picture 11">
              <a:extLst>
                <a:ext uri="{FF2B5EF4-FFF2-40B4-BE49-F238E27FC236}">
                  <a16:creationId xmlns:a16="http://schemas.microsoft.com/office/drawing/2014/main" id="{EA7A2442-2E94-42E2-B598-BC9FAA7AD531}"/>
                </a:ext>
              </a:extLst>
            </p:cNvPr>
            <p:cNvPicPr>
              <a:picLocks noChangeAspect="1"/>
            </p:cNvPicPr>
            <p:nvPr/>
          </p:nvPicPr>
          <p:blipFill>
            <a:blip r:embed="rId3"/>
            <a:stretch>
              <a:fillRect/>
            </a:stretch>
          </p:blipFill>
          <p:spPr>
            <a:xfrm>
              <a:off x="10604019" y="4237518"/>
              <a:ext cx="619216" cy="619216"/>
            </a:xfrm>
            <a:prstGeom prst="rect">
              <a:avLst/>
            </a:prstGeom>
          </p:spPr>
        </p:pic>
        <p:pic>
          <p:nvPicPr>
            <p:cNvPr id="13" name="Picture 12">
              <a:extLst>
                <a:ext uri="{FF2B5EF4-FFF2-40B4-BE49-F238E27FC236}">
                  <a16:creationId xmlns:a16="http://schemas.microsoft.com/office/drawing/2014/main" id="{2F855934-5EBE-9518-F1C4-0CD0AC6A0810}"/>
                </a:ext>
              </a:extLst>
            </p:cNvPr>
            <p:cNvPicPr>
              <a:picLocks noChangeAspect="1"/>
            </p:cNvPicPr>
            <p:nvPr/>
          </p:nvPicPr>
          <p:blipFill>
            <a:blip r:embed="rId3"/>
            <a:stretch>
              <a:fillRect/>
            </a:stretch>
          </p:blipFill>
          <p:spPr>
            <a:xfrm>
              <a:off x="10694736" y="4299540"/>
              <a:ext cx="619216" cy="619216"/>
            </a:xfrm>
            <a:prstGeom prst="rect">
              <a:avLst/>
            </a:prstGeom>
          </p:spPr>
        </p:pic>
        <p:sp>
          <p:nvSpPr>
            <p:cNvPr id="35" name="Rectangle: Rounded Corners 34">
              <a:extLst>
                <a:ext uri="{FF2B5EF4-FFF2-40B4-BE49-F238E27FC236}">
                  <a16:creationId xmlns:a16="http://schemas.microsoft.com/office/drawing/2014/main" id="{060C952F-DA3B-E008-477B-00C44EFAED37}"/>
                </a:ext>
              </a:extLst>
            </p:cNvPr>
            <p:cNvSpPr/>
            <p:nvPr/>
          </p:nvSpPr>
          <p:spPr>
            <a:xfrm>
              <a:off x="9982551" y="4966974"/>
              <a:ext cx="1745239" cy="3094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36" name="TextBox 35">
              <a:extLst>
                <a:ext uri="{FF2B5EF4-FFF2-40B4-BE49-F238E27FC236}">
                  <a16:creationId xmlns:a16="http://schemas.microsoft.com/office/drawing/2014/main" id="{AE0CB789-00D0-AE76-2B98-3590C5F3BD3D}"/>
                </a:ext>
              </a:extLst>
            </p:cNvPr>
            <p:cNvSpPr txBox="1"/>
            <p:nvPr/>
          </p:nvSpPr>
          <p:spPr>
            <a:xfrm>
              <a:off x="10019470" y="4979268"/>
              <a:ext cx="1761446" cy="303504"/>
            </a:xfrm>
            <a:prstGeom prst="rect">
              <a:avLst/>
            </a:prstGeom>
            <a:noFill/>
          </p:spPr>
          <p:txBody>
            <a:bodyPr wrap="square" rtlCol="0">
              <a:spAutoFit/>
            </a:bodyPr>
            <a:lstStyle/>
            <a:p>
              <a:r>
                <a:rPr lang="en-GB" sz="1600" noProof="0" dirty="0"/>
                <a:t>Original Codebase</a:t>
              </a:r>
              <a:endParaRPr lang="en-GB" noProof="0" dirty="0"/>
            </a:p>
          </p:txBody>
        </p:sp>
      </p:grpSp>
      <p:sp>
        <p:nvSpPr>
          <p:cNvPr id="27" name="TextBox 26">
            <a:extLst>
              <a:ext uri="{FF2B5EF4-FFF2-40B4-BE49-F238E27FC236}">
                <a16:creationId xmlns:a16="http://schemas.microsoft.com/office/drawing/2014/main" id="{63C74859-7E7D-6665-BE35-6EF770F88556}"/>
              </a:ext>
            </a:extLst>
          </p:cNvPr>
          <p:cNvSpPr txBox="1"/>
          <p:nvPr/>
        </p:nvSpPr>
        <p:spPr>
          <a:xfrm>
            <a:off x="477078" y="1420309"/>
            <a:ext cx="5851282" cy="1122680"/>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GB" b="1" noProof="0" dirty="0"/>
              <a:t>Behaviour Registry </a:t>
            </a:r>
            <a:r>
              <a:rPr lang="en-GB" noProof="0" dirty="0"/>
              <a:t>for behaviour mapping.</a:t>
            </a:r>
          </a:p>
          <a:p>
            <a:pPr marL="285750" indent="-285750">
              <a:lnSpc>
                <a:spcPct val="200000"/>
              </a:lnSpc>
              <a:buFont typeface="Arial" panose="020B0604020202020204" pitchFamily="34" charset="0"/>
              <a:buChar char="•"/>
            </a:pPr>
            <a:r>
              <a:rPr lang="en-GB" b="1" noProof="0" dirty="0"/>
              <a:t>Behaviour Controller </a:t>
            </a:r>
            <a:r>
              <a:rPr lang="en-GB" noProof="0" dirty="0"/>
              <a:t>to externalize management.</a:t>
            </a:r>
          </a:p>
        </p:txBody>
      </p:sp>
      <p:sp>
        <p:nvSpPr>
          <p:cNvPr id="39" name="TextBox 38">
            <a:extLst>
              <a:ext uri="{FF2B5EF4-FFF2-40B4-BE49-F238E27FC236}">
                <a16:creationId xmlns:a16="http://schemas.microsoft.com/office/drawing/2014/main" id="{093D267D-AF41-D183-122C-A3C36F5D6418}"/>
              </a:ext>
            </a:extLst>
          </p:cNvPr>
          <p:cNvSpPr txBox="1"/>
          <p:nvPr/>
        </p:nvSpPr>
        <p:spPr>
          <a:xfrm>
            <a:off x="6852172" y="2516995"/>
            <a:ext cx="3220753" cy="369332"/>
          </a:xfrm>
          <a:prstGeom prst="rect">
            <a:avLst/>
          </a:prstGeom>
          <a:noFill/>
        </p:spPr>
        <p:txBody>
          <a:bodyPr wrap="none" rtlCol="0">
            <a:spAutoFit/>
          </a:bodyPr>
          <a:lstStyle/>
          <a:p>
            <a:r>
              <a:rPr lang="en-GB" b="1" noProof="0"/>
              <a:t>Instrumented Microservice</a:t>
            </a:r>
          </a:p>
        </p:txBody>
      </p:sp>
      <p:grpSp>
        <p:nvGrpSpPr>
          <p:cNvPr id="40" name="!!Step 1">
            <a:extLst>
              <a:ext uri="{FF2B5EF4-FFF2-40B4-BE49-F238E27FC236}">
                <a16:creationId xmlns:a16="http://schemas.microsoft.com/office/drawing/2014/main" id="{36E7B611-1135-A44A-8E16-FAAFAB7AFC35}"/>
              </a:ext>
            </a:extLst>
          </p:cNvPr>
          <p:cNvGrpSpPr/>
          <p:nvPr/>
        </p:nvGrpSpPr>
        <p:grpSpPr>
          <a:xfrm>
            <a:off x="477078" y="-1504143"/>
            <a:ext cx="5729194" cy="894522"/>
            <a:chOff x="477078" y="2327077"/>
            <a:chExt cx="5729194" cy="894522"/>
          </a:xfrm>
        </p:grpSpPr>
        <p:sp>
          <p:nvSpPr>
            <p:cNvPr id="41" name="Oval 40">
              <a:extLst>
                <a:ext uri="{FF2B5EF4-FFF2-40B4-BE49-F238E27FC236}">
                  <a16:creationId xmlns:a16="http://schemas.microsoft.com/office/drawing/2014/main" id="{81ADD080-4206-E76C-BB86-003D72B70AD2}"/>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1</a:t>
              </a:r>
              <a:endParaRPr lang="en-GB" b="1" noProof="0"/>
            </a:p>
          </p:txBody>
        </p:sp>
        <p:sp>
          <p:nvSpPr>
            <p:cNvPr id="42" name="TextBox 41">
              <a:extLst>
                <a:ext uri="{FF2B5EF4-FFF2-40B4-BE49-F238E27FC236}">
                  <a16:creationId xmlns:a16="http://schemas.microsoft.com/office/drawing/2014/main" id="{9877B06B-7E6E-57AD-5149-BD34A1B5CA44}"/>
                </a:ext>
              </a:extLst>
            </p:cNvPr>
            <p:cNvSpPr txBox="1"/>
            <p:nvPr/>
          </p:nvSpPr>
          <p:spPr>
            <a:xfrm>
              <a:off x="1659835" y="2589672"/>
              <a:ext cx="4546437" cy="369332"/>
            </a:xfrm>
            <a:prstGeom prst="rect">
              <a:avLst/>
            </a:prstGeom>
            <a:noFill/>
          </p:spPr>
          <p:txBody>
            <a:bodyPr wrap="none" rtlCol="0">
              <a:spAutoFit/>
            </a:bodyPr>
            <a:lstStyle/>
            <a:p>
              <a:r>
                <a:rPr lang="en-GB" b="1" noProof="0"/>
                <a:t>Copy</a:t>
              </a:r>
              <a:r>
                <a:rPr lang="en-GB" noProof="0"/>
                <a:t> of the original microservice project.</a:t>
              </a:r>
            </a:p>
          </p:txBody>
        </p:sp>
      </p:grpSp>
      <p:sp>
        <p:nvSpPr>
          <p:cNvPr id="6" name="Position Fluo">
            <a:extLst>
              <a:ext uri="{FF2B5EF4-FFF2-40B4-BE49-F238E27FC236}">
                <a16:creationId xmlns:a16="http://schemas.microsoft.com/office/drawing/2014/main" id="{49DB1536-1F64-233A-9E14-98BEA018E3E7}"/>
              </a:ext>
            </a:extLst>
          </p:cNvPr>
          <p:cNvSpPr>
            <a:spLocks noChangeAspect="1"/>
          </p:cNvSpPr>
          <p:nvPr/>
        </p:nvSpPr>
        <p:spPr>
          <a:xfrm>
            <a:off x="1066937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59" name="!!Step 3">
            <a:extLst>
              <a:ext uri="{FF2B5EF4-FFF2-40B4-BE49-F238E27FC236}">
                <a16:creationId xmlns:a16="http://schemas.microsoft.com/office/drawing/2014/main" id="{AC00854C-E4BB-1CDF-A913-17B23BD9EE88}"/>
              </a:ext>
            </a:extLst>
          </p:cNvPr>
          <p:cNvGrpSpPr/>
          <p:nvPr/>
        </p:nvGrpSpPr>
        <p:grpSpPr>
          <a:xfrm>
            <a:off x="442148" y="8896956"/>
            <a:ext cx="7933323" cy="894522"/>
            <a:chOff x="477078" y="2327077"/>
            <a:chExt cx="7933323" cy="894522"/>
          </a:xfrm>
        </p:grpSpPr>
        <p:sp>
          <p:nvSpPr>
            <p:cNvPr id="60" name="Oval 59">
              <a:extLst>
                <a:ext uri="{FF2B5EF4-FFF2-40B4-BE49-F238E27FC236}">
                  <a16:creationId xmlns:a16="http://schemas.microsoft.com/office/drawing/2014/main" id="{0099F341-8F95-ACBA-9331-99FF6560BA16}"/>
                </a:ext>
              </a:extLst>
            </p:cNvPr>
            <p:cNvSpPr/>
            <p:nvPr/>
          </p:nvSpPr>
          <p:spPr>
            <a:xfrm>
              <a:off x="477078" y="2327077"/>
              <a:ext cx="894522" cy="8945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0"/>
                <a:t>3</a:t>
              </a:r>
              <a:endParaRPr lang="en-GB" b="1" noProof="0"/>
            </a:p>
          </p:txBody>
        </p:sp>
        <p:sp>
          <p:nvSpPr>
            <p:cNvPr id="61" name="TextBox 60">
              <a:extLst>
                <a:ext uri="{FF2B5EF4-FFF2-40B4-BE49-F238E27FC236}">
                  <a16:creationId xmlns:a16="http://schemas.microsoft.com/office/drawing/2014/main" id="{5C3E5CED-1703-BAAB-EE73-C79C08158D00}"/>
                </a:ext>
              </a:extLst>
            </p:cNvPr>
            <p:cNvSpPr txBox="1"/>
            <p:nvPr/>
          </p:nvSpPr>
          <p:spPr>
            <a:xfrm>
              <a:off x="1659835" y="2589672"/>
              <a:ext cx="6750566" cy="369332"/>
            </a:xfrm>
            <a:prstGeom prst="rect">
              <a:avLst/>
            </a:prstGeom>
            <a:noFill/>
          </p:spPr>
          <p:txBody>
            <a:bodyPr wrap="none" rtlCol="0">
              <a:spAutoFit/>
            </a:bodyPr>
            <a:lstStyle/>
            <a:p>
              <a:r>
                <a:rPr lang="en-GB" noProof="0" dirty="0"/>
                <a:t>Incorporation of </a:t>
              </a:r>
              <a:r>
                <a:rPr lang="en-GB" b="1" noProof="0" dirty="0"/>
                <a:t>switching logic</a:t>
              </a:r>
              <a:r>
                <a:rPr lang="en-GB" noProof="0" dirty="0"/>
                <a:t> for all methods with variants.</a:t>
              </a:r>
            </a:p>
          </p:txBody>
        </p:sp>
      </p:grpSp>
      <p:sp>
        <p:nvSpPr>
          <p:cNvPr id="75" name="!!Arc">
            <a:extLst>
              <a:ext uri="{FF2B5EF4-FFF2-40B4-BE49-F238E27FC236}">
                <a16:creationId xmlns:a16="http://schemas.microsoft.com/office/drawing/2014/main" id="{F31E542E-9018-BBB8-B913-8D1ADE8330F3}"/>
              </a:ext>
            </a:extLst>
          </p:cNvPr>
          <p:cNvSpPr/>
          <p:nvPr/>
        </p:nvSpPr>
        <p:spPr>
          <a:xfrm flipV="1">
            <a:off x="6607937" y="4106051"/>
            <a:ext cx="3288222" cy="1336388"/>
          </a:xfrm>
          <a:prstGeom prst="arc">
            <a:avLst>
              <a:gd name="adj1" fmla="val 16766762"/>
              <a:gd name="adj2" fmla="val 74138"/>
            </a:avLst>
          </a:prstGeom>
          <a:ln w="38100">
            <a:solidFill>
              <a:srgbClr val="FF0000"/>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76" name="Group 75">
            <a:extLst>
              <a:ext uri="{FF2B5EF4-FFF2-40B4-BE49-F238E27FC236}">
                <a16:creationId xmlns:a16="http://schemas.microsoft.com/office/drawing/2014/main" id="{3D2C9BF5-6FA1-451C-13CC-F75C3ED9B0C3}"/>
              </a:ext>
            </a:extLst>
          </p:cNvPr>
          <p:cNvGrpSpPr/>
          <p:nvPr/>
        </p:nvGrpSpPr>
        <p:grpSpPr>
          <a:xfrm>
            <a:off x="10278334" y="0"/>
            <a:ext cx="987657" cy="297132"/>
            <a:chOff x="10278334" y="0"/>
            <a:chExt cx="987657" cy="297132"/>
          </a:xfrm>
        </p:grpSpPr>
        <p:grpSp>
          <p:nvGrpSpPr>
            <p:cNvPr id="77" name="Group 76">
              <a:extLst>
                <a:ext uri="{FF2B5EF4-FFF2-40B4-BE49-F238E27FC236}">
                  <a16:creationId xmlns:a16="http://schemas.microsoft.com/office/drawing/2014/main" id="{A4662F9F-2ECF-5000-98B7-3A4F81F1AD19}"/>
                </a:ext>
              </a:extLst>
            </p:cNvPr>
            <p:cNvGrpSpPr/>
            <p:nvPr/>
          </p:nvGrpSpPr>
          <p:grpSpPr>
            <a:xfrm>
              <a:off x="10278334" y="0"/>
              <a:ext cx="336385" cy="294592"/>
              <a:chOff x="10278334" y="0"/>
              <a:chExt cx="336385" cy="294592"/>
            </a:xfrm>
          </p:grpSpPr>
          <p:sp>
            <p:nvSpPr>
              <p:cNvPr id="88" name="Rectangle 87">
                <a:extLst>
                  <a:ext uri="{FF2B5EF4-FFF2-40B4-BE49-F238E27FC236}">
                    <a16:creationId xmlns:a16="http://schemas.microsoft.com/office/drawing/2014/main" id="{DD869828-0957-338D-4E8E-5063FCD6453B}"/>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Oval 88">
                <a:extLst>
                  <a:ext uri="{FF2B5EF4-FFF2-40B4-BE49-F238E27FC236}">
                    <a16:creationId xmlns:a16="http://schemas.microsoft.com/office/drawing/2014/main" id="{E5AE2BBA-366B-C132-770C-B6F74E49BF65}"/>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TextBox 89">
                <a:extLst>
                  <a:ext uri="{FF2B5EF4-FFF2-40B4-BE49-F238E27FC236}">
                    <a16:creationId xmlns:a16="http://schemas.microsoft.com/office/drawing/2014/main" id="{3B4D47B8-1C31-3AE8-D53A-B7C8135A7BC9}"/>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78" name="Group 77">
              <a:extLst>
                <a:ext uri="{FF2B5EF4-FFF2-40B4-BE49-F238E27FC236}">
                  <a16:creationId xmlns:a16="http://schemas.microsoft.com/office/drawing/2014/main" id="{55525427-92C4-E8F2-9F82-0B67A1E33AD4}"/>
                </a:ext>
              </a:extLst>
            </p:cNvPr>
            <p:cNvGrpSpPr/>
            <p:nvPr/>
          </p:nvGrpSpPr>
          <p:grpSpPr>
            <a:xfrm>
              <a:off x="10605240" y="0"/>
              <a:ext cx="336385" cy="297132"/>
              <a:chOff x="10289176" y="0"/>
              <a:chExt cx="336385" cy="297132"/>
            </a:xfrm>
          </p:grpSpPr>
          <p:sp>
            <p:nvSpPr>
              <p:cNvPr id="84" name="Rectangle 83">
                <a:extLst>
                  <a:ext uri="{FF2B5EF4-FFF2-40B4-BE49-F238E27FC236}">
                    <a16:creationId xmlns:a16="http://schemas.microsoft.com/office/drawing/2014/main" id="{90F539D3-63B8-A3F1-2B68-7108B35C2AE3}"/>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5" name="Group 84">
                <a:extLst>
                  <a:ext uri="{FF2B5EF4-FFF2-40B4-BE49-F238E27FC236}">
                    <a16:creationId xmlns:a16="http://schemas.microsoft.com/office/drawing/2014/main" id="{865D2ACF-F12D-40BE-65A3-811CA6C14F87}"/>
                  </a:ext>
                </a:extLst>
              </p:cNvPr>
              <p:cNvGrpSpPr/>
              <p:nvPr/>
            </p:nvGrpSpPr>
            <p:grpSpPr>
              <a:xfrm>
                <a:off x="10289176" y="81688"/>
                <a:ext cx="336385" cy="215444"/>
                <a:chOff x="5178425" y="855322"/>
                <a:chExt cx="336385" cy="215444"/>
              </a:xfrm>
            </p:grpSpPr>
            <p:sp>
              <p:nvSpPr>
                <p:cNvPr id="86" name="Oval 85">
                  <a:extLst>
                    <a:ext uri="{FF2B5EF4-FFF2-40B4-BE49-F238E27FC236}">
                      <a16:creationId xmlns:a16="http://schemas.microsoft.com/office/drawing/2014/main" id="{A7FEA851-48EC-346F-A815-C25519DFE173}"/>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TextBox 86">
                  <a:extLst>
                    <a:ext uri="{FF2B5EF4-FFF2-40B4-BE49-F238E27FC236}">
                      <a16:creationId xmlns:a16="http://schemas.microsoft.com/office/drawing/2014/main" id="{CACBA432-B696-9594-38EE-67A85FAD9EB2}"/>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79" name="Group 78">
              <a:extLst>
                <a:ext uri="{FF2B5EF4-FFF2-40B4-BE49-F238E27FC236}">
                  <a16:creationId xmlns:a16="http://schemas.microsoft.com/office/drawing/2014/main" id="{1D205DF9-027C-E237-790B-4E4B439CF6AB}"/>
                </a:ext>
              </a:extLst>
            </p:cNvPr>
            <p:cNvGrpSpPr/>
            <p:nvPr/>
          </p:nvGrpSpPr>
          <p:grpSpPr>
            <a:xfrm>
              <a:off x="10929606" y="0"/>
              <a:ext cx="336385" cy="297132"/>
              <a:chOff x="10880361" y="0"/>
              <a:chExt cx="336385" cy="297132"/>
            </a:xfrm>
          </p:grpSpPr>
          <p:sp>
            <p:nvSpPr>
              <p:cNvPr id="80" name="Rectangle 79">
                <a:extLst>
                  <a:ext uri="{FF2B5EF4-FFF2-40B4-BE49-F238E27FC236}">
                    <a16:creationId xmlns:a16="http://schemas.microsoft.com/office/drawing/2014/main" id="{DC211128-33C9-105A-2654-F62482E3F72C}"/>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 name="Group 80">
                <a:extLst>
                  <a:ext uri="{FF2B5EF4-FFF2-40B4-BE49-F238E27FC236}">
                    <a16:creationId xmlns:a16="http://schemas.microsoft.com/office/drawing/2014/main" id="{B8ADAA8F-F8D3-6513-2893-756324AF9167}"/>
                  </a:ext>
                </a:extLst>
              </p:cNvPr>
              <p:cNvGrpSpPr/>
              <p:nvPr/>
            </p:nvGrpSpPr>
            <p:grpSpPr>
              <a:xfrm>
                <a:off x="10880361" y="81688"/>
                <a:ext cx="336385" cy="215444"/>
                <a:chOff x="5180965" y="851650"/>
                <a:chExt cx="336385" cy="215444"/>
              </a:xfrm>
            </p:grpSpPr>
            <p:sp>
              <p:nvSpPr>
                <p:cNvPr id="82" name="Oval 81">
                  <a:extLst>
                    <a:ext uri="{FF2B5EF4-FFF2-40B4-BE49-F238E27FC236}">
                      <a16:creationId xmlns:a16="http://schemas.microsoft.com/office/drawing/2014/main" id="{D41535E9-D4F4-C640-BA7E-A0D140EF7A66}"/>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TextBox 82">
                  <a:extLst>
                    <a:ext uri="{FF2B5EF4-FFF2-40B4-BE49-F238E27FC236}">
                      <a16:creationId xmlns:a16="http://schemas.microsoft.com/office/drawing/2014/main" id="{FCD5BCA7-69C5-BCD1-9CB5-49B961AD9130}"/>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7862886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wipe(right)">
                                      <p:cBhvr>
                                        <p:cTn id="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AAA49-FABE-D7F8-D665-E3487FB2BA7C}"/>
            </a:ext>
          </a:extLst>
        </p:cNvPr>
        <p:cNvGrpSpPr/>
        <p:nvPr/>
      </p:nvGrpSpPr>
      <p:grpSpPr>
        <a:xfrm>
          <a:off x="0" y="0"/>
          <a:ext cx="0" cy="0"/>
          <a:chOff x="0" y="0"/>
          <a:chExt cx="0" cy="0"/>
        </a:xfrm>
      </p:grpSpPr>
      <p:cxnSp>
        <p:nvCxnSpPr>
          <p:cNvPr id="109" name="Straight Connector 108">
            <a:extLst>
              <a:ext uri="{FF2B5EF4-FFF2-40B4-BE49-F238E27FC236}">
                <a16:creationId xmlns:a16="http://schemas.microsoft.com/office/drawing/2014/main" id="{07506EEA-3B05-2D54-F84D-35AE653D18B6}"/>
              </a:ext>
            </a:extLst>
          </p:cNvPr>
          <p:cNvCxnSpPr>
            <a:cxnSpLocks/>
          </p:cNvCxnSpPr>
          <p:nvPr/>
        </p:nvCxnSpPr>
        <p:spPr>
          <a:xfrm>
            <a:off x="-1493430" y="5162224"/>
            <a:ext cx="10904990"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F40A16A-F69C-F171-F877-807C704535AD}"/>
              </a:ext>
            </a:extLst>
          </p:cNvPr>
          <p:cNvCxnSpPr>
            <a:cxnSpLocks/>
          </p:cNvCxnSpPr>
          <p:nvPr/>
        </p:nvCxnSpPr>
        <p:spPr>
          <a:xfrm flipV="1">
            <a:off x="-1743583" y="2948628"/>
            <a:ext cx="8645675" cy="4684822"/>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4" name="Hide Diagonal Message Line">
            <a:extLst>
              <a:ext uri="{FF2B5EF4-FFF2-40B4-BE49-F238E27FC236}">
                <a16:creationId xmlns:a16="http://schemas.microsoft.com/office/drawing/2014/main" id="{17618D7D-33F9-CC24-5B4D-C300F4AE8557}"/>
              </a:ext>
            </a:extLst>
          </p:cNvPr>
          <p:cNvSpPr/>
          <p:nvPr/>
        </p:nvSpPr>
        <p:spPr>
          <a:xfrm>
            <a:off x="-481916" y="4571258"/>
            <a:ext cx="1760139" cy="12229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8" name="Hide Diagonal Message Line">
            <a:extLst>
              <a:ext uri="{FF2B5EF4-FFF2-40B4-BE49-F238E27FC236}">
                <a16:creationId xmlns:a16="http://schemas.microsoft.com/office/drawing/2014/main" id="{0565CC54-A75D-3898-DA18-7CB164AD657C}"/>
              </a:ext>
            </a:extLst>
          </p:cNvPr>
          <p:cNvSpPr/>
          <p:nvPr/>
        </p:nvSpPr>
        <p:spPr>
          <a:xfrm>
            <a:off x="-233526" y="5866696"/>
            <a:ext cx="1760139" cy="12229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7" name="Hide Diagonal Message Line">
            <a:extLst>
              <a:ext uri="{FF2B5EF4-FFF2-40B4-BE49-F238E27FC236}">
                <a16:creationId xmlns:a16="http://schemas.microsoft.com/office/drawing/2014/main" id="{AD08CAF4-7A50-66DA-EC20-3AB1948326D5}"/>
              </a:ext>
            </a:extLst>
          </p:cNvPr>
          <p:cNvSpPr/>
          <p:nvPr/>
        </p:nvSpPr>
        <p:spPr>
          <a:xfrm>
            <a:off x="7782818" y="-763929"/>
            <a:ext cx="4948868" cy="354650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8" name="Hide Diagonal Message Line">
            <a:extLst>
              <a:ext uri="{FF2B5EF4-FFF2-40B4-BE49-F238E27FC236}">
                <a16:creationId xmlns:a16="http://schemas.microsoft.com/office/drawing/2014/main" id="{4618940C-E084-7D33-69BC-1325F823BB0A}"/>
              </a:ext>
            </a:extLst>
          </p:cNvPr>
          <p:cNvSpPr/>
          <p:nvPr/>
        </p:nvSpPr>
        <p:spPr>
          <a:xfrm>
            <a:off x="10894533" y="4522513"/>
            <a:ext cx="1760139" cy="12229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olo 1">
            <a:extLst>
              <a:ext uri="{FF2B5EF4-FFF2-40B4-BE49-F238E27FC236}">
                <a16:creationId xmlns:a16="http://schemas.microsoft.com/office/drawing/2014/main" id="{F19504E8-0B1C-BCE5-8BA1-86BDD1451668}"/>
              </a:ext>
            </a:extLst>
          </p:cNvPr>
          <p:cNvSpPr>
            <a:spLocks noGrp="1"/>
          </p:cNvSpPr>
          <p:nvPr>
            <p:ph type="title"/>
          </p:nvPr>
        </p:nvSpPr>
        <p:spPr>
          <a:xfrm>
            <a:off x="334963" y="808073"/>
            <a:ext cx="11522075" cy="840083"/>
          </a:xfrm>
        </p:spPr>
        <p:txBody>
          <a:bodyPr/>
          <a:lstStyle/>
          <a:p>
            <a:r>
              <a:rPr lang="en-GB" noProof="0"/>
              <a:t>Centralised Behavioural Management</a:t>
            </a:r>
          </a:p>
        </p:txBody>
      </p:sp>
      <p:sp>
        <p:nvSpPr>
          <p:cNvPr id="3" name="Segnaposto data 2">
            <a:extLst>
              <a:ext uri="{FF2B5EF4-FFF2-40B4-BE49-F238E27FC236}">
                <a16:creationId xmlns:a16="http://schemas.microsoft.com/office/drawing/2014/main" id="{55FF2D93-AB14-FE0D-CAE3-2F91468DAABE}"/>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D432C23F-6E17-5205-160B-375CC4D00D7E}"/>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A1356587-5024-FCF9-DA0A-6C8BEDBA50B2}"/>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17</a:t>
            </a:fld>
            <a:endParaRPr lang="en-GB" noProof="0"/>
          </a:p>
        </p:txBody>
      </p:sp>
      <p:sp>
        <p:nvSpPr>
          <p:cNvPr id="22" name="TextBox 21">
            <a:extLst>
              <a:ext uri="{FF2B5EF4-FFF2-40B4-BE49-F238E27FC236}">
                <a16:creationId xmlns:a16="http://schemas.microsoft.com/office/drawing/2014/main" id="{FB4B9C64-9E52-815E-963A-67FBC5532688}"/>
              </a:ext>
            </a:extLst>
          </p:cNvPr>
          <p:cNvSpPr txBox="1"/>
          <p:nvPr/>
        </p:nvSpPr>
        <p:spPr>
          <a:xfrm>
            <a:off x="1151735" y="1908313"/>
            <a:ext cx="184731" cy="369332"/>
          </a:xfrm>
          <a:prstGeom prst="rect">
            <a:avLst/>
          </a:prstGeom>
          <a:noFill/>
        </p:spPr>
        <p:txBody>
          <a:bodyPr wrap="none" rtlCol="0">
            <a:spAutoFit/>
          </a:bodyPr>
          <a:lstStyle/>
          <a:p>
            <a:endParaRPr lang="en-GB" noProof="0"/>
          </a:p>
        </p:txBody>
      </p:sp>
      <p:sp>
        <p:nvSpPr>
          <p:cNvPr id="6" name="TextBox 5">
            <a:extLst>
              <a:ext uri="{FF2B5EF4-FFF2-40B4-BE49-F238E27FC236}">
                <a16:creationId xmlns:a16="http://schemas.microsoft.com/office/drawing/2014/main" id="{9A3C2CBA-8D1C-98EA-5694-16C1EE4CC907}"/>
              </a:ext>
            </a:extLst>
          </p:cNvPr>
          <p:cNvSpPr txBox="1"/>
          <p:nvPr/>
        </p:nvSpPr>
        <p:spPr>
          <a:xfrm>
            <a:off x="277087" y="1338082"/>
            <a:ext cx="10962840" cy="880306"/>
          </a:xfrm>
          <a:prstGeom prst="rect">
            <a:avLst/>
          </a:prstGeom>
          <a:noFill/>
        </p:spPr>
        <p:txBody>
          <a:bodyPr wrap="square" rtlCol="0">
            <a:spAutoFit/>
          </a:bodyPr>
          <a:lstStyle/>
          <a:p>
            <a:pPr>
              <a:lnSpc>
                <a:spcPct val="150000"/>
              </a:lnSpc>
            </a:pPr>
            <a:r>
              <a:rPr lang="en-GB"/>
              <a:t>Thanks to the injected </a:t>
            </a:r>
            <a:r>
              <a:rPr lang="en-GB" b="1"/>
              <a:t>Behaviour Controller</a:t>
            </a:r>
            <a:r>
              <a:rPr lang="en-GB"/>
              <a:t>, it is possible to attach to the instrumented microservices and </a:t>
            </a:r>
            <a:r>
              <a:rPr lang="en-GB" b="1"/>
              <a:t>manage </a:t>
            </a:r>
            <a:r>
              <a:rPr lang="en-GB"/>
              <a:t>their behavioural configuration.</a:t>
            </a:r>
          </a:p>
        </p:txBody>
      </p:sp>
      <p:sp>
        <p:nvSpPr>
          <p:cNvPr id="14" name="InjectionOval">
            <a:extLst>
              <a:ext uri="{FF2B5EF4-FFF2-40B4-BE49-F238E27FC236}">
                <a16:creationId xmlns:a16="http://schemas.microsoft.com/office/drawing/2014/main" id="{032F7C3C-3E58-6711-F2F5-BC0AA457496E}"/>
              </a:ext>
            </a:extLst>
          </p:cNvPr>
          <p:cNvSpPr/>
          <p:nvPr/>
        </p:nvSpPr>
        <p:spPr>
          <a:xfrm>
            <a:off x="8925820" y="3585476"/>
            <a:ext cx="3108698" cy="3121795"/>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GB" noProof="0"/>
          </a:p>
        </p:txBody>
      </p:sp>
      <p:grpSp>
        <p:nvGrpSpPr>
          <p:cNvPr id="16" name="BehaviourRegistry">
            <a:extLst>
              <a:ext uri="{FF2B5EF4-FFF2-40B4-BE49-F238E27FC236}">
                <a16:creationId xmlns:a16="http://schemas.microsoft.com/office/drawing/2014/main" id="{BDC9A6A0-30DA-943B-6A79-8574B73809AF}"/>
              </a:ext>
            </a:extLst>
          </p:cNvPr>
          <p:cNvGrpSpPr/>
          <p:nvPr/>
        </p:nvGrpSpPr>
        <p:grpSpPr>
          <a:xfrm>
            <a:off x="9771801" y="5681979"/>
            <a:ext cx="1542857" cy="871288"/>
            <a:chOff x="7974408" y="3154378"/>
            <a:chExt cx="1818592" cy="1081767"/>
          </a:xfrm>
        </p:grpSpPr>
        <p:pic>
          <p:nvPicPr>
            <p:cNvPr id="17" name="Picture 16">
              <a:extLst>
                <a:ext uri="{FF2B5EF4-FFF2-40B4-BE49-F238E27FC236}">
                  <a16:creationId xmlns:a16="http://schemas.microsoft.com/office/drawing/2014/main" id="{19BBDB2A-8DFA-6EFD-077C-AC429AB736E3}"/>
                </a:ext>
              </a:extLst>
            </p:cNvPr>
            <p:cNvPicPr>
              <a:picLocks noChangeAspect="1"/>
            </p:cNvPicPr>
            <p:nvPr/>
          </p:nvPicPr>
          <p:blipFill>
            <a:blip r:embed="rId3"/>
            <a:stretch>
              <a:fillRect/>
            </a:stretch>
          </p:blipFill>
          <p:spPr>
            <a:xfrm>
              <a:off x="8397291" y="3154378"/>
              <a:ext cx="897069" cy="897069"/>
            </a:xfrm>
            <a:prstGeom prst="rect">
              <a:avLst/>
            </a:prstGeom>
          </p:spPr>
        </p:pic>
        <p:grpSp>
          <p:nvGrpSpPr>
            <p:cNvPr id="19" name="Group 18">
              <a:extLst>
                <a:ext uri="{FF2B5EF4-FFF2-40B4-BE49-F238E27FC236}">
                  <a16:creationId xmlns:a16="http://schemas.microsoft.com/office/drawing/2014/main" id="{37EF9B12-EE3B-A79F-FCC6-55777760F1D5}"/>
                </a:ext>
              </a:extLst>
            </p:cNvPr>
            <p:cNvGrpSpPr/>
            <p:nvPr/>
          </p:nvGrpSpPr>
          <p:grpSpPr>
            <a:xfrm>
              <a:off x="7974408" y="3890846"/>
              <a:ext cx="1818592" cy="345299"/>
              <a:chOff x="7876493" y="2728183"/>
              <a:chExt cx="1866330" cy="346070"/>
            </a:xfrm>
          </p:grpSpPr>
          <p:sp>
            <p:nvSpPr>
              <p:cNvPr id="21" name="Rectangle: Rounded Corners 20">
                <a:extLst>
                  <a:ext uri="{FF2B5EF4-FFF2-40B4-BE49-F238E27FC236}">
                    <a16:creationId xmlns:a16="http://schemas.microsoft.com/office/drawing/2014/main" id="{14AB0780-C202-72E6-E94F-D454A74E78A2}"/>
                  </a:ext>
                </a:extLst>
              </p:cNvPr>
              <p:cNvSpPr/>
              <p:nvPr/>
            </p:nvSpPr>
            <p:spPr>
              <a:xfrm>
                <a:off x="7876493" y="2728183"/>
                <a:ext cx="1866330" cy="34591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40" name="TextBox 39">
                <a:extLst>
                  <a:ext uri="{FF2B5EF4-FFF2-40B4-BE49-F238E27FC236}">
                    <a16:creationId xmlns:a16="http://schemas.microsoft.com/office/drawing/2014/main" id="{100A5C20-99D1-BAA8-67B4-098504D9BF4E}"/>
                  </a:ext>
                </a:extLst>
              </p:cNvPr>
              <p:cNvSpPr txBox="1"/>
              <p:nvPr/>
            </p:nvSpPr>
            <p:spPr>
              <a:xfrm>
                <a:off x="7910168" y="2729570"/>
                <a:ext cx="1803739" cy="344683"/>
              </a:xfrm>
              <a:prstGeom prst="rect">
                <a:avLst/>
              </a:prstGeom>
              <a:noFill/>
            </p:spPr>
            <p:txBody>
              <a:bodyPr wrap="none" rtlCol="0">
                <a:spAutoFit/>
              </a:bodyPr>
              <a:lstStyle/>
              <a:p>
                <a:r>
                  <a:rPr lang="en-GB" sz="1200" noProof="0" err="1"/>
                  <a:t>BehaviourRegistry</a:t>
                </a:r>
                <a:endParaRPr lang="en-GB" sz="1200" noProof="0"/>
              </a:p>
            </p:txBody>
          </p:sp>
        </p:grpSp>
      </p:grpSp>
      <p:grpSp>
        <p:nvGrpSpPr>
          <p:cNvPr id="41" name="BehaviourController">
            <a:extLst>
              <a:ext uri="{FF2B5EF4-FFF2-40B4-BE49-F238E27FC236}">
                <a16:creationId xmlns:a16="http://schemas.microsoft.com/office/drawing/2014/main" id="{E532E6E0-032D-C032-A2F0-E44ADE0A2B25}"/>
              </a:ext>
            </a:extLst>
          </p:cNvPr>
          <p:cNvGrpSpPr/>
          <p:nvPr/>
        </p:nvGrpSpPr>
        <p:grpSpPr>
          <a:xfrm>
            <a:off x="8775611" y="4629199"/>
            <a:ext cx="1647463" cy="880453"/>
            <a:chOff x="7516471" y="4670661"/>
            <a:chExt cx="1834418" cy="992166"/>
          </a:xfrm>
        </p:grpSpPr>
        <p:pic>
          <p:nvPicPr>
            <p:cNvPr id="42" name="Picture 41">
              <a:extLst>
                <a:ext uri="{FF2B5EF4-FFF2-40B4-BE49-F238E27FC236}">
                  <a16:creationId xmlns:a16="http://schemas.microsoft.com/office/drawing/2014/main" id="{B4351DEA-283C-D0FC-F447-61DC462D263C}"/>
                </a:ext>
              </a:extLst>
            </p:cNvPr>
            <p:cNvPicPr>
              <a:picLocks noChangeAspect="1"/>
            </p:cNvPicPr>
            <p:nvPr/>
          </p:nvPicPr>
          <p:blipFill>
            <a:blip r:embed="rId3"/>
            <a:stretch>
              <a:fillRect/>
            </a:stretch>
          </p:blipFill>
          <p:spPr>
            <a:xfrm>
              <a:off x="7948756" y="4670661"/>
              <a:ext cx="897911" cy="897910"/>
            </a:xfrm>
            <a:prstGeom prst="rect">
              <a:avLst/>
            </a:prstGeom>
          </p:spPr>
        </p:pic>
        <p:grpSp>
          <p:nvGrpSpPr>
            <p:cNvPr id="43" name="Group 42">
              <a:extLst>
                <a:ext uri="{FF2B5EF4-FFF2-40B4-BE49-F238E27FC236}">
                  <a16:creationId xmlns:a16="http://schemas.microsoft.com/office/drawing/2014/main" id="{05162130-379F-9838-2535-F2B03CA424D9}"/>
                </a:ext>
              </a:extLst>
            </p:cNvPr>
            <p:cNvGrpSpPr/>
            <p:nvPr/>
          </p:nvGrpSpPr>
          <p:grpSpPr>
            <a:xfrm>
              <a:off x="7516471" y="5349293"/>
              <a:ext cx="1834418" cy="313534"/>
              <a:chOff x="7731064" y="2741676"/>
              <a:chExt cx="1771732" cy="314234"/>
            </a:xfrm>
          </p:grpSpPr>
          <p:sp>
            <p:nvSpPr>
              <p:cNvPr id="44" name="Rectangle: Rounded Corners 43">
                <a:extLst>
                  <a:ext uri="{FF2B5EF4-FFF2-40B4-BE49-F238E27FC236}">
                    <a16:creationId xmlns:a16="http://schemas.microsoft.com/office/drawing/2014/main" id="{67634859-A37A-39DE-9048-B9252A2A3D11}"/>
                  </a:ext>
                </a:extLst>
              </p:cNvPr>
              <p:cNvSpPr/>
              <p:nvPr/>
            </p:nvSpPr>
            <p:spPr>
              <a:xfrm>
                <a:off x="7731064" y="2741676"/>
                <a:ext cx="1771732" cy="31117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45" name="TextBox 44">
                <a:extLst>
                  <a:ext uri="{FF2B5EF4-FFF2-40B4-BE49-F238E27FC236}">
                    <a16:creationId xmlns:a16="http://schemas.microsoft.com/office/drawing/2014/main" id="{1D758B9F-CD68-E885-6A92-4E1A0D7D300A}"/>
                  </a:ext>
                </a:extLst>
              </p:cNvPr>
              <p:cNvSpPr txBox="1"/>
              <p:nvPr/>
            </p:nvSpPr>
            <p:spPr>
              <a:xfrm>
                <a:off x="7764740" y="2743068"/>
                <a:ext cx="1738056" cy="312842"/>
              </a:xfrm>
              <a:prstGeom prst="rect">
                <a:avLst/>
              </a:prstGeom>
              <a:noFill/>
            </p:spPr>
            <p:txBody>
              <a:bodyPr wrap="none" rtlCol="0">
                <a:spAutoFit/>
              </a:bodyPr>
              <a:lstStyle/>
              <a:p>
                <a:r>
                  <a:rPr lang="en-GB" sz="1200" noProof="0" err="1"/>
                  <a:t>BehaviourController</a:t>
                </a:r>
                <a:endParaRPr lang="en-GB" sz="1200" noProof="0"/>
              </a:p>
            </p:txBody>
          </p:sp>
        </p:grpSp>
      </p:grpSp>
      <p:grpSp>
        <p:nvGrpSpPr>
          <p:cNvPr id="31" name="Original Code">
            <a:extLst>
              <a:ext uri="{FF2B5EF4-FFF2-40B4-BE49-F238E27FC236}">
                <a16:creationId xmlns:a16="http://schemas.microsoft.com/office/drawing/2014/main" id="{42C80627-2537-5D91-FE18-E94D6E4F04B3}"/>
              </a:ext>
            </a:extLst>
          </p:cNvPr>
          <p:cNvGrpSpPr/>
          <p:nvPr/>
        </p:nvGrpSpPr>
        <p:grpSpPr>
          <a:xfrm>
            <a:off x="10336982" y="3880781"/>
            <a:ext cx="1515152" cy="1291704"/>
            <a:chOff x="9982550" y="3763713"/>
            <a:chExt cx="1782160" cy="1547382"/>
          </a:xfrm>
        </p:grpSpPr>
        <p:sp>
          <p:nvSpPr>
            <p:cNvPr id="32" name="Oval 31">
              <a:extLst>
                <a:ext uri="{FF2B5EF4-FFF2-40B4-BE49-F238E27FC236}">
                  <a16:creationId xmlns:a16="http://schemas.microsoft.com/office/drawing/2014/main" id="{F486021B-0DC5-9A41-FCC6-C5ED7523365A}"/>
                </a:ext>
              </a:extLst>
            </p:cNvPr>
            <p:cNvSpPr/>
            <p:nvPr/>
          </p:nvSpPr>
          <p:spPr>
            <a:xfrm>
              <a:off x="10091466" y="3763713"/>
              <a:ext cx="1446144" cy="144614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noProof="0"/>
            </a:p>
          </p:txBody>
        </p:sp>
        <p:pic>
          <p:nvPicPr>
            <p:cNvPr id="33" name="Picture 32">
              <a:extLst>
                <a:ext uri="{FF2B5EF4-FFF2-40B4-BE49-F238E27FC236}">
                  <a16:creationId xmlns:a16="http://schemas.microsoft.com/office/drawing/2014/main" id="{C30922BB-C93E-FB4A-3FF2-CFADB768F070}"/>
                </a:ext>
              </a:extLst>
            </p:cNvPr>
            <p:cNvPicPr>
              <a:picLocks noChangeAspect="1"/>
            </p:cNvPicPr>
            <p:nvPr/>
          </p:nvPicPr>
          <p:blipFill>
            <a:blip r:embed="rId3"/>
            <a:stretch>
              <a:fillRect/>
            </a:stretch>
          </p:blipFill>
          <p:spPr>
            <a:xfrm>
              <a:off x="10331864" y="4051447"/>
              <a:ext cx="619216" cy="619216"/>
            </a:xfrm>
            <a:prstGeom prst="rect">
              <a:avLst/>
            </a:prstGeom>
          </p:spPr>
        </p:pic>
        <p:pic>
          <p:nvPicPr>
            <p:cNvPr id="34" name="Picture 33">
              <a:extLst>
                <a:ext uri="{FF2B5EF4-FFF2-40B4-BE49-F238E27FC236}">
                  <a16:creationId xmlns:a16="http://schemas.microsoft.com/office/drawing/2014/main" id="{49046D77-C297-07DD-5A5A-0F14F44DF6AA}"/>
                </a:ext>
              </a:extLst>
            </p:cNvPr>
            <p:cNvPicPr>
              <a:picLocks noChangeAspect="1"/>
            </p:cNvPicPr>
            <p:nvPr/>
          </p:nvPicPr>
          <p:blipFill>
            <a:blip r:embed="rId3"/>
            <a:stretch>
              <a:fillRect/>
            </a:stretch>
          </p:blipFill>
          <p:spPr>
            <a:xfrm>
              <a:off x="10422584" y="4113471"/>
              <a:ext cx="619216" cy="619216"/>
            </a:xfrm>
            <a:prstGeom prst="rect">
              <a:avLst/>
            </a:prstGeom>
          </p:spPr>
        </p:pic>
        <p:pic>
          <p:nvPicPr>
            <p:cNvPr id="35" name="Picture 34">
              <a:extLst>
                <a:ext uri="{FF2B5EF4-FFF2-40B4-BE49-F238E27FC236}">
                  <a16:creationId xmlns:a16="http://schemas.microsoft.com/office/drawing/2014/main" id="{DF1D7A5E-F9B9-FB3D-8262-AFFA64ACD54E}"/>
                </a:ext>
              </a:extLst>
            </p:cNvPr>
            <p:cNvPicPr>
              <a:picLocks noChangeAspect="1"/>
            </p:cNvPicPr>
            <p:nvPr/>
          </p:nvPicPr>
          <p:blipFill>
            <a:blip r:embed="rId3"/>
            <a:stretch>
              <a:fillRect/>
            </a:stretch>
          </p:blipFill>
          <p:spPr>
            <a:xfrm>
              <a:off x="10513302" y="4175495"/>
              <a:ext cx="619216" cy="619216"/>
            </a:xfrm>
            <a:prstGeom prst="rect">
              <a:avLst/>
            </a:prstGeom>
          </p:spPr>
        </p:pic>
        <p:pic>
          <p:nvPicPr>
            <p:cNvPr id="36" name="Picture 35">
              <a:extLst>
                <a:ext uri="{FF2B5EF4-FFF2-40B4-BE49-F238E27FC236}">
                  <a16:creationId xmlns:a16="http://schemas.microsoft.com/office/drawing/2014/main" id="{34D312E6-C749-03F0-281D-47D68E457A9E}"/>
                </a:ext>
              </a:extLst>
            </p:cNvPr>
            <p:cNvPicPr>
              <a:picLocks noChangeAspect="1"/>
            </p:cNvPicPr>
            <p:nvPr/>
          </p:nvPicPr>
          <p:blipFill>
            <a:blip r:embed="rId3"/>
            <a:stretch>
              <a:fillRect/>
            </a:stretch>
          </p:blipFill>
          <p:spPr>
            <a:xfrm>
              <a:off x="10604019" y="4237518"/>
              <a:ext cx="619216" cy="619216"/>
            </a:xfrm>
            <a:prstGeom prst="rect">
              <a:avLst/>
            </a:prstGeom>
          </p:spPr>
        </p:pic>
        <p:pic>
          <p:nvPicPr>
            <p:cNvPr id="37" name="Picture 36">
              <a:extLst>
                <a:ext uri="{FF2B5EF4-FFF2-40B4-BE49-F238E27FC236}">
                  <a16:creationId xmlns:a16="http://schemas.microsoft.com/office/drawing/2014/main" id="{BA48210C-4202-9562-4F7D-1E60E3220913}"/>
                </a:ext>
              </a:extLst>
            </p:cNvPr>
            <p:cNvPicPr>
              <a:picLocks noChangeAspect="1"/>
            </p:cNvPicPr>
            <p:nvPr/>
          </p:nvPicPr>
          <p:blipFill>
            <a:blip r:embed="rId3"/>
            <a:stretch>
              <a:fillRect/>
            </a:stretch>
          </p:blipFill>
          <p:spPr>
            <a:xfrm>
              <a:off x="10694736" y="4299540"/>
              <a:ext cx="619216" cy="619216"/>
            </a:xfrm>
            <a:prstGeom prst="rect">
              <a:avLst/>
            </a:prstGeom>
          </p:spPr>
        </p:pic>
        <p:sp>
          <p:nvSpPr>
            <p:cNvPr id="38" name="Rectangle: Rounded Corners 37">
              <a:extLst>
                <a:ext uri="{FF2B5EF4-FFF2-40B4-BE49-F238E27FC236}">
                  <a16:creationId xmlns:a16="http://schemas.microsoft.com/office/drawing/2014/main" id="{BAA74B72-59EC-0FC7-932B-6B41A3C99BB2}"/>
                </a:ext>
              </a:extLst>
            </p:cNvPr>
            <p:cNvSpPr/>
            <p:nvPr/>
          </p:nvSpPr>
          <p:spPr>
            <a:xfrm>
              <a:off x="9982550" y="4966974"/>
              <a:ext cx="1782159" cy="33182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39" name="TextBox 38">
              <a:extLst>
                <a:ext uri="{FF2B5EF4-FFF2-40B4-BE49-F238E27FC236}">
                  <a16:creationId xmlns:a16="http://schemas.microsoft.com/office/drawing/2014/main" id="{E7251E61-CE4D-7FCB-D584-BD65E8089EB5}"/>
                </a:ext>
              </a:extLst>
            </p:cNvPr>
            <p:cNvSpPr txBox="1"/>
            <p:nvPr/>
          </p:nvSpPr>
          <p:spPr>
            <a:xfrm>
              <a:off x="10019472" y="4979267"/>
              <a:ext cx="1745238" cy="331828"/>
            </a:xfrm>
            <a:prstGeom prst="rect">
              <a:avLst/>
            </a:prstGeom>
            <a:noFill/>
          </p:spPr>
          <p:txBody>
            <a:bodyPr wrap="square" rtlCol="0">
              <a:spAutoFit/>
            </a:bodyPr>
            <a:lstStyle/>
            <a:p>
              <a:r>
                <a:rPr lang="en-GB" sz="1200" noProof="0"/>
                <a:t>Original Codebase</a:t>
              </a:r>
              <a:endParaRPr lang="en-GB" sz="1400" noProof="0"/>
            </a:p>
          </p:txBody>
        </p:sp>
      </p:grpSp>
      <p:sp>
        <p:nvSpPr>
          <p:cNvPr id="56" name="InjectionOval">
            <a:extLst>
              <a:ext uri="{FF2B5EF4-FFF2-40B4-BE49-F238E27FC236}">
                <a16:creationId xmlns:a16="http://schemas.microsoft.com/office/drawing/2014/main" id="{41AA6BAD-4D3B-8C93-A35D-1CA169B90A72}"/>
              </a:ext>
            </a:extLst>
          </p:cNvPr>
          <p:cNvSpPr/>
          <p:nvPr/>
        </p:nvSpPr>
        <p:spPr>
          <a:xfrm>
            <a:off x="6060411" y="1868102"/>
            <a:ext cx="3108698" cy="3121795"/>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GB" noProof="0"/>
          </a:p>
        </p:txBody>
      </p:sp>
      <p:grpSp>
        <p:nvGrpSpPr>
          <p:cNvPr id="57" name="!!BehaviourRegistry">
            <a:extLst>
              <a:ext uri="{FF2B5EF4-FFF2-40B4-BE49-F238E27FC236}">
                <a16:creationId xmlns:a16="http://schemas.microsoft.com/office/drawing/2014/main" id="{7894843D-8EEE-E23C-6E26-201E528BB1FD}"/>
              </a:ext>
            </a:extLst>
          </p:cNvPr>
          <p:cNvGrpSpPr/>
          <p:nvPr/>
        </p:nvGrpSpPr>
        <p:grpSpPr>
          <a:xfrm>
            <a:off x="6906392" y="3964605"/>
            <a:ext cx="1542857" cy="871288"/>
            <a:chOff x="7974408" y="3154378"/>
            <a:chExt cx="1818592" cy="1081767"/>
          </a:xfrm>
        </p:grpSpPr>
        <p:pic>
          <p:nvPicPr>
            <p:cNvPr id="58" name="Picture 57">
              <a:extLst>
                <a:ext uri="{FF2B5EF4-FFF2-40B4-BE49-F238E27FC236}">
                  <a16:creationId xmlns:a16="http://schemas.microsoft.com/office/drawing/2014/main" id="{D96360DF-61E8-E86F-4D47-8C72F132D87C}"/>
                </a:ext>
              </a:extLst>
            </p:cNvPr>
            <p:cNvPicPr>
              <a:picLocks noChangeAspect="1"/>
            </p:cNvPicPr>
            <p:nvPr/>
          </p:nvPicPr>
          <p:blipFill>
            <a:blip r:embed="rId3"/>
            <a:stretch>
              <a:fillRect/>
            </a:stretch>
          </p:blipFill>
          <p:spPr>
            <a:xfrm>
              <a:off x="8397291" y="3154378"/>
              <a:ext cx="897069" cy="897069"/>
            </a:xfrm>
            <a:prstGeom prst="rect">
              <a:avLst/>
            </a:prstGeom>
          </p:spPr>
        </p:pic>
        <p:grpSp>
          <p:nvGrpSpPr>
            <p:cNvPr id="59" name="Group 58">
              <a:extLst>
                <a:ext uri="{FF2B5EF4-FFF2-40B4-BE49-F238E27FC236}">
                  <a16:creationId xmlns:a16="http://schemas.microsoft.com/office/drawing/2014/main" id="{93C4584A-0069-C9F8-D3EF-AA50DFA21D92}"/>
                </a:ext>
              </a:extLst>
            </p:cNvPr>
            <p:cNvGrpSpPr/>
            <p:nvPr/>
          </p:nvGrpSpPr>
          <p:grpSpPr>
            <a:xfrm>
              <a:off x="7974408" y="3890846"/>
              <a:ext cx="1818592" cy="345299"/>
              <a:chOff x="7876493" y="2728183"/>
              <a:chExt cx="1866330" cy="346070"/>
            </a:xfrm>
          </p:grpSpPr>
          <p:sp>
            <p:nvSpPr>
              <p:cNvPr id="60" name="Rectangle: Rounded Corners 59">
                <a:extLst>
                  <a:ext uri="{FF2B5EF4-FFF2-40B4-BE49-F238E27FC236}">
                    <a16:creationId xmlns:a16="http://schemas.microsoft.com/office/drawing/2014/main" id="{EC8CEFC7-DC58-C96F-E31E-570718798598}"/>
                  </a:ext>
                </a:extLst>
              </p:cNvPr>
              <p:cNvSpPr/>
              <p:nvPr/>
            </p:nvSpPr>
            <p:spPr>
              <a:xfrm>
                <a:off x="7876493" y="2728183"/>
                <a:ext cx="1866330" cy="34591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61" name="TextBox 60">
                <a:extLst>
                  <a:ext uri="{FF2B5EF4-FFF2-40B4-BE49-F238E27FC236}">
                    <a16:creationId xmlns:a16="http://schemas.microsoft.com/office/drawing/2014/main" id="{56AD7A3A-6C3B-67F3-7EAF-16173EE358F2}"/>
                  </a:ext>
                </a:extLst>
              </p:cNvPr>
              <p:cNvSpPr txBox="1"/>
              <p:nvPr/>
            </p:nvSpPr>
            <p:spPr>
              <a:xfrm>
                <a:off x="7910168" y="2729570"/>
                <a:ext cx="1803739" cy="344683"/>
              </a:xfrm>
              <a:prstGeom prst="rect">
                <a:avLst/>
              </a:prstGeom>
              <a:noFill/>
            </p:spPr>
            <p:txBody>
              <a:bodyPr wrap="none" rtlCol="0">
                <a:spAutoFit/>
              </a:bodyPr>
              <a:lstStyle/>
              <a:p>
                <a:r>
                  <a:rPr lang="en-GB" sz="1200" noProof="0" err="1"/>
                  <a:t>BehaviourRegistry</a:t>
                </a:r>
                <a:endParaRPr lang="en-GB" sz="1200" noProof="0"/>
              </a:p>
            </p:txBody>
          </p:sp>
        </p:grpSp>
      </p:grpSp>
      <p:grpSp>
        <p:nvGrpSpPr>
          <p:cNvPr id="62" name="!!BehaviourController">
            <a:extLst>
              <a:ext uri="{FF2B5EF4-FFF2-40B4-BE49-F238E27FC236}">
                <a16:creationId xmlns:a16="http://schemas.microsoft.com/office/drawing/2014/main" id="{9D9CF68C-817C-0C3D-4EC0-9762BDE955AB}"/>
              </a:ext>
            </a:extLst>
          </p:cNvPr>
          <p:cNvGrpSpPr/>
          <p:nvPr/>
        </p:nvGrpSpPr>
        <p:grpSpPr>
          <a:xfrm>
            <a:off x="5730344" y="2971448"/>
            <a:ext cx="1647463" cy="933260"/>
            <a:chOff x="7542728" y="4670663"/>
            <a:chExt cx="1834418" cy="1051673"/>
          </a:xfrm>
        </p:grpSpPr>
        <p:pic>
          <p:nvPicPr>
            <p:cNvPr id="63" name="Picture 62">
              <a:extLst>
                <a:ext uri="{FF2B5EF4-FFF2-40B4-BE49-F238E27FC236}">
                  <a16:creationId xmlns:a16="http://schemas.microsoft.com/office/drawing/2014/main" id="{CF6E35C0-F1AF-B5A8-4C06-66D8F773E1AC}"/>
                </a:ext>
              </a:extLst>
            </p:cNvPr>
            <p:cNvPicPr>
              <a:picLocks noChangeAspect="1"/>
            </p:cNvPicPr>
            <p:nvPr/>
          </p:nvPicPr>
          <p:blipFill>
            <a:blip r:embed="rId3"/>
            <a:stretch>
              <a:fillRect/>
            </a:stretch>
          </p:blipFill>
          <p:spPr>
            <a:xfrm>
              <a:off x="7948756" y="4670663"/>
              <a:ext cx="897069" cy="897069"/>
            </a:xfrm>
            <a:prstGeom prst="rect">
              <a:avLst/>
            </a:prstGeom>
          </p:spPr>
        </p:pic>
        <p:grpSp>
          <p:nvGrpSpPr>
            <p:cNvPr id="64" name="Group 63">
              <a:extLst>
                <a:ext uri="{FF2B5EF4-FFF2-40B4-BE49-F238E27FC236}">
                  <a16:creationId xmlns:a16="http://schemas.microsoft.com/office/drawing/2014/main" id="{18BEF8D6-922D-D525-CC6B-683B879B601A}"/>
                </a:ext>
              </a:extLst>
            </p:cNvPr>
            <p:cNvGrpSpPr/>
            <p:nvPr/>
          </p:nvGrpSpPr>
          <p:grpSpPr>
            <a:xfrm>
              <a:off x="7542728" y="5408801"/>
              <a:ext cx="1834418" cy="313535"/>
              <a:chOff x="7756424" y="2801317"/>
              <a:chExt cx="1771732" cy="314235"/>
            </a:xfrm>
          </p:grpSpPr>
          <p:sp>
            <p:nvSpPr>
              <p:cNvPr id="65" name="Rectangle: Rounded Corners 64">
                <a:extLst>
                  <a:ext uri="{FF2B5EF4-FFF2-40B4-BE49-F238E27FC236}">
                    <a16:creationId xmlns:a16="http://schemas.microsoft.com/office/drawing/2014/main" id="{503C98A8-86E1-690F-523B-B52797F8FB6F}"/>
                  </a:ext>
                </a:extLst>
              </p:cNvPr>
              <p:cNvSpPr/>
              <p:nvPr/>
            </p:nvSpPr>
            <p:spPr>
              <a:xfrm>
                <a:off x="7756424" y="2801317"/>
                <a:ext cx="1771732" cy="31117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66" name="TextBox 65">
                <a:extLst>
                  <a:ext uri="{FF2B5EF4-FFF2-40B4-BE49-F238E27FC236}">
                    <a16:creationId xmlns:a16="http://schemas.microsoft.com/office/drawing/2014/main" id="{D3467971-E523-0EF7-553B-B4EA97920116}"/>
                  </a:ext>
                </a:extLst>
              </p:cNvPr>
              <p:cNvSpPr txBox="1"/>
              <p:nvPr/>
            </p:nvSpPr>
            <p:spPr>
              <a:xfrm>
                <a:off x="7790100" y="2802710"/>
                <a:ext cx="1738056" cy="312842"/>
              </a:xfrm>
              <a:prstGeom prst="rect">
                <a:avLst/>
              </a:prstGeom>
              <a:noFill/>
            </p:spPr>
            <p:txBody>
              <a:bodyPr wrap="none" rtlCol="0">
                <a:spAutoFit/>
              </a:bodyPr>
              <a:lstStyle/>
              <a:p>
                <a:r>
                  <a:rPr lang="en-GB" sz="1200" noProof="0" err="1"/>
                  <a:t>BehaviourController</a:t>
                </a:r>
                <a:endParaRPr lang="en-GB" sz="1200" noProof="0"/>
              </a:p>
            </p:txBody>
          </p:sp>
        </p:grpSp>
      </p:grpSp>
      <p:grpSp>
        <p:nvGrpSpPr>
          <p:cNvPr id="67" name="!!OriginalCode">
            <a:extLst>
              <a:ext uri="{FF2B5EF4-FFF2-40B4-BE49-F238E27FC236}">
                <a16:creationId xmlns:a16="http://schemas.microsoft.com/office/drawing/2014/main" id="{76A40D0E-BB77-2CAE-48E8-8E5EB0B510F6}"/>
              </a:ext>
            </a:extLst>
          </p:cNvPr>
          <p:cNvGrpSpPr/>
          <p:nvPr/>
        </p:nvGrpSpPr>
        <p:grpSpPr>
          <a:xfrm>
            <a:off x="7471573" y="2163407"/>
            <a:ext cx="1515152" cy="1291704"/>
            <a:chOff x="9982550" y="3763713"/>
            <a:chExt cx="1782160" cy="1547382"/>
          </a:xfrm>
        </p:grpSpPr>
        <p:sp>
          <p:nvSpPr>
            <p:cNvPr id="68" name="Oval 67">
              <a:extLst>
                <a:ext uri="{FF2B5EF4-FFF2-40B4-BE49-F238E27FC236}">
                  <a16:creationId xmlns:a16="http://schemas.microsoft.com/office/drawing/2014/main" id="{80A84DE9-77EF-21BC-7B26-429E009D2BF9}"/>
                </a:ext>
              </a:extLst>
            </p:cNvPr>
            <p:cNvSpPr/>
            <p:nvPr/>
          </p:nvSpPr>
          <p:spPr>
            <a:xfrm>
              <a:off x="10091466" y="3763713"/>
              <a:ext cx="1446144" cy="144614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noProof="0"/>
            </a:p>
          </p:txBody>
        </p:sp>
        <p:pic>
          <p:nvPicPr>
            <p:cNvPr id="69" name="Picture 68">
              <a:extLst>
                <a:ext uri="{FF2B5EF4-FFF2-40B4-BE49-F238E27FC236}">
                  <a16:creationId xmlns:a16="http://schemas.microsoft.com/office/drawing/2014/main" id="{6501F55B-6280-9DA4-859F-6AD3691149B4}"/>
                </a:ext>
              </a:extLst>
            </p:cNvPr>
            <p:cNvPicPr>
              <a:picLocks noChangeAspect="1"/>
            </p:cNvPicPr>
            <p:nvPr/>
          </p:nvPicPr>
          <p:blipFill>
            <a:blip r:embed="rId3"/>
            <a:stretch>
              <a:fillRect/>
            </a:stretch>
          </p:blipFill>
          <p:spPr>
            <a:xfrm>
              <a:off x="10331864" y="4051447"/>
              <a:ext cx="619216" cy="619216"/>
            </a:xfrm>
            <a:prstGeom prst="rect">
              <a:avLst/>
            </a:prstGeom>
          </p:spPr>
        </p:pic>
        <p:pic>
          <p:nvPicPr>
            <p:cNvPr id="70" name="Picture 69">
              <a:extLst>
                <a:ext uri="{FF2B5EF4-FFF2-40B4-BE49-F238E27FC236}">
                  <a16:creationId xmlns:a16="http://schemas.microsoft.com/office/drawing/2014/main" id="{8487C925-F3BC-0247-9F76-4E5697DA90C9}"/>
                </a:ext>
              </a:extLst>
            </p:cNvPr>
            <p:cNvPicPr>
              <a:picLocks noChangeAspect="1"/>
            </p:cNvPicPr>
            <p:nvPr/>
          </p:nvPicPr>
          <p:blipFill>
            <a:blip r:embed="rId3"/>
            <a:stretch>
              <a:fillRect/>
            </a:stretch>
          </p:blipFill>
          <p:spPr>
            <a:xfrm>
              <a:off x="10422584" y="4113471"/>
              <a:ext cx="619216" cy="619216"/>
            </a:xfrm>
            <a:prstGeom prst="rect">
              <a:avLst/>
            </a:prstGeom>
          </p:spPr>
        </p:pic>
        <p:pic>
          <p:nvPicPr>
            <p:cNvPr id="71" name="Picture 70">
              <a:extLst>
                <a:ext uri="{FF2B5EF4-FFF2-40B4-BE49-F238E27FC236}">
                  <a16:creationId xmlns:a16="http://schemas.microsoft.com/office/drawing/2014/main" id="{458522BA-1735-530A-A577-ED0D77ACF3EA}"/>
                </a:ext>
              </a:extLst>
            </p:cNvPr>
            <p:cNvPicPr>
              <a:picLocks noChangeAspect="1"/>
            </p:cNvPicPr>
            <p:nvPr/>
          </p:nvPicPr>
          <p:blipFill>
            <a:blip r:embed="rId3"/>
            <a:stretch>
              <a:fillRect/>
            </a:stretch>
          </p:blipFill>
          <p:spPr>
            <a:xfrm>
              <a:off x="10513302" y="4175495"/>
              <a:ext cx="619216" cy="619216"/>
            </a:xfrm>
            <a:prstGeom prst="rect">
              <a:avLst/>
            </a:prstGeom>
          </p:spPr>
        </p:pic>
        <p:pic>
          <p:nvPicPr>
            <p:cNvPr id="72" name="Picture 71">
              <a:extLst>
                <a:ext uri="{FF2B5EF4-FFF2-40B4-BE49-F238E27FC236}">
                  <a16:creationId xmlns:a16="http://schemas.microsoft.com/office/drawing/2014/main" id="{2C42AABE-51DE-3B5E-39CC-6D4A01B70ACC}"/>
                </a:ext>
              </a:extLst>
            </p:cNvPr>
            <p:cNvPicPr>
              <a:picLocks noChangeAspect="1"/>
            </p:cNvPicPr>
            <p:nvPr/>
          </p:nvPicPr>
          <p:blipFill>
            <a:blip r:embed="rId3"/>
            <a:stretch>
              <a:fillRect/>
            </a:stretch>
          </p:blipFill>
          <p:spPr>
            <a:xfrm>
              <a:off x="10604019" y="4237518"/>
              <a:ext cx="619216" cy="619216"/>
            </a:xfrm>
            <a:prstGeom prst="rect">
              <a:avLst/>
            </a:prstGeom>
          </p:spPr>
        </p:pic>
        <p:pic>
          <p:nvPicPr>
            <p:cNvPr id="73" name="Picture 72">
              <a:extLst>
                <a:ext uri="{FF2B5EF4-FFF2-40B4-BE49-F238E27FC236}">
                  <a16:creationId xmlns:a16="http://schemas.microsoft.com/office/drawing/2014/main" id="{FE438656-0152-86D8-ED45-AAA2F4D0A2FE}"/>
                </a:ext>
              </a:extLst>
            </p:cNvPr>
            <p:cNvPicPr>
              <a:picLocks noChangeAspect="1"/>
            </p:cNvPicPr>
            <p:nvPr/>
          </p:nvPicPr>
          <p:blipFill>
            <a:blip r:embed="rId3"/>
            <a:stretch>
              <a:fillRect/>
            </a:stretch>
          </p:blipFill>
          <p:spPr>
            <a:xfrm>
              <a:off x="10694736" y="4299540"/>
              <a:ext cx="619216" cy="619216"/>
            </a:xfrm>
            <a:prstGeom prst="rect">
              <a:avLst/>
            </a:prstGeom>
          </p:spPr>
        </p:pic>
        <p:sp>
          <p:nvSpPr>
            <p:cNvPr id="74" name="Rectangle: Rounded Corners 73">
              <a:extLst>
                <a:ext uri="{FF2B5EF4-FFF2-40B4-BE49-F238E27FC236}">
                  <a16:creationId xmlns:a16="http://schemas.microsoft.com/office/drawing/2014/main" id="{16470E06-715F-9DD6-B9EA-E7673A192F5C}"/>
                </a:ext>
              </a:extLst>
            </p:cNvPr>
            <p:cNvSpPr/>
            <p:nvPr/>
          </p:nvSpPr>
          <p:spPr>
            <a:xfrm>
              <a:off x="9982550" y="4966974"/>
              <a:ext cx="1782159" cy="33182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75" name="TextBox 74">
              <a:extLst>
                <a:ext uri="{FF2B5EF4-FFF2-40B4-BE49-F238E27FC236}">
                  <a16:creationId xmlns:a16="http://schemas.microsoft.com/office/drawing/2014/main" id="{B12B93B2-D8AF-C153-C0DE-D1D11D246E6A}"/>
                </a:ext>
              </a:extLst>
            </p:cNvPr>
            <p:cNvSpPr txBox="1"/>
            <p:nvPr/>
          </p:nvSpPr>
          <p:spPr>
            <a:xfrm>
              <a:off x="10019472" y="4979267"/>
              <a:ext cx="1745238" cy="331828"/>
            </a:xfrm>
            <a:prstGeom prst="rect">
              <a:avLst/>
            </a:prstGeom>
            <a:noFill/>
          </p:spPr>
          <p:txBody>
            <a:bodyPr wrap="square" rtlCol="0">
              <a:spAutoFit/>
            </a:bodyPr>
            <a:lstStyle/>
            <a:p>
              <a:r>
                <a:rPr lang="en-GB" sz="1200" noProof="0"/>
                <a:t>Original Codebase</a:t>
              </a:r>
              <a:endParaRPr lang="en-GB" sz="1400" noProof="0"/>
            </a:p>
          </p:txBody>
        </p:sp>
      </p:grpSp>
      <p:pic>
        <p:nvPicPr>
          <p:cNvPr id="96" name="Picture 95" descr="A computer with a screen on&#10;&#10;AI-generated content may be incorrect.">
            <a:extLst>
              <a:ext uri="{FF2B5EF4-FFF2-40B4-BE49-F238E27FC236}">
                <a16:creationId xmlns:a16="http://schemas.microsoft.com/office/drawing/2014/main" id="{CD3D807B-7350-8AC2-D214-A8022EC66DE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5556" b="93519" l="2855" r="94861">
                        <a14:foregroundMark x1="16988" y1="10995" x2="33762" y2="14120"/>
                        <a14:foregroundMark x1="17630" y1="7755" x2="31121" y2="8565"/>
                        <a14:foregroundMark x1="47466" y1="8565" x2="72948" y2="5671"/>
                        <a14:foregroundMark x1="13062" y1="7407" x2="11349" y2="23727"/>
                        <a14:foregroundMark x1="9779" y1="90046" x2="19058" y2="91319"/>
                        <a14:foregroundMark x1="19058" y1="91319" x2="30264" y2="90394"/>
                        <a14:foregroundMark x1="35475" y1="92940" x2="49179" y2="92130"/>
                        <a14:foregroundMark x1="49179" y1="92130" x2="62527" y2="92940"/>
                        <a14:foregroundMark x1="62527" y1="92940" x2="77659" y2="90972"/>
                        <a14:foregroundMark x1="77659" y1="90972" x2="90721" y2="91898"/>
                        <a14:foregroundMark x1="90721" y1="91898" x2="94932" y2="91088"/>
                        <a14:foregroundMark x1="15489" y1="88310" x2="20485" y2="90741"/>
                        <a14:foregroundMark x1="5853" y1="93634" x2="6281" y2="91088"/>
                        <a14:foregroundMark x1="2855" y1="91088" x2="2855" y2="91088"/>
                      </a14:backgroundRemoval>
                    </a14:imgEffect>
                  </a14:imgLayer>
                </a14:imgProps>
              </a:ext>
              <a:ext uri="{28A0092B-C50C-407E-A947-70E740481C1C}">
                <a14:useLocalDpi xmlns:a14="http://schemas.microsoft.com/office/drawing/2010/main" val="0"/>
              </a:ext>
            </a:extLst>
          </a:blip>
          <a:srcRect t="2886" r="1897"/>
          <a:stretch>
            <a:fillRect/>
          </a:stretch>
        </p:blipFill>
        <p:spPr>
          <a:xfrm>
            <a:off x="16739" y="3681366"/>
            <a:ext cx="5214950" cy="3183661"/>
          </a:xfrm>
          <a:prstGeom prst="rect">
            <a:avLst/>
          </a:prstGeom>
        </p:spPr>
      </p:pic>
      <p:sp>
        <p:nvSpPr>
          <p:cNvPr id="7" name="Position Fluo">
            <a:extLst>
              <a:ext uri="{FF2B5EF4-FFF2-40B4-BE49-F238E27FC236}">
                <a16:creationId xmlns:a16="http://schemas.microsoft.com/office/drawing/2014/main" id="{6A7DA524-F752-CB6C-7A07-E8F7D868A363}"/>
              </a:ext>
            </a:extLst>
          </p:cNvPr>
          <p:cNvSpPr>
            <a:spLocks noChangeAspect="1"/>
          </p:cNvSpPr>
          <p:nvPr/>
        </p:nvSpPr>
        <p:spPr>
          <a:xfrm>
            <a:off x="1066937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 name="TextBox 48">
            <a:extLst>
              <a:ext uri="{FF2B5EF4-FFF2-40B4-BE49-F238E27FC236}">
                <a16:creationId xmlns:a16="http://schemas.microsoft.com/office/drawing/2014/main" id="{1D29769F-7516-F110-CC35-E60234EDE5C4}"/>
              </a:ext>
            </a:extLst>
          </p:cNvPr>
          <p:cNvSpPr txBox="1"/>
          <p:nvPr/>
        </p:nvSpPr>
        <p:spPr>
          <a:xfrm>
            <a:off x="1208370" y="3244795"/>
            <a:ext cx="2733441" cy="400110"/>
          </a:xfrm>
          <a:prstGeom prst="rect">
            <a:avLst/>
          </a:prstGeom>
          <a:noFill/>
        </p:spPr>
        <p:txBody>
          <a:bodyPr wrap="none" rtlCol="0">
            <a:spAutoFit/>
          </a:bodyPr>
          <a:lstStyle/>
          <a:p>
            <a:r>
              <a:rPr lang="en-GB" sz="2000" b="1" noProof="0" dirty="0" err="1"/>
              <a:t>Marionettist</a:t>
            </a:r>
            <a:r>
              <a:rPr lang="en-GB" sz="2000" b="1" noProof="0" dirty="0"/>
              <a:t> Service</a:t>
            </a:r>
          </a:p>
        </p:txBody>
      </p:sp>
      <p:grpSp>
        <p:nvGrpSpPr>
          <p:cNvPr id="50" name="Group 49">
            <a:extLst>
              <a:ext uri="{FF2B5EF4-FFF2-40B4-BE49-F238E27FC236}">
                <a16:creationId xmlns:a16="http://schemas.microsoft.com/office/drawing/2014/main" id="{28600804-0317-D918-B875-A823E73C8A71}"/>
              </a:ext>
            </a:extLst>
          </p:cNvPr>
          <p:cNvGrpSpPr/>
          <p:nvPr/>
        </p:nvGrpSpPr>
        <p:grpSpPr>
          <a:xfrm>
            <a:off x="10278334" y="0"/>
            <a:ext cx="987657" cy="297132"/>
            <a:chOff x="10278334" y="0"/>
            <a:chExt cx="987657" cy="297132"/>
          </a:xfrm>
        </p:grpSpPr>
        <p:grpSp>
          <p:nvGrpSpPr>
            <p:cNvPr id="51" name="Group 50">
              <a:extLst>
                <a:ext uri="{FF2B5EF4-FFF2-40B4-BE49-F238E27FC236}">
                  <a16:creationId xmlns:a16="http://schemas.microsoft.com/office/drawing/2014/main" id="{DB2CE5A7-478D-35DD-7082-CF788945D8AF}"/>
                </a:ext>
              </a:extLst>
            </p:cNvPr>
            <p:cNvGrpSpPr/>
            <p:nvPr/>
          </p:nvGrpSpPr>
          <p:grpSpPr>
            <a:xfrm>
              <a:off x="10278334" y="0"/>
              <a:ext cx="336385" cy="294592"/>
              <a:chOff x="10278334" y="0"/>
              <a:chExt cx="336385" cy="294592"/>
            </a:xfrm>
          </p:grpSpPr>
          <p:sp>
            <p:nvSpPr>
              <p:cNvPr id="82" name="Rectangle 81">
                <a:extLst>
                  <a:ext uri="{FF2B5EF4-FFF2-40B4-BE49-F238E27FC236}">
                    <a16:creationId xmlns:a16="http://schemas.microsoft.com/office/drawing/2014/main" id="{05028F86-441A-A780-F0B3-76AACA36468A}"/>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82">
                <a:extLst>
                  <a:ext uri="{FF2B5EF4-FFF2-40B4-BE49-F238E27FC236}">
                    <a16:creationId xmlns:a16="http://schemas.microsoft.com/office/drawing/2014/main" id="{DE968704-D077-9726-137D-9FFEFEE50993}"/>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TextBox 83">
                <a:extLst>
                  <a:ext uri="{FF2B5EF4-FFF2-40B4-BE49-F238E27FC236}">
                    <a16:creationId xmlns:a16="http://schemas.microsoft.com/office/drawing/2014/main" id="{241CEA3E-E101-DACB-49CC-2918AD300C0C}"/>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52" name="Group 51">
              <a:extLst>
                <a:ext uri="{FF2B5EF4-FFF2-40B4-BE49-F238E27FC236}">
                  <a16:creationId xmlns:a16="http://schemas.microsoft.com/office/drawing/2014/main" id="{23BB2D73-FB91-666B-7B8E-D91152E56511}"/>
                </a:ext>
              </a:extLst>
            </p:cNvPr>
            <p:cNvGrpSpPr/>
            <p:nvPr/>
          </p:nvGrpSpPr>
          <p:grpSpPr>
            <a:xfrm>
              <a:off x="10605240" y="0"/>
              <a:ext cx="336385" cy="297132"/>
              <a:chOff x="10289176" y="0"/>
              <a:chExt cx="336385" cy="297132"/>
            </a:xfrm>
          </p:grpSpPr>
          <p:sp>
            <p:nvSpPr>
              <p:cNvPr id="78" name="Rectangle 77">
                <a:extLst>
                  <a:ext uri="{FF2B5EF4-FFF2-40B4-BE49-F238E27FC236}">
                    <a16:creationId xmlns:a16="http://schemas.microsoft.com/office/drawing/2014/main" id="{B363CCC4-EA78-AB68-2A61-143871EC3EEB}"/>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9" name="Group 78">
                <a:extLst>
                  <a:ext uri="{FF2B5EF4-FFF2-40B4-BE49-F238E27FC236}">
                    <a16:creationId xmlns:a16="http://schemas.microsoft.com/office/drawing/2014/main" id="{9D78A040-277B-4BE4-F186-E5146C9F7AAB}"/>
                  </a:ext>
                </a:extLst>
              </p:cNvPr>
              <p:cNvGrpSpPr/>
              <p:nvPr/>
            </p:nvGrpSpPr>
            <p:grpSpPr>
              <a:xfrm>
                <a:off x="10289176" y="81688"/>
                <a:ext cx="336385" cy="215444"/>
                <a:chOff x="5178425" y="855322"/>
                <a:chExt cx="336385" cy="215444"/>
              </a:xfrm>
            </p:grpSpPr>
            <p:sp>
              <p:nvSpPr>
                <p:cNvPr id="80" name="Oval 79">
                  <a:extLst>
                    <a:ext uri="{FF2B5EF4-FFF2-40B4-BE49-F238E27FC236}">
                      <a16:creationId xmlns:a16="http://schemas.microsoft.com/office/drawing/2014/main" id="{F66F6142-891C-BDA2-8295-AF8D36C798F2}"/>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a:extLst>
                    <a:ext uri="{FF2B5EF4-FFF2-40B4-BE49-F238E27FC236}">
                      <a16:creationId xmlns:a16="http://schemas.microsoft.com/office/drawing/2014/main" id="{6BCC252F-6601-E593-8C79-FA5B7156AA26}"/>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53" name="Group 52">
              <a:extLst>
                <a:ext uri="{FF2B5EF4-FFF2-40B4-BE49-F238E27FC236}">
                  <a16:creationId xmlns:a16="http://schemas.microsoft.com/office/drawing/2014/main" id="{C2140B47-7078-144B-034D-AC6DB9CA66E8}"/>
                </a:ext>
              </a:extLst>
            </p:cNvPr>
            <p:cNvGrpSpPr/>
            <p:nvPr/>
          </p:nvGrpSpPr>
          <p:grpSpPr>
            <a:xfrm>
              <a:off x="10929606" y="0"/>
              <a:ext cx="336385" cy="297132"/>
              <a:chOff x="10880361" y="0"/>
              <a:chExt cx="336385" cy="297132"/>
            </a:xfrm>
          </p:grpSpPr>
          <p:sp>
            <p:nvSpPr>
              <p:cNvPr id="54" name="Rectangle 53">
                <a:extLst>
                  <a:ext uri="{FF2B5EF4-FFF2-40B4-BE49-F238E27FC236}">
                    <a16:creationId xmlns:a16="http://schemas.microsoft.com/office/drawing/2014/main" id="{61F4026B-CFB3-F242-A8E9-A3E0DD7BF76F}"/>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5" name="Group 54">
                <a:extLst>
                  <a:ext uri="{FF2B5EF4-FFF2-40B4-BE49-F238E27FC236}">
                    <a16:creationId xmlns:a16="http://schemas.microsoft.com/office/drawing/2014/main" id="{383F5249-EC4E-54A3-8404-4C0B3484827F}"/>
                  </a:ext>
                </a:extLst>
              </p:cNvPr>
              <p:cNvGrpSpPr/>
              <p:nvPr/>
            </p:nvGrpSpPr>
            <p:grpSpPr>
              <a:xfrm>
                <a:off x="10880361" y="81688"/>
                <a:ext cx="336385" cy="215444"/>
                <a:chOff x="5180965" y="851650"/>
                <a:chExt cx="336385" cy="215444"/>
              </a:xfrm>
            </p:grpSpPr>
            <p:sp>
              <p:nvSpPr>
                <p:cNvPr id="76" name="Oval 75">
                  <a:extLst>
                    <a:ext uri="{FF2B5EF4-FFF2-40B4-BE49-F238E27FC236}">
                      <a16:creationId xmlns:a16="http://schemas.microsoft.com/office/drawing/2014/main" id="{46533E81-7C47-AAEE-E822-57DD4B36F16F}"/>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TextBox 76">
                  <a:extLst>
                    <a:ext uri="{FF2B5EF4-FFF2-40B4-BE49-F238E27FC236}">
                      <a16:creationId xmlns:a16="http://schemas.microsoft.com/office/drawing/2014/main" id="{CBA7EE8A-F597-0D1A-29EA-41C42EB776DF}"/>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
        <p:nvSpPr>
          <p:cNvPr id="8" name="!!Arc">
            <a:extLst>
              <a:ext uri="{FF2B5EF4-FFF2-40B4-BE49-F238E27FC236}">
                <a16:creationId xmlns:a16="http://schemas.microsoft.com/office/drawing/2014/main" id="{91CB5DA2-FB73-2DD2-254A-5C301ADB35FE}"/>
              </a:ext>
            </a:extLst>
          </p:cNvPr>
          <p:cNvSpPr/>
          <p:nvPr/>
        </p:nvSpPr>
        <p:spPr>
          <a:xfrm flipV="1">
            <a:off x="7068163" y="2157445"/>
            <a:ext cx="1380093" cy="2174700"/>
          </a:xfrm>
          <a:prstGeom prst="arc">
            <a:avLst>
              <a:gd name="adj1" fmla="val 16766762"/>
              <a:gd name="adj2" fmla="val 1249367"/>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Arc 8">
            <a:extLst>
              <a:ext uri="{FF2B5EF4-FFF2-40B4-BE49-F238E27FC236}">
                <a16:creationId xmlns:a16="http://schemas.microsoft.com/office/drawing/2014/main" id="{6DD92E28-25B2-6013-FBE6-3B76BD83349E}"/>
              </a:ext>
            </a:extLst>
          </p:cNvPr>
          <p:cNvSpPr/>
          <p:nvPr/>
        </p:nvSpPr>
        <p:spPr>
          <a:xfrm flipV="1">
            <a:off x="9939923" y="3845706"/>
            <a:ext cx="1380093" cy="2174700"/>
          </a:xfrm>
          <a:prstGeom prst="arc">
            <a:avLst>
              <a:gd name="adj1" fmla="val 16610595"/>
              <a:gd name="adj2" fmla="val 991069"/>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627607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 calcmode="lin" valueType="num">
                                      <p:cBhvr additive="base">
                                        <p:cTn id="7" dur="500" fill="hold"/>
                                        <p:tgtEl>
                                          <p:spTgt spid="96"/>
                                        </p:tgtEl>
                                        <p:attrNameLst>
                                          <p:attrName>ppt_x</p:attrName>
                                        </p:attrNameLst>
                                      </p:cBhvr>
                                      <p:tavLst>
                                        <p:tav tm="0">
                                          <p:val>
                                            <p:strVal val="#ppt_x"/>
                                          </p:val>
                                        </p:tav>
                                        <p:tav tm="100000">
                                          <p:val>
                                            <p:strVal val="#ppt_x"/>
                                          </p:val>
                                        </p:tav>
                                      </p:tavLst>
                                    </p:anim>
                                    <p:anim calcmode="lin" valueType="num">
                                      <p:cBhvr additive="base">
                                        <p:cTn id="8" dur="500" fill="hold"/>
                                        <p:tgtEl>
                                          <p:spTgt spid="9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8"/>
                                        </p:tgtEl>
                                        <p:attrNameLst>
                                          <p:attrName>style.visibility</p:attrName>
                                        </p:attrNameLst>
                                      </p:cBhvr>
                                      <p:to>
                                        <p:strVal val="visible"/>
                                      </p:to>
                                    </p:set>
                                    <p:animEffect transition="in" filter="wipe(left)">
                                      <p:cBhvr>
                                        <p:cTn id="17" dur="1000"/>
                                        <p:tgtEl>
                                          <p:spTgt spid="98"/>
                                        </p:tgtEl>
                                      </p:cBhvr>
                                    </p:animEffect>
                                  </p:childTnLst>
                                </p:cTn>
                              </p:par>
                              <p:par>
                                <p:cTn id="18" presetID="22" presetClass="entr" presetSubtype="8" fill="hold" nodeType="withEffect">
                                  <p:stCondLst>
                                    <p:cond delay="0"/>
                                  </p:stCondLst>
                                  <p:childTnLst>
                                    <p:set>
                                      <p:cBhvr>
                                        <p:cTn id="19" dur="1" fill="hold">
                                          <p:stCondLst>
                                            <p:cond delay="0"/>
                                          </p:stCondLst>
                                        </p:cTn>
                                        <p:tgtEl>
                                          <p:spTgt spid="109"/>
                                        </p:tgtEl>
                                        <p:attrNameLst>
                                          <p:attrName>style.visibility</p:attrName>
                                        </p:attrNameLst>
                                      </p:cBhvr>
                                      <p:to>
                                        <p:strVal val="visible"/>
                                      </p:to>
                                    </p:set>
                                    <p:animEffect transition="in" filter="wipe(left)">
                                      <p:cBhvr>
                                        <p:cTn id="20" dur="1000"/>
                                        <p:tgtEl>
                                          <p:spTgt spid="109"/>
                                        </p:tgtEl>
                                      </p:cBhvr>
                                    </p:animEffect>
                                  </p:childTnLst>
                                </p:cTn>
                              </p:par>
                              <p:par>
                                <p:cTn id="21" presetID="42" presetClass="path" presetSubtype="0" repeatCount="indefinite" fill="hold" nodeType="withEffect">
                                  <p:stCondLst>
                                    <p:cond delay="600"/>
                                  </p:stCondLst>
                                  <p:childTnLst>
                                    <p:animMotion origin="layout" path="M -0.04076 0.03588 L 0.51706 -0.49931 " pathEditMode="relative" rAng="0" ptsTypes="AA">
                                      <p:cBhvr>
                                        <p:cTn id="22" dur="5000" fill="hold"/>
                                        <p:tgtEl>
                                          <p:spTgt spid="98"/>
                                        </p:tgtEl>
                                        <p:attrNameLst>
                                          <p:attrName>ppt_x</p:attrName>
                                          <p:attrName>ppt_y</p:attrName>
                                        </p:attrNameLst>
                                      </p:cBhvr>
                                      <p:rCtr x="27891" y="-26759"/>
                                    </p:animMotion>
                                  </p:childTnLst>
                                </p:cTn>
                              </p:par>
                              <p:par>
                                <p:cTn id="23" presetID="42" presetClass="path" presetSubtype="0" repeatCount="indefinite" fill="hold" nodeType="withEffect">
                                  <p:stCondLst>
                                    <p:cond delay="600"/>
                                  </p:stCondLst>
                                  <p:childTnLst>
                                    <p:animMotion origin="layout" path="M 4.16667E-7 2.22222E-6 L 0.52565 2.22222E-6 " pathEditMode="relative" rAng="0" ptsTypes="AA">
                                      <p:cBhvr>
                                        <p:cTn id="24" dur="5000" fill="hold"/>
                                        <p:tgtEl>
                                          <p:spTgt spid="109"/>
                                        </p:tgtEl>
                                        <p:attrNameLst>
                                          <p:attrName>ppt_x</p:attrName>
                                          <p:attrName>ppt_y</p:attrName>
                                        </p:attrNameLst>
                                      </p:cBhvr>
                                      <p:rCtr x="2627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482DB-A0D6-2F5C-F032-8939F44B5F3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8177EED-58E5-6879-16A9-4939724F74E1}"/>
              </a:ext>
            </a:extLst>
          </p:cNvPr>
          <p:cNvSpPr>
            <a:spLocks noGrp="1"/>
          </p:cNvSpPr>
          <p:nvPr>
            <p:ph type="title"/>
          </p:nvPr>
        </p:nvSpPr>
        <p:spPr>
          <a:xfrm>
            <a:off x="334963" y="808073"/>
            <a:ext cx="11522075" cy="840083"/>
          </a:xfrm>
        </p:spPr>
        <p:txBody>
          <a:bodyPr/>
          <a:lstStyle/>
          <a:p>
            <a:r>
              <a:rPr lang="en-GB" noProof="0" dirty="0"/>
              <a:t>The A/B/n Testing Pipeline</a:t>
            </a:r>
          </a:p>
        </p:txBody>
      </p:sp>
      <p:sp>
        <p:nvSpPr>
          <p:cNvPr id="3" name="Segnaposto data 2">
            <a:extLst>
              <a:ext uri="{FF2B5EF4-FFF2-40B4-BE49-F238E27FC236}">
                <a16:creationId xmlns:a16="http://schemas.microsoft.com/office/drawing/2014/main" id="{44F142A4-EDEA-D7A0-A504-C25C29B349B9}"/>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02594AF9-0874-D9B9-DF18-479C9F7BD06A}"/>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94CB33D1-3DBF-713C-4EEA-2B1115831070}"/>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18</a:t>
            </a:fld>
            <a:endParaRPr lang="en-GB" noProof="0"/>
          </a:p>
        </p:txBody>
      </p:sp>
      <p:grpSp>
        <p:nvGrpSpPr>
          <p:cNvPr id="22" name="Group 21">
            <a:extLst>
              <a:ext uri="{FF2B5EF4-FFF2-40B4-BE49-F238E27FC236}">
                <a16:creationId xmlns:a16="http://schemas.microsoft.com/office/drawing/2014/main" id="{5C95079F-0AF0-91D2-E041-09CE91C955D0}"/>
              </a:ext>
            </a:extLst>
          </p:cNvPr>
          <p:cNvGrpSpPr/>
          <p:nvPr/>
        </p:nvGrpSpPr>
        <p:grpSpPr>
          <a:xfrm>
            <a:off x="725681" y="2727189"/>
            <a:ext cx="10740638" cy="1981032"/>
            <a:chOff x="334963" y="3431894"/>
            <a:chExt cx="10740638" cy="1981032"/>
          </a:xfrm>
        </p:grpSpPr>
        <p:sp>
          <p:nvSpPr>
            <p:cNvPr id="16" name="Rectangle: Rounded Corners 15">
              <a:extLst>
                <a:ext uri="{FF2B5EF4-FFF2-40B4-BE49-F238E27FC236}">
                  <a16:creationId xmlns:a16="http://schemas.microsoft.com/office/drawing/2014/main" id="{ACE3E717-B075-0AB1-39DC-D78A0BD2547B}"/>
                </a:ext>
              </a:extLst>
            </p:cNvPr>
            <p:cNvSpPr/>
            <p:nvPr/>
          </p:nvSpPr>
          <p:spPr>
            <a:xfrm>
              <a:off x="334963" y="3431894"/>
              <a:ext cx="10740638" cy="1981032"/>
            </a:xfrm>
            <a:prstGeom prst="round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 name="TextBox 11">
              <a:extLst>
                <a:ext uri="{FF2B5EF4-FFF2-40B4-BE49-F238E27FC236}">
                  <a16:creationId xmlns:a16="http://schemas.microsoft.com/office/drawing/2014/main" id="{A4A3CDB0-B8CE-8B1A-CB0B-6ABEFFDAD8A3}"/>
                </a:ext>
              </a:extLst>
            </p:cNvPr>
            <p:cNvSpPr txBox="1"/>
            <p:nvPr/>
          </p:nvSpPr>
          <p:spPr>
            <a:xfrm>
              <a:off x="1840376" y="3551003"/>
              <a:ext cx="8809836" cy="1696939"/>
            </a:xfrm>
            <a:prstGeom prst="rect">
              <a:avLst/>
            </a:prstGeom>
            <a:noFill/>
          </p:spPr>
          <p:txBody>
            <a:bodyPr wrap="square" rtlCol="0">
              <a:spAutoFit/>
            </a:bodyPr>
            <a:lstStyle/>
            <a:p>
              <a:pPr algn="just">
                <a:lnSpc>
                  <a:spcPct val="150000"/>
                </a:lnSpc>
              </a:pPr>
              <a:r>
                <a:rPr lang="en-US" sz="2400" dirty="0"/>
                <a:t>"Can we build an </a:t>
              </a:r>
              <a:r>
                <a:rPr lang="en-US" sz="2400" b="1" dirty="0"/>
                <a:t>A/B/n testing pipeline </a:t>
              </a:r>
              <a:r>
                <a:rPr lang="en-US" sz="2400" dirty="0"/>
                <a:t>on top of Marionette to automatically </a:t>
              </a:r>
              <a:r>
                <a:rPr lang="en-US" sz="2400" b="1" dirty="0"/>
                <a:t>compare behavioral combinations </a:t>
              </a:r>
              <a:r>
                <a:rPr lang="en-US" sz="2400" dirty="0"/>
                <a:t>at the system-level?"</a:t>
              </a:r>
              <a:endParaRPr lang="en-GB" sz="2400" noProof="0" dirty="0"/>
            </a:p>
          </p:txBody>
        </p:sp>
        <p:pic>
          <p:nvPicPr>
            <p:cNvPr id="21" name="Picture 20">
              <a:extLst>
                <a:ext uri="{FF2B5EF4-FFF2-40B4-BE49-F238E27FC236}">
                  <a16:creationId xmlns:a16="http://schemas.microsoft.com/office/drawing/2014/main" id="{FC9C7221-3691-3EFD-D5CB-1507343964A4}"/>
                </a:ext>
              </a:extLst>
            </p:cNvPr>
            <p:cNvPicPr>
              <a:picLocks noChangeAspect="1"/>
            </p:cNvPicPr>
            <p:nvPr/>
          </p:nvPicPr>
          <p:blipFill>
            <a:blip r:embed="rId3"/>
            <a:stretch>
              <a:fillRect/>
            </a:stretch>
          </p:blipFill>
          <p:spPr>
            <a:xfrm>
              <a:off x="489995" y="3747220"/>
              <a:ext cx="1350380" cy="1350380"/>
            </a:xfrm>
            <a:prstGeom prst="rect">
              <a:avLst/>
            </a:prstGeom>
          </p:spPr>
        </p:pic>
      </p:grpSp>
      <p:sp>
        <p:nvSpPr>
          <p:cNvPr id="46" name="Position Fluo">
            <a:extLst>
              <a:ext uri="{FF2B5EF4-FFF2-40B4-BE49-F238E27FC236}">
                <a16:creationId xmlns:a16="http://schemas.microsoft.com/office/drawing/2014/main" id="{2CA0D9E8-38E3-4390-93EF-6C611AA93BDD}"/>
              </a:ext>
            </a:extLst>
          </p:cNvPr>
          <p:cNvSpPr>
            <a:spLocks noChangeAspect="1"/>
          </p:cNvSpPr>
          <p:nvPr/>
        </p:nvSpPr>
        <p:spPr>
          <a:xfrm>
            <a:off x="1066937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11" name="Group 10">
            <a:extLst>
              <a:ext uri="{FF2B5EF4-FFF2-40B4-BE49-F238E27FC236}">
                <a16:creationId xmlns:a16="http://schemas.microsoft.com/office/drawing/2014/main" id="{F41DAD6B-4F5C-DFE9-DAFD-EB81B10E0098}"/>
              </a:ext>
            </a:extLst>
          </p:cNvPr>
          <p:cNvGrpSpPr/>
          <p:nvPr/>
        </p:nvGrpSpPr>
        <p:grpSpPr>
          <a:xfrm>
            <a:off x="10278334" y="0"/>
            <a:ext cx="987657" cy="297132"/>
            <a:chOff x="10278334" y="0"/>
            <a:chExt cx="987657" cy="297132"/>
          </a:xfrm>
        </p:grpSpPr>
        <p:grpSp>
          <p:nvGrpSpPr>
            <p:cNvPr id="32" name="Group 31">
              <a:extLst>
                <a:ext uri="{FF2B5EF4-FFF2-40B4-BE49-F238E27FC236}">
                  <a16:creationId xmlns:a16="http://schemas.microsoft.com/office/drawing/2014/main" id="{1ACE707A-AAEB-EC2B-1C5D-2FAF248662AA}"/>
                </a:ext>
              </a:extLst>
            </p:cNvPr>
            <p:cNvGrpSpPr/>
            <p:nvPr/>
          </p:nvGrpSpPr>
          <p:grpSpPr>
            <a:xfrm>
              <a:off x="10278334" y="0"/>
              <a:ext cx="336385" cy="294592"/>
              <a:chOff x="10278334" y="0"/>
              <a:chExt cx="336385" cy="294592"/>
            </a:xfrm>
          </p:grpSpPr>
          <p:sp>
            <p:nvSpPr>
              <p:cNvPr id="43" name="Rectangle 42">
                <a:extLst>
                  <a:ext uri="{FF2B5EF4-FFF2-40B4-BE49-F238E27FC236}">
                    <a16:creationId xmlns:a16="http://schemas.microsoft.com/office/drawing/2014/main" id="{2BB0707F-88FB-1B46-9D3B-1EE7DAD1601D}"/>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374E7192-B100-4C84-656B-F24D38AB3271}"/>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260238AD-3177-1807-AE23-F3538E03F91D}"/>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33" name="Group 32">
              <a:extLst>
                <a:ext uri="{FF2B5EF4-FFF2-40B4-BE49-F238E27FC236}">
                  <a16:creationId xmlns:a16="http://schemas.microsoft.com/office/drawing/2014/main" id="{46CBBF7C-A54A-67C9-22F6-3A71BCFABB42}"/>
                </a:ext>
              </a:extLst>
            </p:cNvPr>
            <p:cNvGrpSpPr/>
            <p:nvPr/>
          </p:nvGrpSpPr>
          <p:grpSpPr>
            <a:xfrm>
              <a:off x="10605240" y="0"/>
              <a:ext cx="336385" cy="297132"/>
              <a:chOff x="10289176" y="0"/>
              <a:chExt cx="336385" cy="297132"/>
            </a:xfrm>
          </p:grpSpPr>
          <p:sp>
            <p:nvSpPr>
              <p:cNvPr id="39" name="Rectangle 38">
                <a:extLst>
                  <a:ext uri="{FF2B5EF4-FFF2-40B4-BE49-F238E27FC236}">
                    <a16:creationId xmlns:a16="http://schemas.microsoft.com/office/drawing/2014/main" id="{CE5E3CA4-3E46-96DD-3A82-45EBA6578793}"/>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0" name="Group 39">
                <a:extLst>
                  <a:ext uri="{FF2B5EF4-FFF2-40B4-BE49-F238E27FC236}">
                    <a16:creationId xmlns:a16="http://schemas.microsoft.com/office/drawing/2014/main" id="{27027C47-4EA5-C3B6-5EC4-771B004FDDB6}"/>
                  </a:ext>
                </a:extLst>
              </p:cNvPr>
              <p:cNvGrpSpPr/>
              <p:nvPr/>
            </p:nvGrpSpPr>
            <p:grpSpPr>
              <a:xfrm>
                <a:off x="10289176" y="81688"/>
                <a:ext cx="336385" cy="215444"/>
                <a:chOff x="5178425" y="855322"/>
                <a:chExt cx="336385" cy="215444"/>
              </a:xfrm>
            </p:grpSpPr>
            <p:sp>
              <p:nvSpPr>
                <p:cNvPr id="41" name="Oval 40">
                  <a:extLst>
                    <a:ext uri="{FF2B5EF4-FFF2-40B4-BE49-F238E27FC236}">
                      <a16:creationId xmlns:a16="http://schemas.microsoft.com/office/drawing/2014/main" id="{D3619DE4-F7D0-F3A1-AA4E-ABC668892D02}"/>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A43FECF1-2EBD-7C6A-B8A6-DD65FA0A1AE1}"/>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34" name="Group 33">
              <a:extLst>
                <a:ext uri="{FF2B5EF4-FFF2-40B4-BE49-F238E27FC236}">
                  <a16:creationId xmlns:a16="http://schemas.microsoft.com/office/drawing/2014/main" id="{6E154029-83DC-7652-57B6-0A2258B0729E}"/>
                </a:ext>
              </a:extLst>
            </p:cNvPr>
            <p:cNvGrpSpPr/>
            <p:nvPr/>
          </p:nvGrpSpPr>
          <p:grpSpPr>
            <a:xfrm>
              <a:off x="10929606" y="0"/>
              <a:ext cx="336385" cy="297132"/>
              <a:chOff x="10880361" y="0"/>
              <a:chExt cx="336385" cy="297132"/>
            </a:xfrm>
          </p:grpSpPr>
          <p:sp>
            <p:nvSpPr>
              <p:cNvPr id="35" name="Rectangle 34">
                <a:extLst>
                  <a:ext uri="{FF2B5EF4-FFF2-40B4-BE49-F238E27FC236}">
                    <a16:creationId xmlns:a16="http://schemas.microsoft.com/office/drawing/2014/main" id="{86860322-2940-823A-41A7-0719627679F0}"/>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6" name="Group 35">
                <a:extLst>
                  <a:ext uri="{FF2B5EF4-FFF2-40B4-BE49-F238E27FC236}">
                    <a16:creationId xmlns:a16="http://schemas.microsoft.com/office/drawing/2014/main" id="{DCCE6EE4-C2D1-CC05-8386-3CB7AB500EF9}"/>
                  </a:ext>
                </a:extLst>
              </p:cNvPr>
              <p:cNvGrpSpPr/>
              <p:nvPr/>
            </p:nvGrpSpPr>
            <p:grpSpPr>
              <a:xfrm>
                <a:off x="10880361" y="81688"/>
                <a:ext cx="336385" cy="215444"/>
                <a:chOff x="5180965" y="851650"/>
                <a:chExt cx="336385" cy="215444"/>
              </a:xfrm>
            </p:grpSpPr>
            <p:sp>
              <p:nvSpPr>
                <p:cNvPr id="37" name="Oval 36">
                  <a:extLst>
                    <a:ext uri="{FF2B5EF4-FFF2-40B4-BE49-F238E27FC236}">
                      <a16:creationId xmlns:a16="http://schemas.microsoft.com/office/drawing/2014/main" id="{A0085825-F96C-5476-A534-4E9E96260D0E}"/>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54D5F949-FAC4-A789-B0ED-7D524FFEF897}"/>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1736974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537AC-86B2-3E6D-7BCE-68910F67FEE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F3D512B-2D6F-C877-9B35-E0E64B28AC5F}"/>
              </a:ext>
            </a:extLst>
          </p:cNvPr>
          <p:cNvSpPr>
            <a:spLocks noGrp="1"/>
          </p:cNvSpPr>
          <p:nvPr>
            <p:ph type="title"/>
          </p:nvPr>
        </p:nvSpPr>
        <p:spPr>
          <a:xfrm>
            <a:off x="334963" y="808073"/>
            <a:ext cx="11522075" cy="840083"/>
          </a:xfrm>
        </p:spPr>
        <p:txBody>
          <a:bodyPr/>
          <a:lstStyle/>
          <a:p>
            <a:r>
              <a:rPr lang="en-GB" noProof="0" dirty="0"/>
              <a:t>The A/B/n Testing Pipeline</a:t>
            </a:r>
          </a:p>
        </p:txBody>
      </p:sp>
      <p:sp>
        <p:nvSpPr>
          <p:cNvPr id="3" name="Segnaposto data 2">
            <a:extLst>
              <a:ext uri="{FF2B5EF4-FFF2-40B4-BE49-F238E27FC236}">
                <a16:creationId xmlns:a16="http://schemas.microsoft.com/office/drawing/2014/main" id="{90C87F24-BD6C-00F4-C075-B04E14DABEB6}"/>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2A23B06E-CA2F-D9F8-4447-A392B340F0F0}"/>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CDD83E36-E4AA-BDCA-72C7-A9DA9D0CBE6A}"/>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19</a:t>
            </a:fld>
            <a:endParaRPr lang="en-GB" noProof="0"/>
          </a:p>
        </p:txBody>
      </p:sp>
      <p:grpSp>
        <p:nvGrpSpPr>
          <p:cNvPr id="22" name="Group 21">
            <a:extLst>
              <a:ext uri="{FF2B5EF4-FFF2-40B4-BE49-F238E27FC236}">
                <a16:creationId xmlns:a16="http://schemas.microsoft.com/office/drawing/2014/main" id="{488AD49D-9EC6-684D-2697-EBE5676D6A13}"/>
              </a:ext>
            </a:extLst>
          </p:cNvPr>
          <p:cNvGrpSpPr/>
          <p:nvPr/>
        </p:nvGrpSpPr>
        <p:grpSpPr>
          <a:xfrm>
            <a:off x="656723" y="-3475302"/>
            <a:ext cx="10740638" cy="1981032"/>
            <a:chOff x="334963" y="3431894"/>
            <a:chExt cx="10740638" cy="1981032"/>
          </a:xfrm>
        </p:grpSpPr>
        <p:sp>
          <p:nvSpPr>
            <p:cNvPr id="16" name="Rectangle: Rounded Corners 15">
              <a:extLst>
                <a:ext uri="{FF2B5EF4-FFF2-40B4-BE49-F238E27FC236}">
                  <a16:creationId xmlns:a16="http://schemas.microsoft.com/office/drawing/2014/main" id="{1544317B-BB09-B78B-648F-FFD901F15AD2}"/>
                </a:ext>
              </a:extLst>
            </p:cNvPr>
            <p:cNvSpPr/>
            <p:nvPr/>
          </p:nvSpPr>
          <p:spPr>
            <a:xfrm>
              <a:off x="334963" y="3431894"/>
              <a:ext cx="10740638" cy="1981032"/>
            </a:xfrm>
            <a:prstGeom prst="round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 name="TextBox 11">
              <a:extLst>
                <a:ext uri="{FF2B5EF4-FFF2-40B4-BE49-F238E27FC236}">
                  <a16:creationId xmlns:a16="http://schemas.microsoft.com/office/drawing/2014/main" id="{55AE372D-2400-4CDA-F5B0-913BC8B75965}"/>
                </a:ext>
              </a:extLst>
            </p:cNvPr>
            <p:cNvSpPr txBox="1"/>
            <p:nvPr/>
          </p:nvSpPr>
          <p:spPr>
            <a:xfrm>
              <a:off x="1840376" y="3551003"/>
              <a:ext cx="8809836" cy="1696939"/>
            </a:xfrm>
            <a:prstGeom prst="rect">
              <a:avLst/>
            </a:prstGeom>
            <a:noFill/>
          </p:spPr>
          <p:txBody>
            <a:bodyPr wrap="square" rtlCol="0">
              <a:spAutoFit/>
            </a:bodyPr>
            <a:lstStyle/>
            <a:p>
              <a:pPr algn="just">
                <a:lnSpc>
                  <a:spcPct val="150000"/>
                </a:lnSpc>
              </a:pPr>
              <a:r>
                <a:rPr lang="en-US" sz="2400" dirty="0"/>
                <a:t>"Can we build an </a:t>
              </a:r>
              <a:r>
                <a:rPr lang="en-US" sz="2400" b="1" dirty="0"/>
                <a:t>A/B/n testing pipeline </a:t>
              </a:r>
              <a:r>
                <a:rPr lang="en-US" sz="2400" dirty="0"/>
                <a:t>on top of Marionette to automatically </a:t>
              </a:r>
              <a:r>
                <a:rPr lang="en-US" sz="2400" b="1" dirty="0"/>
                <a:t>compare behavioral combinations </a:t>
              </a:r>
              <a:r>
                <a:rPr lang="en-US" sz="2400" dirty="0"/>
                <a:t>at the system-level?"</a:t>
              </a:r>
              <a:endParaRPr lang="en-GB" sz="2400" noProof="0" dirty="0"/>
            </a:p>
          </p:txBody>
        </p:sp>
        <p:pic>
          <p:nvPicPr>
            <p:cNvPr id="21" name="Picture 20">
              <a:extLst>
                <a:ext uri="{FF2B5EF4-FFF2-40B4-BE49-F238E27FC236}">
                  <a16:creationId xmlns:a16="http://schemas.microsoft.com/office/drawing/2014/main" id="{9BDEF5AA-823B-A364-7258-7F408169D5CF}"/>
                </a:ext>
              </a:extLst>
            </p:cNvPr>
            <p:cNvPicPr>
              <a:picLocks noChangeAspect="1"/>
            </p:cNvPicPr>
            <p:nvPr/>
          </p:nvPicPr>
          <p:blipFill>
            <a:blip r:embed="rId5"/>
            <a:stretch>
              <a:fillRect/>
            </a:stretch>
          </p:blipFill>
          <p:spPr>
            <a:xfrm>
              <a:off x="489995" y="3747220"/>
              <a:ext cx="1350380" cy="1350380"/>
            </a:xfrm>
            <a:prstGeom prst="rect">
              <a:avLst/>
            </a:prstGeom>
          </p:spPr>
        </p:pic>
      </p:grpSp>
      <p:sp>
        <p:nvSpPr>
          <p:cNvPr id="11" name="InjectionOval">
            <a:extLst>
              <a:ext uri="{FF2B5EF4-FFF2-40B4-BE49-F238E27FC236}">
                <a16:creationId xmlns:a16="http://schemas.microsoft.com/office/drawing/2014/main" id="{65D81034-9F99-2B6C-F5D6-1D6349C6F52B}"/>
              </a:ext>
            </a:extLst>
          </p:cNvPr>
          <p:cNvSpPr/>
          <p:nvPr/>
        </p:nvSpPr>
        <p:spPr>
          <a:xfrm>
            <a:off x="8961409" y="3257363"/>
            <a:ext cx="3108698" cy="3121795"/>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GB" noProof="0"/>
          </a:p>
        </p:txBody>
      </p:sp>
      <p:grpSp>
        <p:nvGrpSpPr>
          <p:cNvPr id="32" name="BehaviourRegistry">
            <a:extLst>
              <a:ext uri="{FF2B5EF4-FFF2-40B4-BE49-F238E27FC236}">
                <a16:creationId xmlns:a16="http://schemas.microsoft.com/office/drawing/2014/main" id="{60D819A9-B961-111A-871C-F4C4FA8E55A4}"/>
              </a:ext>
            </a:extLst>
          </p:cNvPr>
          <p:cNvGrpSpPr/>
          <p:nvPr/>
        </p:nvGrpSpPr>
        <p:grpSpPr>
          <a:xfrm>
            <a:off x="9807390" y="5353866"/>
            <a:ext cx="1542857" cy="871288"/>
            <a:chOff x="7974408" y="3154378"/>
            <a:chExt cx="1818592" cy="1081767"/>
          </a:xfrm>
        </p:grpSpPr>
        <p:pic>
          <p:nvPicPr>
            <p:cNvPr id="33" name="Picture 32">
              <a:extLst>
                <a:ext uri="{FF2B5EF4-FFF2-40B4-BE49-F238E27FC236}">
                  <a16:creationId xmlns:a16="http://schemas.microsoft.com/office/drawing/2014/main" id="{C172CEF9-D75E-5492-5CB2-CF46300DFB3F}"/>
                </a:ext>
              </a:extLst>
            </p:cNvPr>
            <p:cNvPicPr>
              <a:picLocks noChangeAspect="1"/>
            </p:cNvPicPr>
            <p:nvPr/>
          </p:nvPicPr>
          <p:blipFill>
            <a:blip r:embed="rId6"/>
            <a:stretch>
              <a:fillRect/>
            </a:stretch>
          </p:blipFill>
          <p:spPr>
            <a:xfrm>
              <a:off x="8397291" y="3154378"/>
              <a:ext cx="897069" cy="897069"/>
            </a:xfrm>
            <a:prstGeom prst="rect">
              <a:avLst/>
            </a:prstGeom>
          </p:spPr>
        </p:pic>
        <p:grpSp>
          <p:nvGrpSpPr>
            <p:cNvPr id="34" name="Group 33">
              <a:extLst>
                <a:ext uri="{FF2B5EF4-FFF2-40B4-BE49-F238E27FC236}">
                  <a16:creationId xmlns:a16="http://schemas.microsoft.com/office/drawing/2014/main" id="{240B794F-4B05-B332-1AB7-DDFD6C494E48}"/>
                </a:ext>
              </a:extLst>
            </p:cNvPr>
            <p:cNvGrpSpPr/>
            <p:nvPr/>
          </p:nvGrpSpPr>
          <p:grpSpPr>
            <a:xfrm>
              <a:off x="7974408" y="3890846"/>
              <a:ext cx="1818592" cy="345299"/>
              <a:chOff x="7876493" y="2728183"/>
              <a:chExt cx="1866330" cy="346070"/>
            </a:xfrm>
          </p:grpSpPr>
          <p:sp>
            <p:nvSpPr>
              <p:cNvPr id="35" name="Rectangle: Rounded Corners 34">
                <a:extLst>
                  <a:ext uri="{FF2B5EF4-FFF2-40B4-BE49-F238E27FC236}">
                    <a16:creationId xmlns:a16="http://schemas.microsoft.com/office/drawing/2014/main" id="{0F3B0AF5-2F7B-A23D-13E4-6E916A75E795}"/>
                  </a:ext>
                </a:extLst>
              </p:cNvPr>
              <p:cNvSpPr/>
              <p:nvPr/>
            </p:nvSpPr>
            <p:spPr>
              <a:xfrm>
                <a:off x="7876493" y="2728183"/>
                <a:ext cx="1866330" cy="34591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36" name="TextBox 35">
                <a:extLst>
                  <a:ext uri="{FF2B5EF4-FFF2-40B4-BE49-F238E27FC236}">
                    <a16:creationId xmlns:a16="http://schemas.microsoft.com/office/drawing/2014/main" id="{A5916C5E-B788-81A6-8E74-F36EAE2711AE}"/>
                  </a:ext>
                </a:extLst>
              </p:cNvPr>
              <p:cNvSpPr txBox="1"/>
              <p:nvPr/>
            </p:nvSpPr>
            <p:spPr>
              <a:xfrm>
                <a:off x="7910168" y="2729570"/>
                <a:ext cx="1803739" cy="344683"/>
              </a:xfrm>
              <a:prstGeom prst="rect">
                <a:avLst/>
              </a:prstGeom>
              <a:noFill/>
            </p:spPr>
            <p:txBody>
              <a:bodyPr wrap="none" rtlCol="0">
                <a:spAutoFit/>
              </a:bodyPr>
              <a:lstStyle/>
              <a:p>
                <a:r>
                  <a:rPr lang="en-GB" sz="1200" noProof="0" err="1"/>
                  <a:t>BehaviourRegistry</a:t>
                </a:r>
                <a:endParaRPr lang="en-GB" sz="1200" noProof="0"/>
              </a:p>
            </p:txBody>
          </p:sp>
        </p:grpSp>
      </p:grpSp>
      <p:grpSp>
        <p:nvGrpSpPr>
          <p:cNvPr id="37" name="BehaviourController">
            <a:extLst>
              <a:ext uri="{FF2B5EF4-FFF2-40B4-BE49-F238E27FC236}">
                <a16:creationId xmlns:a16="http://schemas.microsoft.com/office/drawing/2014/main" id="{EC277CFD-D46F-2435-2B17-5D6B497530FF}"/>
              </a:ext>
            </a:extLst>
          </p:cNvPr>
          <p:cNvGrpSpPr/>
          <p:nvPr/>
        </p:nvGrpSpPr>
        <p:grpSpPr>
          <a:xfrm>
            <a:off x="8607761" y="4360707"/>
            <a:ext cx="1647463" cy="880451"/>
            <a:chOff x="7516471" y="4670663"/>
            <a:chExt cx="1834418" cy="992164"/>
          </a:xfrm>
        </p:grpSpPr>
        <p:pic>
          <p:nvPicPr>
            <p:cNvPr id="38" name="Picture 37">
              <a:extLst>
                <a:ext uri="{FF2B5EF4-FFF2-40B4-BE49-F238E27FC236}">
                  <a16:creationId xmlns:a16="http://schemas.microsoft.com/office/drawing/2014/main" id="{09A499B4-39CD-9FD7-3E50-D0C751B1A797}"/>
                </a:ext>
              </a:extLst>
            </p:cNvPr>
            <p:cNvPicPr>
              <a:picLocks noChangeAspect="1"/>
            </p:cNvPicPr>
            <p:nvPr/>
          </p:nvPicPr>
          <p:blipFill>
            <a:blip r:embed="rId6"/>
            <a:stretch>
              <a:fillRect/>
            </a:stretch>
          </p:blipFill>
          <p:spPr>
            <a:xfrm>
              <a:off x="7948756" y="4670663"/>
              <a:ext cx="897069" cy="897069"/>
            </a:xfrm>
            <a:prstGeom prst="rect">
              <a:avLst/>
            </a:prstGeom>
          </p:spPr>
        </p:pic>
        <p:grpSp>
          <p:nvGrpSpPr>
            <p:cNvPr id="39" name="Group 38">
              <a:extLst>
                <a:ext uri="{FF2B5EF4-FFF2-40B4-BE49-F238E27FC236}">
                  <a16:creationId xmlns:a16="http://schemas.microsoft.com/office/drawing/2014/main" id="{36F4EDCB-A8E0-B4A0-5845-0F3C0CD8711A}"/>
                </a:ext>
              </a:extLst>
            </p:cNvPr>
            <p:cNvGrpSpPr/>
            <p:nvPr/>
          </p:nvGrpSpPr>
          <p:grpSpPr>
            <a:xfrm>
              <a:off x="7516471" y="5349293"/>
              <a:ext cx="1834418" cy="313534"/>
              <a:chOff x="7731064" y="2741676"/>
              <a:chExt cx="1771732" cy="314234"/>
            </a:xfrm>
          </p:grpSpPr>
          <p:sp>
            <p:nvSpPr>
              <p:cNvPr id="40" name="Rectangle: Rounded Corners 39">
                <a:extLst>
                  <a:ext uri="{FF2B5EF4-FFF2-40B4-BE49-F238E27FC236}">
                    <a16:creationId xmlns:a16="http://schemas.microsoft.com/office/drawing/2014/main" id="{4761692D-FCA6-2AC9-9DBB-055A72FDC2DF}"/>
                  </a:ext>
                </a:extLst>
              </p:cNvPr>
              <p:cNvSpPr/>
              <p:nvPr/>
            </p:nvSpPr>
            <p:spPr>
              <a:xfrm>
                <a:off x="7731064" y="2741676"/>
                <a:ext cx="1771732" cy="31117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41" name="TextBox 40">
                <a:extLst>
                  <a:ext uri="{FF2B5EF4-FFF2-40B4-BE49-F238E27FC236}">
                    <a16:creationId xmlns:a16="http://schemas.microsoft.com/office/drawing/2014/main" id="{E5F44660-F491-95EF-6CA2-1DB0EB642EB7}"/>
                  </a:ext>
                </a:extLst>
              </p:cNvPr>
              <p:cNvSpPr txBox="1"/>
              <p:nvPr/>
            </p:nvSpPr>
            <p:spPr>
              <a:xfrm>
                <a:off x="7764740" y="2743068"/>
                <a:ext cx="1738056" cy="312842"/>
              </a:xfrm>
              <a:prstGeom prst="rect">
                <a:avLst/>
              </a:prstGeom>
              <a:noFill/>
            </p:spPr>
            <p:txBody>
              <a:bodyPr wrap="none" rtlCol="0">
                <a:spAutoFit/>
              </a:bodyPr>
              <a:lstStyle/>
              <a:p>
                <a:r>
                  <a:rPr lang="en-GB" sz="1200" noProof="0" err="1"/>
                  <a:t>BehaviourController</a:t>
                </a:r>
                <a:endParaRPr lang="en-GB" sz="1200" noProof="0"/>
              </a:p>
            </p:txBody>
          </p:sp>
        </p:grpSp>
      </p:grpSp>
      <p:grpSp>
        <p:nvGrpSpPr>
          <p:cNvPr id="42" name="Original Code">
            <a:extLst>
              <a:ext uri="{FF2B5EF4-FFF2-40B4-BE49-F238E27FC236}">
                <a16:creationId xmlns:a16="http://schemas.microsoft.com/office/drawing/2014/main" id="{F7629418-EE28-AD78-FF23-13FFF5ACC2B9}"/>
              </a:ext>
            </a:extLst>
          </p:cNvPr>
          <p:cNvGrpSpPr/>
          <p:nvPr/>
        </p:nvGrpSpPr>
        <p:grpSpPr>
          <a:xfrm>
            <a:off x="10372571" y="3552668"/>
            <a:ext cx="1515152" cy="1291704"/>
            <a:chOff x="9982550" y="3763713"/>
            <a:chExt cx="1782160" cy="1547382"/>
          </a:xfrm>
        </p:grpSpPr>
        <p:sp>
          <p:nvSpPr>
            <p:cNvPr id="43" name="Oval 42">
              <a:extLst>
                <a:ext uri="{FF2B5EF4-FFF2-40B4-BE49-F238E27FC236}">
                  <a16:creationId xmlns:a16="http://schemas.microsoft.com/office/drawing/2014/main" id="{12736E23-323B-CB4A-9B39-AB3F5A5EE837}"/>
                </a:ext>
              </a:extLst>
            </p:cNvPr>
            <p:cNvSpPr/>
            <p:nvPr/>
          </p:nvSpPr>
          <p:spPr>
            <a:xfrm>
              <a:off x="10091466" y="3763713"/>
              <a:ext cx="1446144" cy="144614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noProof="0"/>
            </a:p>
          </p:txBody>
        </p:sp>
        <p:pic>
          <p:nvPicPr>
            <p:cNvPr id="44" name="Picture 43">
              <a:extLst>
                <a:ext uri="{FF2B5EF4-FFF2-40B4-BE49-F238E27FC236}">
                  <a16:creationId xmlns:a16="http://schemas.microsoft.com/office/drawing/2014/main" id="{97EE3B82-DFF2-A21D-DACE-D6948076DC9E}"/>
                </a:ext>
              </a:extLst>
            </p:cNvPr>
            <p:cNvPicPr>
              <a:picLocks noChangeAspect="1"/>
            </p:cNvPicPr>
            <p:nvPr/>
          </p:nvPicPr>
          <p:blipFill>
            <a:blip r:embed="rId6"/>
            <a:stretch>
              <a:fillRect/>
            </a:stretch>
          </p:blipFill>
          <p:spPr>
            <a:xfrm>
              <a:off x="10331864" y="4051447"/>
              <a:ext cx="619216" cy="619216"/>
            </a:xfrm>
            <a:prstGeom prst="rect">
              <a:avLst/>
            </a:prstGeom>
          </p:spPr>
        </p:pic>
        <p:pic>
          <p:nvPicPr>
            <p:cNvPr id="45" name="Picture 44">
              <a:extLst>
                <a:ext uri="{FF2B5EF4-FFF2-40B4-BE49-F238E27FC236}">
                  <a16:creationId xmlns:a16="http://schemas.microsoft.com/office/drawing/2014/main" id="{31CD64ED-38AB-887C-014A-9F064110E0EF}"/>
                </a:ext>
              </a:extLst>
            </p:cNvPr>
            <p:cNvPicPr>
              <a:picLocks noChangeAspect="1"/>
            </p:cNvPicPr>
            <p:nvPr/>
          </p:nvPicPr>
          <p:blipFill>
            <a:blip r:embed="rId6"/>
            <a:stretch>
              <a:fillRect/>
            </a:stretch>
          </p:blipFill>
          <p:spPr>
            <a:xfrm>
              <a:off x="10422584" y="4113471"/>
              <a:ext cx="619216" cy="619216"/>
            </a:xfrm>
            <a:prstGeom prst="rect">
              <a:avLst/>
            </a:prstGeom>
          </p:spPr>
        </p:pic>
        <p:pic>
          <p:nvPicPr>
            <p:cNvPr id="46" name="Picture 45">
              <a:extLst>
                <a:ext uri="{FF2B5EF4-FFF2-40B4-BE49-F238E27FC236}">
                  <a16:creationId xmlns:a16="http://schemas.microsoft.com/office/drawing/2014/main" id="{5CE9571F-D094-78AF-4364-68384AA1FCB4}"/>
                </a:ext>
              </a:extLst>
            </p:cNvPr>
            <p:cNvPicPr>
              <a:picLocks noChangeAspect="1"/>
            </p:cNvPicPr>
            <p:nvPr/>
          </p:nvPicPr>
          <p:blipFill>
            <a:blip r:embed="rId6"/>
            <a:stretch>
              <a:fillRect/>
            </a:stretch>
          </p:blipFill>
          <p:spPr>
            <a:xfrm>
              <a:off x="10513302" y="4175495"/>
              <a:ext cx="619216" cy="619216"/>
            </a:xfrm>
            <a:prstGeom prst="rect">
              <a:avLst/>
            </a:prstGeom>
          </p:spPr>
        </p:pic>
        <p:pic>
          <p:nvPicPr>
            <p:cNvPr id="47" name="Picture 46">
              <a:extLst>
                <a:ext uri="{FF2B5EF4-FFF2-40B4-BE49-F238E27FC236}">
                  <a16:creationId xmlns:a16="http://schemas.microsoft.com/office/drawing/2014/main" id="{BB8A707D-0C53-E710-D6F3-58483EFC9FC6}"/>
                </a:ext>
              </a:extLst>
            </p:cNvPr>
            <p:cNvPicPr>
              <a:picLocks noChangeAspect="1"/>
            </p:cNvPicPr>
            <p:nvPr/>
          </p:nvPicPr>
          <p:blipFill>
            <a:blip r:embed="rId6"/>
            <a:stretch>
              <a:fillRect/>
            </a:stretch>
          </p:blipFill>
          <p:spPr>
            <a:xfrm>
              <a:off x="10604019" y="4237518"/>
              <a:ext cx="619216" cy="619216"/>
            </a:xfrm>
            <a:prstGeom prst="rect">
              <a:avLst/>
            </a:prstGeom>
          </p:spPr>
        </p:pic>
        <p:pic>
          <p:nvPicPr>
            <p:cNvPr id="48" name="Picture 47">
              <a:extLst>
                <a:ext uri="{FF2B5EF4-FFF2-40B4-BE49-F238E27FC236}">
                  <a16:creationId xmlns:a16="http://schemas.microsoft.com/office/drawing/2014/main" id="{323EA4BA-742B-9DA0-B535-59138AA3E67F}"/>
                </a:ext>
              </a:extLst>
            </p:cNvPr>
            <p:cNvPicPr>
              <a:picLocks noChangeAspect="1"/>
            </p:cNvPicPr>
            <p:nvPr/>
          </p:nvPicPr>
          <p:blipFill>
            <a:blip r:embed="rId6"/>
            <a:stretch>
              <a:fillRect/>
            </a:stretch>
          </p:blipFill>
          <p:spPr>
            <a:xfrm>
              <a:off x="10694736" y="4299540"/>
              <a:ext cx="619216" cy="619216"/>
            </a:xfrm>
            <a:prstGeom prst="rect">
              <a:avLst/>
            </a:prstGeom>
          </p:spPr>
        </p:pic>
        <p:sp>
          <p:nvSpPr>
            <p:cNvPr id="49" name="Rectangle: Rounded Corners 48">
              <a:extLst>
                <a:ext uri="{FF2B5EF4-FFF2-40B4-BE49-F238E27FC236}">
                  <a16:creationId xmlns:a16="http://schemas.microsoft.com/office/drawing/2014/main" id="{8FC8C49E-0C9F-14B0-2DD9-952577CE410F}"/>
                </a:ext>
              </a:extLst>
            </p:cNvPr>
            <p:cNvSpPr/>
            <p:nvPr/>
          </p:nvSpPr>
          <p:spPr>
            <a:xfrm>
              <a:off x="9982550" y="4966974"/>
              <a:ext cx="1782159" cy="33182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50" name="TextBox 49">
              <a:extLst>
                <a:ext uri="{FF2B5EF4-FFF2-40B4-BE49-F238E27FC236}">
                  <a16:creationId xmlns:a16="http://schemas.microsoft.com/office/drawing/2014/main" id="{C3D41838-AD48-E686-7E30-EEA659F87F0E}"/>
                </a:ext>
              </a:extLst>
            </p:cNvPr>
            <p:cNvSpPr txBox="1"/>
            <p:nvPr/>
          </p:nvSpPr>
          <p:spPr>
            <a:xfrm>
              <a:off x="10019472" y="4979267"/>
              <a:ext cx="1745238" cy="331828"/>
            </a:xfrm>
            <a:prstGeom prst="rect">
              <a:avLst/>
            </a:prstGeom>
            <a:noFill/>
          </p:spPr>
          <p:txBody>
            <a:bodyPr wrap="square" rtlCol="0">
              <a:spAutoFit/>
            </a:bodyPr>
            <a:lstStyle/>
            <a:p>
              <a:r>
                <a:rPr lang="en-GB" sz="1200" noProof="0"/>
                <a:t>Original Codebase</a:t>
              </a:r>
              <a:endParaRPr lang="en-GB" sz="1400" noProof="0"/>
            </a:p>
          </p:txBody>
        </p:sp>
      </p:grpSp>
      <p:sp>
        <p:nvSpPr>
          <p:cNvPr id="51" name="InjectionOval">
            <a:extLst>
              <a:ext uri="{FF2B5EF4-FFF2-40B4-BE49-F238E27FC236}">
                <a16:creationId xmlns:a16="http://schemas.microsoft.com/office/drawing/2014/main" id="{D61BF821-3869-68D4-9B31-1A10A2EC4CD7}"/>
              </a:ext>
            </a:extLst>
          </p:cNvPr>
          <p:cNvSpPr/>
          <p:nvPr/>
        </p:nvSpPr>
        <p:spPr>
          <a:xfrm>
            <a:off x="6269163" y="1043078"/>
            <a:ext cx="3108698" cy="3121795"/>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GB" noProof="0"/>
          </a:p>
        </p:txBody>
      </p:sp>
      <p:grpSp>
        <p:nvGrpSpPr>
          <p:cNvPr id="52" name="!!BehaviourRegistry">
            <a:extLst>
              <a:ext uri="{FF2B5EF4-FFF2-40B4-BE49-F238E27FC236}">
                <a16:creationId xmlns:a16="http://schemas.microsoft.com/office/drawing/2014/main" id="{A83FB8E4-D2D6-75F0-577D-E7B46BFF19AB}"/>
              </a:ext>
            </a:extLst>
          </p:cNvPr>
          <p:cNvGrpSpPr/>
          <p:nvPr/>
        </p:nvGrpSpPr>
        <p:grpSpPr>
          <a:xfrm>
            <a:off x="7115144" y="3139581"/>
            <a:ext cx="1542857" cy="871288"/>
            <a:chOff x="7974408" y="3154378"/>
            <a:chExt cx="1818592" cy="1081767"/>
          </a:xfrm>
        </p:grpSpPr>
        <p:pic>
          <p:nvPicPr>
            <p:cNvPr id="53" name="Picture 52">
              <a:extLst>
                <a:ext uri="{FF2B5EF4-FFF2-40B4-BE49-F238E27FC236}">
                  <a16:creationId xmlns:a16="http://schemas.microsoft.com/office/drawing/2014/main" id="{51362F5B-BAA3-1D4D-E712-DF25D4C8E84E}"/>
                </a:ext>
              </a:extLst>
            </p:cNvPr>
            <p:cNvPicPr>
              <a:picLocks noChangeAspect="1"/>
            </p:cNvPicPr>
            <p:nvPr/>
          </p:nvPicPr>
          <p:blipFill>
            <a:blip r:embed="rId6"/>
            <a:stretch>
              <a:fillRect/>
            </a:stretch>
          </p:blipFill>
          <p:spPr>
            <a:xfrm>
              <a:off x="8397291" y="3154378"/>
              <a:ext cx="897069" cy="897069"/>
            </a:xfrm>
            <a:prstGeom prst="rect">
              <a:avLst/>
            </a:prstGeom>
          </p:spPr>
        </p:pic>
        <p:grpSp>
          <p:nvGrpSpPr>
            <p:cNvPr id="54" name="Group 53">
              <a:extLst>
                <a:ext uri="{FF2B5EF4-FFF2-40B4-BE49-F238E27FC236}">
                  <a16:creationId xmlns:a16="http://schemas.microsoft.com/office/drawing/2014/main" id="{EA45402A-93A7-971E-7F5D-4521E301E3DA}"/>
                </a:ext>
              </a:extLst>
            </p:cNvPr>
            <p:cNvGrpSpPr/>
            <p:nvPr/>
          </p:nvGrpSpPr>
          <p:grpSpPr>
            <a:xfrm>
              <a:off x="7974408" y="3890846"/>
              <a:ext cx="1818592" cy="345299"/>
              <a:chOff x="7876493" y="2728183"/>
              <a:chExt cx="1866330" cy="346070"/>
            </a:xfrm>
          </p:grpSpPr>
          <p:sp>
            <p:nvSpPr>
              <p:cNvPr id="55" name="Rectangle: Rounded Corners 54">
                <a:extLst>
                  <a:ext uri="{FF2B5EF4-FFF2-40B4-BE49-F238E27FC236}">
                    <a16:creationId xmlns:a16="http://schemas.microsoft.com/office/drawing/2014/main" id="{4B040BF2-F960-E337-763B-82562733E265}"/>
                  </a:ext>
                </a:extLst>
              </p:cNvPr>
              <p:cNvSpPr/>
              <p:nvPr/>
            </p:nvSpPr>
            <p:spPr>
              <a:xfrm>
                <a:off x="7876493" y="2728183"/>
                <a:ext cx="1866330" cy="34591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56" name="TextBox 55">
                <a:extLst>
                  <a:ext uri="{FF2B5EF4-FFF2-40B4-BE49-F238E27FC236}">
                    <a16:creationId xmlns:a16="http://schemas.microsoft.com/office/drawing/2014/main" id="{9337F211-5B07-BF89-F6F4-E8F455A0FF47}"/>
                  </a:ext>
                </a:extLst>
              </p:cNvPr>
              <p:cNvSpPr txBox="1"/>
              <p:nvPr/>
            </p:nvSpPr>
            <p:spPr>
              <a:xfrm>
                <a:off x="7910168" y="2729570"/>
                <a:ext cx="1803739" cy="344683"/>
              </a:xfrm>
              <a:prstGeom prst="rect">
                <a:avLst/>
              </a:prstGeom>
              <a:noFill/>
            </p:spPr>
            <p:txBody>
              <a:bodyPr wrap="none" rtlCol="0">
                <a:spAutoFit/>
              </a:bodyPr>
              <a:lstStyle/>
              <a:p>
                <a:r>
                  <a:rPr lang="en-GB" sz="1200" noProof="0" dirty="0" err="1"/>
                  <a:t>BehaviourRegistry</a:t>
                </a:r>
                <a:endParaRPr lang="en-GB" sz="1200" noProof="0" dirty="0"/>
              </a:p>
            </p:txBody>
          </p:sp>
        </p:grpSp>
      </p:grpSp>
      <p:grpSp>
        <p:nvGrpSpPr>
          <p:cNvPr id="57" name="!!BehaviourController">
            <a:extLst>
              <a:ext uri="{FF2B5EF4-FFF2-40B4-BE49-F238E27FC236}">
                <a16:creationId xmlns:a16="http://schemas.microsoft.com/office/drawing/2014/main" id="{C0167DB8-926A-7211-E520-F79D7C2D4481}"/>
              </a:ext>
            </a:extLst>
          </p:cNvPr>
          <p:cNvGrpSpPr/>
          <p:nvPr/>
        </p:nvGrpSpPr>
        <p:grpSpPr>
          <a:xfrm>
            <a:off x="5939096" y="2146424"/>
            <a:ext cx="1647463" cy="933260"/>
            <a:chOff x="7542728" y="4670663"/>
            <a:chExt cx="1834418" cy="1051673"/>
          </a:xfrm>
        </p:grpSpPr>
        <p:pic>
          <p:nvPicPr>
            <p:cNvPr id="58" name="Picture 57">
              <a:extLst>
                <a:ext uri="{FF2B5EF4-FFF2-40B4-BE49-F238E27FC236}">
                  <a16:creationId xmlns:a16="http://schemas.microsoft.com/office/drawing/2014/main" id="{EE25C1D0-366D-6869-D09F-C876394826DF}"/>
                </a:ext>
              </a:extLst>
            </p:cNvPr>
            <p:cNvPicPr>
              <a:picLocks noChangeAspect="1"/>
            </p:cNvPicPr>
            <p:nvPr/>
          </p:nvPicPr>
          <p:blipFill>
            <a:blip r:embed="rId6"/>
            <a:stretch>
              <a:fillRect/>
            </a:stretch>
          </p:blipFill>
          <p:spPr>
            <a:xfrm>
              <a:off x="7948756" y="4670663"/>
              <a:ext cx="897069" cy="897069"/>
            </a:xfrm>
            <a:prstGeom prst="rect">
              <a:avLst/>
            </a:prstGeom>
          </p:spPr>
        </p:pic>
        <p:grpSp>
          <p:nvGrpSpPr>
            <p:cNvPr id="59" name="Group 58">
              <a:extLst>
                <a:ext uri="{FF2B5EF4-FFF2-40B4-BE49-F238E27FC236}">
                  <a16:creationId xmlns:a16="http://schemas.microsoft.com/office/drawing/2014/main" id="{2DE08023-7C21-17A8-7662-B8040B302802}"/>
                </a:ext>
              </a:extLst>
            </p:cNvPr>
            <p:cNvGrpSpPr/>
            <p:nvPr/>
          </p:nvGrpSpPr>
          <p:grpSpPr>
            <a:xfrm>
              <a:off x="7542728" y="5408801"/>
              <a:ext cx="1834418" cy="313535"/>
              <a:chOff x="7756424" y="2801317"/>
              <a:chExt cx="1771732" cy="314235"/>
            </a:xfrm>
          </p:grpSpPr>
          <p:sp>
            <p:nvSpPr>
              <p:cNvPr id="60" name="Rectangle: Rounded Corners 59">
                <a:extLst>
                  <a:ext uri="{FF2B5EF4-FFF2-40B4-BE49-F238E27FC236}">
                    <a16:creationId xmlns:a16="http://schemas.microsoft.com/office/drawing/2014/main" id="{E52AC0D8-B272-6EF5-2043-ED94312642AA}"/>
                  </a:ext>
                </a:extLst>
              </p:cNvPr>
              <p:cNvSpPr/>
              <p:nvPr/>
            </p:nvSpPr>
            <p:spPr>
              <a:xfrm>
                <a:off x="7756424" y="2801317"/>
                <a:ext cx="1771732" cy="31117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61" name="TextBox 60">
                <a:extLst>
                  <a:ext uri="{FF2B5EF4-FFF2-40B4-BE49-F238E27FC236}">
                    <a16:creationId xmlns:a16="http://schemas.microsoft.com/office/drawing/2014/main" id="{F4448322-B743-D9F0-E0AB-640EDD934162}"/>
                  </a:ext>
                </a:extLst>
              </p:cNvPr>
              <p:cNvSpPr txBox="1"/>
              <p:nvPr/>
            </p:nvSpPr>
            <p:spPr>
              <a:xfrm>
                <a:off x="7790100" y="2802710"/>
                <a:ext cx="1738056" cy="312842"/>
              </a:xfrm>
              <a:prstGeom prst="rect">
                <a:avLst/>
              </a:prstGeom>
              <a:noFill/>
            </p:spPr>
            <p:txBody>
              <a:bodyPr wrap="none" rtlCol="0">
                <a:spAutoFit/>
              </a:bodyPr>
              <a:lstStyle/>
              <a:p>
                <a:r>
                  <a:rPr lang="en-GB" sz="1200" noProof="0" err="1"/>
                  <a:t>BehaviourController</a:t>
                </a:r>
                <a:endParaRPr lang="en-GB" sz="1200" noProof="0"/>
              </a:p>
            </p:txBody>
          </p:sp>
        </p:grpSp>
      </p:grpSp>
      <p:grpSp>
        <p:nvGrpSpPr>
          <p:cNvPr id="62" name="!!OriginalCode">
            <a:extLst>
              <a:ext uri="{FF2B5EF4-FFF2-40B4-BE49-F238E27FC236}">
                <a16:creationId xmlns:a16="http://schemas.microsoft.com/office/drawing/2014/main" id="{14555F83-A011-53B3-2118-7ABE3695A84A}"/>
              </a:ext>
            </a:extLst>
          </p:cNvPr>
          <p:cNvGrpSpPr/>
          <p:nvPr/>
        </p:nvGrpSpPr>
        <p:grpSpPr>
          <a:xfrm>
            <a:off x="7680325" y="1338383"/>
            <a:ext cx="1515152" cy="1291704"/>
            <a:chOff x="9982550" y="3763713"/>
            <a:chExt cx="1782160" cy="1547382"/>
          </a:xfrm>
        </p:grpSpPr>
        <p:sp>
          <p:nvSpPr>
            <p:cNvPr id="63" name="Oval 62">
              <a:extLst>
                <a:ext uri="{FF2B5EF4-FFF2-40B4-BE49-F238E27FC236}">
                  <a16:creationId xmlns:a16="http://schemas.microsoft.com/office/drawing/2014/main" id="{23D08AE8-B1ED-CEF8-6846-DDAE2977C216}"/>
                </a:ext>
              </a:extLst>
            </p:cNvPr>
            <p:cNvSpPr/>
            <p:nvPr/>
          </p:nvSpPr>
          <p:spPr>
            <a:xfrm>
              <a:off x="10091466" y="3763713"/>
              <a:ext cx="1446144" cy="144614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noProof="0"/>
            </a:p>
          </p:txBody>
        </p:sp>
        <p:pic>
          <p:nvPicPr>
            <p:cNvPr id="64" name="Picture 63">
              <a:extLst>
                <a:ext uri="{FF2B5EF4-FFF2-40B4-BE49-F238E27FC236}">
                  <a16:creationId xmlns:a16="http://schemas.microsoft.com/office/drawing/2014/main" id="{342A8890-DBE1-0E06-FB65-6F1AA216A8B9}"/>
                </a:ext>
              </a:extLst>
            </p:cNvPr>
            <p:cNvPicPr>
              <a:picLocks noChangeAspect="1"/>
            </p:cNvPicPr>
            <p:nvPr/>
          </p:nvPicPr>
          <p:blipFill>
            <a:blip r:embed="rId6"/>
            <a:stretch>
              <a:fillRect/>
            </a:stretch>
          </p:blipFill>
          <p:spPr>
            <a:xfrm>
              <a:off x="10331864" y="4051447"/>
              <a:ext cx="619216" cy="619216"/>
            </a:xfrm>
            <a:prstGeom prst="rect">
              <a:avLst/>
            </a:prstGeom>
          </p:spPr>
        </p:pic>
        <p:pic>
          <p:nvPicPr>
            <p:cNvPr id="65" name="Picture 64">
              <a:extLst>
                <a:ext uri="{FF2B5EF4-FFF2-40B4-BE49-F238E27FC236}">
                  <a16:creationId xmlns:a16="http://schemas.microsoft.com/office/drawing/2014/main" id="{14F791A3-88B1-7969-6CCB-7C877E24C57A}"/>
                </a:ext>
              </a:extLst>
            </p:cNvPr>
            <p:cNvPicPr>
              <a:picLocks noChangeAspect="1"/>
            </p:cNvPicPr>
            <p:nvPr/>
          </p:nvPicPr>
          <p:blipFill>
            <a:blip r:embed="rId6"/>
            <a:stretch>
              <a:fillRect/>
            </a:stretch>
          </p:blipFill>
          <p:spPr>
            <a:xfrm>
              <a:off x="10422584" y="4113471"/>
              <a:ext cx="619216" cy="619216"/>
            </a:xfrm>
            <a:prstGeom prst="rect">
              <a:avLst/>
            </a:prstGeom>
          </p:spPr>
        </p:pic>
        <p:pic>
          <p:nvPicPr>
            <p:cNvPr id="66" name="Picture 65">
              <a:extLst>
                <a:ext uri="{FF2B5EF4-FFF2-40B4-BE49-F238E27FC236}">
                  <a16:creationId xmlns:a16="http://schemas.microsoft.com/office/drawing/2014/main" id="{0591D9AA-1DB4-B0F6-00B6-0DF8C29F9E90}"/>
                </a:ext>
              </a:extLst>
            </p:cNvPr>
            <p:cNvPicPr>
              <a:picLocks noChangeAspect="1"/>
            </p:cNvPicPr>
            <p:nvPr/>
          </p:nvPicPr>
          <p:blipFill>
            <a:blip r:embed="rId6"/>
            <a:stretch>
              <a:fillRect/>
            </a:stretch>
          </p:blipFill>
          <p:spPr>
            <a:xfrm>
              <a:off x="10513302" y="4175495"/>
              <a:ext cx="619216" cy="619216"/>
            </a:xfrm>
            <a:prstGeom prst="rect">
              <a:avLst/>
            </a:prstGeom>
          </p:spPr>
        </p:pic>
        <p:pic>
          <p:nvPicPr>
            <p:cNvPr id="67" name="Picture 66">
              <a:extLst>
                <a:ext uri="{FF2B5EF4-FFF2-40B4-BE49-F238E27FC236}">
                  <a16:creationId xmlns:a16="http://schemas.microsoft.com/office/drawing/2014/main" id="{D733C2FA-0C2F-2126-FB24-047A063937F3}"/>
                </a:ext>
              </a:extLst>
            </p:cNvPr>
            <p:cNvPicPr>
              <a:picLocks noChangeAspect="1"/>
            </p:cNvPicPr>
            <p:nvPr/>
          </p:nvPicPr>
          <p:blipFill>
            <a:blip r:embed="rId6"/>
            <a:stretch>
              <a:fillRect/>
            </a:stretch>
          </p:blipFill>
          <p:spPr>
            <a:xfrm>
              <a:off x="10604019" y="4237518"/>
              <a:ext cx="619216" cy="619216"/>
            </a:xfrm>
            <a:prstGeom prst="rect">
              <a:avLst/>
            </a:prstGeom>
          </p:spPr>
        </p:pic>
        <p:pic>
          <p:nvPicPr>
            <p:cNvPr id="68" name="Picture 67">
              <a:extLst>
                <a:ext uri="{FF2B5EF4-FFF2-40B4-BE49-F238E27FC236}">
                  <a16:creationId xmlns:a16="http://schemas.microsoft.com/office/drawing/2014/main" id="{B21A7F3D-707C-B113-A612-13FD09432430}"/>
                </a:ext>
              </a:extLst>
            </p:cNvPr>
            <p:cNvPicPr>
              <a:picLocks noChangeAspect="1"/>
            </p:cNvPicPr>
            <p:nvPr/>
          </p:nvPicPr>
          <p:blipFill>
            <a:blip r:embed="rId6"/>
            <a:stretch>
              <a:fillRect/>
            </a:stretch>
          </p:blipFill>
          <p:spPr>
            <a:xfrm>
              <a:off x="10694736" y="4299540"/>
              <a:ext cx="619216" cy="619216"/>
            </a:xfrm>
            <a:prstGeom prst="rect">
              <a:avLst/>
            </a:prstGeom>
          </p:spPr>
        </p:pic>
        <p:sp>
          <p:nvSpPr>
            <p:cNvPr id="69" name="Rectangle: Rounded Corners 68">
              <a:extLst>
                <a:ext uri="{FF2B5EF4-FFF2-40B4-BE49-F238E27FC236}">
                  <a16:creationId xmlns:a16="http://schemas.microsoft.com/office/drawing/2014/main" id="{5C87AD65-3CF0-C88B-C223-38CC29624FBA}"/>
                </a:ext>
              </a:extLst>
            </p:cNvPr>
            <p:cNvSpPr/>
            <p:nvPr/>
          </p:nvSpPr>
          <p:spPr>
            <a:xfrm>
              <a:off x="9982550" y="4966974"/>
              <a:ext cx="1782159" cy="33182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noProof="0"/>
            </a:p>
          </p:txBody>
        </p:sp>
        <p:sp>
          <p:nvSpPr>
            <p:cNvPr id="70" name="TextBox 69">
              <a:extLst>
                <a:ext uri="{FF2B5EF4-FFF2-40B4-BE49-F238E27FC236}">
                  <a16:creationId xmlns:a16="http://schemas.microsoft.com/office/drawing/2014/main" id="{5681FA70-C9D8-14EA-44B6-1D77EB1C53A2}"/>
                </a:ext>
              </a:extLst>
            </p:cNvPr>
            <p:cNvSpPr txBox="1"/>
            <p:nvPr/>
          </p:nvSpPr>
          <p:spPr>
            <a:xfrm>
              <a:off x="10019472" y="4979267"/>
              <a:ext cx="1745238" cy="331828"/>
            </a:xfrm>
            <a:prstGeom prst="rect">
              <a:avLst/>
            </a:prstGeom>
            <a:noFill/>
          </p:spPr>
          <p:txBody>
            <a:bodyPr wrap="square" rtlCol="0">
              <a:spAutoFit/>
            </a:bodyPr>
            <a:lstStyle/>
            <a:p>
              <a:r>
                <a:rPr lang="en-GB" sz="1200" noProof="0"/>
                <a:t>Original Codebase</a:t>
              </a:r>
              <a:endParaRPr lang="en-GB" sz="1400" noProof="0"/>
            </a:p>
          </p:txBody>
        </p:sp>
      </p:grpSp>
      <p:pic>
        <p:nvPicPr>
          <p:cNvPr id="71" name="Picture 70" descr="A computer with a screen on&#10;&#10;AI-generated content may be incorrect.">
            <a:extLst>
              <a:ext uri="{FF2B5EF4-FFF2-40B4-BE49-F238E27FC236}">
                <a16:creationId xmlns:a16="http://schemas.microsoft.com/office/drawing/2014/main" id="{A6F10910-1C4D-EDD1-F5E6-08C3EA42D4E4}"/>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5556" b="93519" l="2855" r="94861">
                        <a14:foregroundMark x1="16988" y1="10995" x2="33762" y2="14120"/>
                        <a14:foregroundMark x1="17630" y1="7755" x2="31121" y2="8565"/>
                        <a14:foregroundMark x1="47466" y1="8565" x2="72948" y2="5671"/>
                        <a14:foregroundMark x1="13062" y1="7407" x2="11349" y2="23727"/>
                        <a14:foregroundMark x1="9779" y1="90046" x2="19058" y2="91319"/>
                        <a14:foregroundMark x1="19058" y1="91319" x2="30264" y2="90394"/>
                        <a14:foregroundMark x1="35475" y1="92940" x2="49179" y2="92130"/>
                        <a14:foregroundMark x1="49179" y1="92130" x2="62527" y2="92940"/>
                        <a14:foregroundMark x1="62527" y1="92940" x2="77659" y2="90972"/>
                        <a14:foregroundMark x1="77659" y1="90972" x2="90721" y2="91898"/>
                        <a14:foregroundMark x1="90721" y1="91898" x2="94932" y2="91088"/>
                        <a14:foregroundMark x1="15489" y1="88310" x2="20485" y2="90741"/>
                        <a14:foregroundMark x1="5853" y1="93634" x2="6281" y2="91088"/>
                        <a14:foregroundMark x1="2855" y1="91088" x2="2855" y2="91088"/>
                      </a14:backgroundRemoval>
                    </a14:imgEffect>
                  </a14:imgLayer>
                </a14:imgProps>
              </a:ext>
              <a:ext uri="{28A0092B-C50C-407E-A947-70E740481C1C}">
                <a14:useLocalDpi xmlns:a14="http://schemas.microsoft.com/office/drawing/2010/main" val="0"/>
              </a:ext>
            </a:extLst>
          </a:blip>
          <a:srcRect t="2886" r="1897"/>
          <a:stretch>
            <a:fillRect/>
          </a:stretch>
        </p:blipFill>
        <p:spPr>
          <a:xfrm>
            <a:off x="1555232" y="3831215"/>
            <a:ext cx="2910978" cy="1777116"/>
          </a:xfrm>
          <a:prstGeom prst="rect">
            <a:avLst/>
          </a:prstGeom>
        </p:spPr>
      </p:pic>
      <p:sp>
        <p:nvSpPr>
          <p:cNvPr id="72" name="Oval 71">
            <a:extLst>
              <a:ext uri="{FF2B5EF4-FFF2-40B4-BE49-F238E27FC236}">
                <a16:creationId xmlns:a16="http://schemas.microsoft.com/office/drawing/2014/main" id="{E4140739-E471-AC63-ECCA-B5F574FAF887}"/>
              </a:ext>
            </a:extLst>
          </p:cNvPr>
          <p:cNvSpPr/>
          <p:nvPr/>
        </p:nvSpPr>
        <p:spPr>
          <a:xfrm>
            <a:off x="1219904" y="2928566"/>
            <a:ext cx="3531194" cy="3531194"/>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ExtractMetricsOval">
            <a:extLst>
              <a:ext uri="{FF2B5EF4-FFF2-40B4-BE49-F238E27FC236}">
                <a16:creationId xmlns:a16="http://schemas.microsoft.com/office/drawing/2014/main" id="{1B28220C-BB9A-A951-43F4-AA3E13BFDC26}"/>
              </a:ext>
            </a:extLst>
          </p:cNvPr>
          <p:cNvSpPr/>
          <p:nvPr/>
        </p:nvSpPr>
        <p:spPr>
          <a:xfrm>
            <a:off x="2390709" y="2392226"/>
            <a:ext cx="1100524" cy="1100524"/>
          </a:xfrm>
          <a:prstGeom prst="ellipse">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Extract</a:t>
            </a:r>
          </a:p>
          <a:p>
            <a:pPr algn="ctr"/>
            <a:r>
              <a:rPr lang="en-US" sz="1200" b="1" dirty="0">
                <a:solidFill>
                  <a:schemeClr val="tx1"/>
                </a:solidFill>
              </a:rPr>
              <a:t>Metrics</a:t>
            </a:r>
            <a:endParaRPr lang="en-GB" sz="1200" b="1" dirty="0">
              <a:solidFill>
                <a:schemeClr val="tx1"/>
              </a:solidFill>
            </a:endParaRPr>
          </a:p>
        </p:txBody>
      </p:sp>
      <p:sp>
        <p:nvSpPr>
          <p:cNvPr id="75" name="ChangeConfigOval">
            <a:extLst>
              <a:ext uri="{FF2B5EF4-FFF2-40B4-BE49-F238E27FC236}">
                <a16:creationId xmlns:a16="http://schemas.microsoft.com/office/drawing/2014/main" id="{DD40BBEF-5825-B28E-F275-EFEDA0763178}"/>
              </a:ext>
            </a:extLst>
          </p:cNvPr>
          <p:cNvSpPr/>
          <p:nvPr/>
        </p:nvSpPr>
        <p:spPr>
          <a:xfrm>
            <a:off x="1129954" y="5443543"/>
            <a:ext cx="1121418" cy="1121418"/>
          </a:xfrm>
          <a:prstGeom prst="ellipse">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Apply</a:t>
            </a:r>
          </a:p>
          <a:p>
            <a:pPr algn="ctr"/>
            <a:r>
              <a:rPr lang="en-US" sz="1200" b="1" dirty="0">
                <a:solidFill>
                  <a:schemeClr val="tx1"/>
                </a:solidFill>
              </a:rPr>
              <a:t>Config</a:t>
            </a:r>
            <a:endParaRPr lang="en-GB" sz="1200" b="1" dirty="0">
              <a:solidFill>
                <a:schemeClr val="tx1"/>
              </a:solidFill>
            </a:endParaRPr>
          </a:p>
        </p:txBody>
      </p:sp>
      <p:sp>
        <p:nvSpPr>
          <p:cNvPr id="76" name="WaitOval">
            <a:extLst>
              <a:ext uri="{FF2B5EF4-FFF2-40B4-BE49-F238E27FC236}">
                <a16:creationId xmlns:a16="http://schemas.microsoft.com/office/drawing/2014/main" id="{B82D0843-B08B-5146-9D7C-A5D97804B9B4}"/>
              </a:ext>
            </a:extLst>
          </p:cNvPr>
          <p:cNvSpPr/>
          <p:nvPr/>
        </p:nvSpPr>
        <p:spPr>
          <a:xfrm>
            <a:off x="3751203" y="5412712"/>
            <a:ext cx="1098268" cy="1098268"/>
          </a:xfrm>
          <a:prstGeom prst="ellipse">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Wait</a:t>
            </a:r>
          </a:p>
        </p:txBody>
      </p:sp>
      <p:pic>
        <p:nvPicPr>
          <p:cNvPr id="122" name="Picture 121">
            <a:extLst>
              <a:ext uri="{FF2B5EF4-FFF2-40B4-BE49-F238E27FC236}">
                <a16:creationId xmlns:a16="http://schemas.microsoft.com/office/drawing/2014/main" id="{C03D02D9-C84F-F801-9E80-5C98D4BDF274}"/>
              </a:ext>
            </a:extLst>
          </p:cNvPr>
          <p:cNvPicPr>
            <a:picLocks noChangeAspect="1"/>
          </p:cNvPicPr>
          <p:nvPr/>
        </p:nvPicPr>
        <p:blipFill>
          <a:blip r:embed="rId9"/>
          <a:stretch>
            <a:fillRect/>
          </a:stretch>
        </p:blipFill>
        <p:spPr>
          <a:xfrm rot="413569">
            <a:off x="3892710" y="3611717"/>
            <a:ext cx="638852" cy="638852"/>
          </a:xfrm>
          <a:prstGeom prst="rect">
            <a:avLst/>
          </a:prstGeom>
        </p:spPr>
      </p:pic>
      <p:pic>
        <p:nvPicPr>
          <p:cNvPr id="123" name="Picture 122">
            <a:extLst>
              <a:ext uri="{FF2B5EF4-FFF2-40B4-BE49-F238E27FC236}">
                <a16:creationId xmlns:a16="http://schemas.microsoft.com/office/drawing/2014/main" id="{550AD87D-5B28-BA2D-5E0B-732A6A8F1E70}"/>
              </a:ext>
            </a:extLst>
          </p:cNvPr>
          <p:cNvPicPr>
            <a:picLocks noChangeAspect="1"/>
          </p:cNvPicPr>
          <p:nvPr/>
        </p:nvPicPr>
        <p:blipFill>
          <a:blip r:embed="rId9"/>
          <a:stretch>
            <a:fillRect/>
          </a:stretch>
        </p:blipFill>
        <p:spPr>
          <a:xfrm rot="2565633">
            <a:off x="4052535" y="4425807"/>
            <a:ext cx="638852" cy="638852"/>
          </a:xfrm>
          <a:prstGeom prst="rect">
            <a:avLst/>
          </a:prstGeom>
        </p:spPr>
      </p:pic>
      <p:pic>
        <p:nvPicPr>
          <p:cNvPr id="127" name="Picture 126">
            <a:extLst>
              <a:ext uri="{FF2B5EF4-FFF2-40B4-BE49-F238E27FC236}">
                <a16:creationId xmlns:a16="http://schemas.microsoft.com/office/drawing/2014/main" id="{95BB2B65-38CC-C604-042A-AFF5991D6AA9}"/>
              </a:ext>
            </a:extLst>
          </p:cNvPr>
          <p:cNvPicPr>
            <a:picLocks noChangeAspect="1"/>
          </p:cNvPicPr>
          <p:nvPr/>
        </p:nvPicPr>
        <p:blipFill>
          <a:blip r:embed="rId10"/>
          <a:stretch>
            <a:fillRect/>
          </a:stretch>
        </p:blipFill>
        <p:spPr>
          <a:xfrm>
            <a:off x="6340726" y="3254450"/>
            <a:ext cx="672227" cy="672227"/>
          </a:xfrm>
          <a:prstGeom prst="rect">
            <a:avLst/>
          </a:prstGeom>
        </p:spPr>
      </p:pic>
      <p:pic>
        <p:nvPicPr>
          <p:cNvPr id="129" name="Picture 128">
            <a:extLst>
              <a:ext uri="{FF2B5EF4-FFF2-40B4-BE49-F238E27FC236}">
                <a16:creationId xmlns:a16="http://schemas.microsoft.com/office/drawing/2014/main" id="{4C40C4AB-673D-F16F-1845-1BDB0DA853F0}"/>
              </a:ext>
            </a:extLst>
          </p:cNvPr>
          <p:cNvPicPr>
            <a:picLocks noChangeAspect="1"/>
          </p:cNvPicPr>
          <p:nvPr/>
        </p:nvPicPr>
        <p:blipFill>
          <a:blip r:embed="rId10"/>
          <a:stretch>
            <a:fillRect/>
          </a:stretch>
        </p:blipFill>
        <p:spPr>
          <a:xfrm>
            <a:off x="9111035" y="5255272"/>
            <a:ext cx="672227" cy="672227"/>
          </a:xfrm>
          <a:prstGeom prst="rect">
            <a:avLst/>
          </a:prstGeom>
        </p:spPr>
      </p:pic>
      <p:pic>
        <p:nvPicPr>
          <p:cNvPr id="130" name="TestLoop">
            <a:hlinkClick r:id="" action="ppaction://media"/>
            <a:extLst>
              <a:ext uri="{FF2B5EF4-FFF2-40B4-BE49-F238E27FC236}">
                <a16:creationId xmlns:a16="http://schemas.microsoft.com/office/drawing/2014/main" id="{9D58CDE2-C653-4F54-0A9F-676D8FC11C11}"/>
              </a:ext>
            </a:extLst>
          </p:cNvPr>
          <p:cNvPicPr>
            <a:picLocks noChangeAspect="1"/>
          </p:cNvPicPr>
          <p:nvPr>
            <a:audioFile r:link="rId2"/>
            <p:extLst>
              <p:ext uri="{DAA4B4D4-6D71-4841-9C94-3DE7FCFB9230}">
                <p14:media xmlns:p14="http://schemas.microsoft.com/office/powerpoint/2010/main" r:embed="rId1">
                  <p14:bmkLst>
                    <p14:bmk name="Bookmark 1" time="0"/>
                  </p14:bmkLst>
                </p14:media>
              </p:ext>
            </p:extLst>
          </p:nvPr>
        </p:nvPicPr>
        <p:blipFill>
          <a:blip r:embed="rId11"/>
          <a:stretch>
            <a:fillRect/>
          </a:stretch>
        </p:blipFill>
        <p:spPr>
          <a:xfrm>
            <a:off x="9187810" y="-483894"/>
            <a:ext cx="487363" cy="487363"/>
          </a:xfrm>
          <a:prstGeom prst="rect">
            <a:avLst/>
          </a:prstGeom>
        </p:spPr>
      </p:pic>
      <p:sp>
        <p:nvSpPr>
          <p:cNvPr id="74" name="Position Fluo">
            <a:extLst>
              <a:ext uri="{FF2B5EF4-FFF2-40B4-BE49-F238E27FC236}">
                <a16:creationId xmlns:a16="http://schemas.microsoft.com/office/drawing/2014/main" id="{5E7E655E-DDBE-0E0A-4C60-50B6806E645E}"/>
              </a:ext>
            </a:extLst>
          </p:cNvPr>
          <p:cNvSpPr>
            <a:spLocks noChangeAspect="1"/>
          </p:cNvSpPr>
          <p:nvPr/>
        </p:nvSpPr>
        <p:spPr>
          <a:xfrm>
            <a:off x="1066937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77" name="Group 76">
            <a:extLst>
              <a:ext uri="{FF2B5EF4-FFF2-40B4-BE49-F238E27FC236}">
                <a16:creationId xmlns:a16="http://schemas.microsoft.com/office/drawing/2014/main" id="{9739AA7F-DFDA-C369-B8D5-8621D8704670}"/>
              </a:ext>
            </a:extLst>
          </p:cNvPr>
          <p:cNvGrpSpPr/>
          <p:nvPr/>
        </p:nvGrpSpPr>
        <p:grpSpPr>
          <a:xfrm>
            <a:off x="10278334" y="0"/>
            <a:ext cx="987657" cy="297132"/>
            <a:chOff x="10278334" y="0"/>
            <a:chExt cx="987657" cy="297132"/>
          </a:xfrm>
        </p:grpSpPr>
        <p:grpSp>
          <p:nvGrpSpPr>
            <p:cNvPr id="78" name="Group 77">
              <a:extLst>
                <a:ext uri="{FF2B5EF4-FFF2-40B4-BE49-F238E27FC236}">
                  <a16:creationId xmlns:a16="http://schemas.microsoft.com/office/drawing/2014/main" id="{5E572BE9-96F4-6A1B-2B22-AF40C420FBFB}"/>
                </a:ext>
              </a:extLst>
            </p:cNvPr>
            <p:cNvGrpSpPr/>
            <p:nvPr/>
          </p:nvGrpSpPr>
          <p:grpSpPr>
            <a:xfrm>
              <a:off x="10278334" y="0"/>
              <a:ext cx="336385" cy="294592"/>
              <a:chOff x="10278334" y="0"/>
              <a:chExt cx="336385" cy="294592"/>
            </a:xfrm>
          </p:grpSpPr>
          <p:sp>
            <p:nvSpPr>
              <p:cNvPr id="89" name="Rectangle 88">
                <a:extLst>
                  <a:ext uri="{FF2B5EF4-FFF2-40B4-BE49-F238E27FC236}">
                    <a16:creationId xmlns:a16="http://schemas.microsoft.com/office/drawing/2014/main" id="{4DD644DD-9CE2-A9EB-1136-2D77F522107F}"/>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89">
                <a:extLst>
                  <a:ext uri="{FF2B5EF4-FFF2-40B4-BE49-F238E27FC236}">
                    <a16:creationId xmlns:a16="http://schemas.microsoft.com/office/drawing/2014/main" id="{F9A04102-6DDD-5D9C-44AE-2FFE3AE0DA9A}"/>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TextBox 90">
                <a:extLst>
                  <a:ext uri="{FF2B5EF4-FFF2-40B4-BE49-F238E27FC236}">
                    <a16:creationId xmlns:a16="http://schemas.microsoft.com/office/drawing/2014/main" id="{093B5A07-1420-BDA1-D850-58B7CE042007}"/>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79" name="Group 78">
              <a:extLst>
                <a:ext uri="{FF2B5EF4-FFF2-40B4-BE49-F238E27FC236}">
                  <a16:creationId xmlns:a16="http://schemas.microsoft.com/office/drawing/2014/main" id="{D80D272B-9330-2DCE-070E-231CC0F042A7}"/>
                </a:ext>
              </a:extLst>
            </p:cNvPr>
            <p:cNvGrpSpPr/>
            <p:nvPr/>
          </p:nvGrpSpPr>
          <p:grpSpPr>
            <a:xfrm>
              <a:off x="10605240" y="0"/>
              <a:ext cx="336385" cy="297132"/>
              <a:chOff x="10289176" y="0"/>
              <a:chExt cx="336385" cy="297132"/>
            </a:xfrm>
          </p:grpSpPr>
          <p:sp>
            <p:nvSpPr>
              <p:cNvPr id="85" name="Rectangle 84">
                <a:extLst>
                  <a:ext uri="{FF2B5EF4-FFF2-40B4-BE49-F238E27FC236}">
                    <a16:creationId xmlns:a16="http://schemas.microsoft.com/office/drawing/2014/main" id="{707BC96D-05C4-8B88-A3E3-0A89061EDC56}"/>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6" name="Group 85">
                <a:extLst>
                  <a:ext uri="{FF2B5EF4-FFF2-40B4-BE49-F238E27FC236}">
                    <a16:creationId xmlns:a16="http://schemas.microsoft.com/office/drawing/2014/main" id="{1AD58423-1BE0-3E14-41DD-2C695B1E951A}"/>
                  </a:ext>
                </a:extLst>
              </p:cNvPr>
              <p:cNvGrpSpPr/>
              <p:nvPr/>
            </p:nvGrpSpPr>
            <p:grpSpPr>
              <a:xfrm>
                <a:off x="10289176" y="81688"/>
                <a:ext cx="336385" cy="215444"/>
                <a:chOff x="5178425" y="855322"/>
                <a:chExt cx="336385" cy="215444"/>
              </a:xfrm>
            </p:grpSpPr>
            <p:sp>
              <p:nvSpPr>
                <p:cNvPr id="87" name="Oval 86">
                  <a:extLst>
                    <a:ext uri="{FF2B5EF4-FFF2-40B4-BE49-F238E27FC236}">
                      <a16:creationId xmlns:a16="http://schemas.microsoft.com/office/drawing/2014/main" id="{F9EC9175-B4F6-0ED5-6BCA-CCA5F7274EC8}"/>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TextBox 87">
                  <a:extLst>
                    <a:ext uri="{FF2B5EF4-FFF2-40B4-BE49-F238E27FC236}">
                      <a16:creationId xmlns:a16="http://schemas.microsoft.com/office/drawing/2014/main" id="{F7C6FBF5-7221-BD64-A490-20C42CB3CF96}"/>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80" name="Group 79">
              <a:extLst>
                <a:ext uri="{FF2B5EF4-FFF2-40B4-BE49-F238E27FC236}">
                  <a16:creationId xmlns:a16="http://schemas.microsoft.com/office/drawing/2014/main" id="{4DE24878-F251-EDD7-0499-D07B2B87DE57}"/>
                </a:ext>
              </a:extLst>
            </p:cNvPr>
            <p:cNvGrpSpPr/>
            <p:nvPr/>
          </p:nvGrpSpPr>
          <p:grpSpPr>
            <a:xfrm>
              <a:off x="10929606" y="0"/>
              <a:ext cx="336385" cy="297132"/>
              <a:chOff x="10880361" y="0"/>
              <a:chExt cx="336385" cy="297132"/>
            </a:xfrm>
          </p:grpSpPr>
          <p:sp>
            <p:nvSpPr>
              <p:cNvPr id="81" name="Rectangle 80">
                <a:extLst>
                  <a:ext uri="{FF2B5EF4-FFF2-40B4-BE49-F238E27FC236}">
                    <a16:creationId xmlns:a16="http://schemas.microsoft.com/office/drawing/2014/main" id="{2066F56C-336A-BC2B-DF2E-E1C19D0D5BF6}"/>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2" name="Group 81">
                <a:extLst>
                  <a:ext uri="{FF2B5EF4-FFF2-40B4-BE49-F238E27FC236}">
                    <a16:creationId xmlns:a16="http://schemas.microsoft.com/office/drawing/2014/main" id="{776094DC-ABDB-4729-39BD-A44C903581BC}"/>
                  </a:ext>
                </a:extLst>
              </p:cNvPr>
              <p:cNvGrpSpPr/>
              <p:nvPr/>
            </p:nvGrpSpPr>
            <p:grpSpPr>
              <a:xfrm>
                <a:off x="10880361" y="81688"/>
                <a:ext cx="336385" cy="215444"/>
                <a:chOff x="5180965" y="851650"/>
                <a:chExt cx="336385" cy="215444"/>
              </a:xfrm>
            </p:grpSpPr>
            <p:sp>
              <p:nvSpPr>
                <p:cNvPr id="83" name="Oval 82">
                  <a:extLst>
                    <a:ext uri="{FF2B5EF4-FFF2-40B4-BE49-F238E27FC236}">
                      <a16:creationId xmlns:a16="http://schemas.microsoft.com/office/drawing/2014/main" id="{6193C8D1-61FE-2F91-652D-3C713C77B8BF}"/>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TextBox 83">
                  <a:extLst>
                    <a:ext uri="{FF2B5EF4-FFF2-40B4-BE49-F238E27FC236}">
                      <a16:creationId xmlns:a16="http://schemas.microsoft.com/office/drawing/2014/main" id="{AE200D55-C32D-64F6-76F9-27E0987DDD8C}"/>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651986329"/>
      </p:ext>
    </p:extLst>
  </p:cSld>
  <p:clrMapOvr>
    <a:masterClrMapping/>
  </p:clrMapOvr>
  <mc:AlternateContent xmlns:mc="http://schemas.openxmlformats.org/markup-compatibility/2006" xmlns:p159="http://schemas.microsoft.com/office/powerpoint/2015/09/main">
    <mc:Choice Requires="p159">
      <p:transition spd="slow" advTm="13927">
        <p159:morph option="byObject"/>
      </p:transition>
    </mc:Choice>
    <mc:Fallback xmlns="">
      <p:transition spd="slow" advTm="13927">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927" fill="hold"/>
                                            <p:tgtEl>
                                              <p:spTgt spid="13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30"/>
                    </p:tgtEl>
                  </p:cMediaNode>
                </p:audio>
                <p:seq concurrent="1" nextAc="seek">
                  <p:cTn id="8" restart="whenNotActive" fill="hold" evtFilter="cancelBubble" nodeType="interactiveSeq">
                    <p:stCondLst>
                      <p:cond evt="onMediaBookmark" delay="0">
                        <p:tgtEl>
                          <p14:bmkTgt spid="130" bmkName="Bookmark 1"/>
                        </p:tgtEl>
                      </p:cond>
                    </p:stCondLst>
                    <p:endSync evt="end" delay="0">
                      <p:rtn val="all"/>
                    </p:endSync>
                    <p:childTnLst>
                      <p:par>
                        <p:cTn id="9" fill="hold">
                          <p:stCondLst>
                            <p:cond delay="0"/>
                          </p:stCondLst>
                          <p:childTnLst>
                            <p:par>
                              <p:cTn id="10" fill="hold">
                                <p:stCondLst>
                                  <p:cond delay="0"/>
                                </p:stCondLst>
                                <p:childTnLst>
                                  <p:par>
                                    <p:cTn id="11" presetID="0" presetClass="path" presetSubtype="0" accel="50000" decel="50000" fill="hold" grpId="0" nodeType="withEffect">
                                      <p:stCondLst>
                                        <p:cond delay="0"/>
                                      </p:stCondLst>
                                      <p:childTnLst>
                                        <p:animMotion origin="layout" path="M 0.00039 -0.00139 C 0.00755 -0.0007 0.01484 0.00023 0.02278 0.00208 C 0.03073 0.00393 0.03763 0.003 0.04778 0.00925 C 0.05807 0.01527 0.07421 0.02777 0.08437 0.03935 C 0.0944 0.05092 0.10013 0.06157 0.10833 0.07847 C 0.11653 0.09537 0.12773 0.12037 0.13385 0.14074 C 0.13984 0.16111 0.1427 0.17569 0.14479 0.20023 C 0.147 0.22476 0.14778 0.26412 0.14687 0.28819 C 0.14596 0.3125 0.14244 0.32939 0.13932 0.34513 C 0.13619 0.36087 0.13229 0.36712 0.12786 0.3824 C 0.1233 0.39768 0.11783 0.41712 0.11237 0.4368 " pathEditMode="relative" ptsTypes="AAAAAAAAAAA">
                                          <p:cBhvr>
                                            <p:cTn id="12" dur="1500" fill="hold"/>
                                            <p:tgtEl>
                                              <p:spTgt spid="73"/>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00079 -0.00254 L -0.02578 0.0294 L -0.04179 0.04445 L -0.06627 0.06135 L -0.0888 0.06945 L -0.11927 0.07223 L -0.14075 0.06598 L -0.1608 0.0544 L -0.17877 0.03912 L -0.19778 0.01598 L -0.21276 0.00185 " pathEditMode="relative" ptsTypes="AAAAAAAAAAA">
                                          <p:cBhvr>
                                            <p:cTn id="14" dur="1500" fill="hold"/>
                                            <p:tgtEl>
                                              <p:spTgt spid="76"/>
                                            </p:tgtEl>
                                            <p:attrNameLst>
                                              <p:attrName>ppt_x</p:attrName>
                                              <p:attrName>ppt_y</p:attrName>
                                            </p:attrNameLst>
                                          </p:cBhvr>
                                        </p:animMotion>
                                      </p:childTnLst>
                                    </p:cTn>
                                  </p:par>
                                  <p:par>
                                    <p:cTn id="15" presetID="0" presetClass="path" presetSubtype="0" accel="50000" decel="50000" fill="hold" grpId="0" nodeType="withEffect">
                                      <p:stCondLst>
                                        <p:cond delay="100"/>
                                      </p:stCondLst>
                                      <p:childTnLst>
                                        <p:animMotion origin="layout" path="M 0.00378 -0.00694 L -0.01575 -0.05602 L -0.02773 -0.09676 L -0.03672 -0.1574 L -0.03763 -0.2125 L -0.03268 -0.26944 L -0.01471 -0.3324 L 0.00977 -0.38495 L 0.03021 -0.41157 L 0.05326 -0.43032 L 0.07422 -0.44375 L 0.09571 -0.44977 L 0.1043 -0.44907 " pathEditMode="relative" ptsTypes="AAAAAAAAAAAAA">
                                          <p:cBhvr>
                                            <p:cTn id="16" dur="1500" fill="hold"/>
                                            <p:tgtEl>
                                              <p:spTgt spid="75"/>
                                            </p:tgtEl>
                                            <p:attrNameLst>
                                              <p:attrName>ppt_x</p:attrName>
                                              <p:attrName>ppt_y</p:attrName>
                                            </p:attrNameLst>
                                          </p:cBhvr>
                                        </p:animMotion>
                                      </p:childTnLst>
                                    </p:cTn>
                                  </p:par>
                                </p:childTnLst>
                              </p:cTn>
                            </p:par>
                            <p:par>
                              <p:cTn id="17" fill="hold">
                                <p:stCondLst>
                                  <p:cond delay="1600"/>
                                </p:stCondLst>
                                <p:childTnLst>
                                  <p:par>
                                    <p:cTn id="18" presetID="27" presetClass="emph" presetSubtype="0" fill="hold" grpId="3" nodeType="afterEffect">
                                      <p:stCondLst>
                                        <p:cond delay="0"/>
                                      </p:stCondLst>
                                      <p:childTnLst>
                                        <p:animClr clrSpc="rgb" dir="cw">
                                          <p:cBhvr override="childStyle">
                                            <p:cTn id="19" dur="250" autoRev="1" fill="remove"/>
                                            <p:tgtEl>
                                              <p:spTgt spid="75"/>
                                            </p:tgtEl>
                                            <p:attrNameLst>
                                              <p:attrName>style.color</p:attrName>
                                            </p:attrNameLst>
                                          </p:cBhvr>
                                          <p:to>
                                            <a:schemeClr val="bg1"/>
                                          </p:to>
                                        </p:animClr>
                                        <p:animClr clrSpc="rgb" dir="cw">
                                          <p:cBhvr>
                                            <p:cTn id="20" dur="250" autoRev="1" fill="remove"/>
                                            <p:tgtEl>
                                              <p:spTgt spid="75"/>
                                            </p:tgtEl>
                                            <p:attrNameLst>
                                              <p:attrName>fillcolor</p:attrName>
                                            </p:attrNameLst>
                                          </p:cBhvr>
                                          <p:to>
                                            <a:schemeClr val="bg1"/>
                                          </p:to>
                                        </p:animClr>
                                        <p:set>
                                          <p:cBhvr>
                                            <p:cTn id="21" dur="250" autoRev="1" fill="remove"/>
                                            <p:tgtEl>
                                              <p:spTgt spid="75"/>
                                            </p:tgtEl>
                                            <p:attrNameLst>
                                              <p:attrName>fill.type</p:attrName>
                                            </p:attrNameLst>
                                          </p:cBhvr>
                                          <p:to>
                                            <p:strVal val="solid"/>
                                          </p:to>
                                        </p:set>
                                        <p:set>
                                          <p:cBhvr>
                                            <p:cTn id="22" dur="250" autoRev="1" fill="remove"/>
                                            <p:tgtEl>
                                              <p:spTgt spid="75"/>
                                            </p:tgtEl>
                                            <p:attrNameLst>
                                              <p:attrName>fill.on</p:attrName>
                                            </p:attrNameLst>
                                          </p:cBhvr>
                                          <p:to>
                                            <p:strVal val="true"/>
                                          </p:to>
                                        </p:set>
                                      </p:childTnLst>
                                    </p:cTn>
                                  </p:par>
                                </p:childTnLst>
                              </p:cTn>
                            </p:par>
                            <p:par>
                              <p:cTn id="23" fill="hold">
                                <p:stCondLst>
                                  <p:cond delay="2100"/>
                                </p:stCondLst>
                                <p:childTnLst>
                                  <p:par>
                                    <p:cTn id="24" presetID="53" presetClass="entr" presetSubtype="16" fill="hold" nodeType="afterEffect">
                                      <p:stCondLst>
                                        <p:cond delay="0"/>
                                      </p:stCondLst>
                                      <p:childTnLst>
                                        <p:set>
                                          <p:cBhvr>
                                            <p:cTn id="25" dur="1" fill="hold">
                                              <p:stCondLst>
                                                <p:cond delay="0"/>
                                              </p:stCondLst>
                                            </p:cTn>
                                            <p:tgtEl>
                                              <p:spTgt spid="122"/>
                                            </p:tgtEl>
                                            <p:attrNameLst>
                                              <p:attrName>style.visibility</p:attrName>
                                            </p:attrNameLst>
                                          </p:cBhvr>
                                          <p:to>
                                            <p:strVal val="visible"/>
                                          </p:to>
                                        </p:set>
                                        <p:anim calcmode="lin" valueType="num">
                                          <p:cBhvr>
                                            <p:cTn id="26" dur="300" fill="hold"/>
                                            <p:tgtEl>
                                              <p:spTgt spid="122"/>
                                            </p:tgtEl>
                                            <p:attrNameLst>
                                              <p:attrName>ppt_w</p:attrName>
                                            </p:attrNameLst>
                                          </p:cBhvr>
                                          <p:tavLst>
                                            <p:tav tm="0">
                                              <p:val>
                                                <p:fltVal val="0"/>
                                              </p:val>
                                            </p:tav>
                                            <p:tav tm="100000">
                                              <p:val>
                                                <p:strVal val="#ppt_w"/>
                                              </p:val>
                                            </p:tav>
                                          </p:tavLst>
                                        </p:anim>
                                        <p:anim calcmode="lin" valueType="num">
                                          <p:cBhvr>
                                            <p:cTn id="27" dur="300" fill="hold"/>
                                            <p:tgtEl>
                                              <p:spTgt spid="122"/>
                                            </p:tgtEl>
                                            <p:attrNameLst>
                                              <p:attrName>ppt_h</p:attrName>
                                            </p:attrNameLst>
                                          </p:cBhvr>
                                          <p:tavLst>
                                            <p:tav tm="0">
                                              <p:val>
                                                <p:fltVal val="0"/>
                                              </p:val>
                                            </p:tav>
                                            <p:tav tm="100000">
                                              <p:val>
                                                <p:strVal val="#ppt_h"/>
                                              </p:val>
                                            </p:tav>
                                          </p:tavLst>
                                        </p:anim>
                                        <p:animEffect transition="in" filter="fade">
                                          <p:cBhvr>
                                            <p:cTn id="28" dur="300"/>
                                            <p:tgtEl>
                                              <p:spTgt spid="122"/>
                                            </p:tgtEl>
                                          </p:cBhvr>
                                        </p:animEffect>
                                      </p:childTnLst>
                                    </p:cTn>
                                  </p:par>
                                  <p:par>
                                    <p:cTn id="29" presetID="53" presetClass="entr" presetSubtype="16" fill="hold" nodeType="withEffect">
                                      <p:stCondLst>
                                        <p:cond delay="0"/>
                                      </p:stCondLst>
                                      <p:childTnLst>
                                        <p:set>
                                          <p:cBhvr>
                                            <p:cTn id="30" dur="1" fill="hold">
                                              <p:stCondLst>
                                                <p:cond delay="0"/>
                                              </p:stCondLst>
                                            </p:cTn>
                                            <p:tgtEl>
                                              <p:spTgt spid="123"/>
                                            </p:tgtEl>
                                            <p:attrNameLst>
                                              <p:attrName>style.visibility</p:attrName>
                                            </p:attrNameLst>
                                          </p:cBhvr>
                                          <p:to>
                                            <p:strVal val="visible"/>
                                          </p:to>
                                        </p:set>
                                        <p:anim calcmode="lin" valueType="num">
                                          <p:cBhvr>
                                            <p:cTn id="31" dur="300" fill="hold"/>
                                            <p:tgtEl>
                                              <p:spTgt spid="123"/>
                                            </p:tgtEl>
                                            <p:attrNameLst>
                                              <p:attrName>ppt_w</p:attrName>
                                            </p:attrNameLst>
                                          </p:cBhvr>
                                          <p:tavLst>
                                            <p:tav tm="0">
                                              <p:val>
                                                <p:fltVal val="0"/>
                                              </p:val>
                                            </p:tav>
                                            <p:tav tm="100000">
                                              <p:val>
                                                <p:strVal val="#ppt_w"/>
                                              </p:val>
                                            </p:tav>
                                          </p:tavLst>
                                        </p:anim>
                                        <p:anim calcmode="lin" valueType="num">
                                          <p:cBhvr>
                                            <p:cTn id="32" dur="300" fill="hold"/>
                                            <p:tgtEl>
                                              <p:spTgt spid="123"/>
                                            </p:tgtEl>
                                            <p:attrNameLst>
                                              <p:attrName>ppt_h</p:attrName>
                                            </p:attrNameLst>
                                          </p:cBhvr>
                                          <p:tavLst>
                                            <p:tav tm="0">
                                              <p:val>
                                                <p:fltVal val="0"/>
                                              </p:val>
                                            </p:tav>
                                            <p:tav tm="100000">
                                              <p:val>
                                                <p:strVal val="#ppt_h"/>
                                              </p:val>
                                            </p:tav>
                                          </p:tavLst>
                                        </p:anim>
                                        <p:animEffect transition="in" filter="fade">
                                          <p:cBhvr>
                                            <p:cTn id="33" dur="300"/>
                                            <p:tgtEl>
                                              <p:spTgt spid="123"/>
                                            </p:tgtEl>
                                          </p:cBhvr>
                                        </p:animEffect>
                                      </p:childTnLst>
                                    </p:cTn>
                                  </p:par>
                                </p:childTnLst>
                              </p:cTn>
                            </p:par>
                            <p:par>
                              <p:cTn id="34" fill="hold">
                                <p:stCondLst>
                                  <p:cond delay="2400"/>
                                </p:stCondLst>
                                <p:childTnLst>
                                  <p:par>
                                    <p:cTn id="35" presetID="42" presetClass="path" presetSubtype="0" accel="50000" decel="50000" fill="hold" nodeType="afterEffect">
                                      <p:stCondLst>
                                        <p:cond delay="0"/>
                                      </p:stCondLst>
                                      <p:childTnLst>
                                        <p:animMotion origin="layout" path="M -2.70833E-6 1.85185E-6 L 0.18086 -0.17847 " pathEditMode="relative" rAng="0" ptsTypes="AA">
                                          <p:cBhvr>
                                            <p:cTn id="36" dur="1200" fill="hold"/>
                                            <p:tgtEl>
                                              <p:spTgt spid="122"/>
                                            </p:tgtEl>
                                            <p:attrNameLst>
                                              <p:attrName>ppt_x</p:attrName>
                                              <p:attrName>ppt_y</p:attrName>
                                            </p:attrNameLst>
                                          </p:cBhvr>
                                          <p:rCtr x="9036" y="-8935"/>
                                        </p:animMotion>
                                      </p:childTnLst>
                                    </p:cTn>
                                  </p:par>
                                  <p:par>
                                    <p:cTn id="37" presetID="42" presetClass="path" presetSubtype="0" accel="50000" decel="50000" fill="hold" nodeType="withEffect">
                                      <p:stCondLst>
                                        <p:cond delay="0"/>
                                      </p:stCondLst>
                                      <p:childTnLst>
                                        <p:animMotion origin="layout" path="M -3.75E-6 1.85185E-6 L 0.37644 -0.00139 " pathEditMode="relative" rAng="0" ptsTypes="AA">
                                          <p:cBhvr>
                                            <p:cTn id="38" dur="1200" fill="hold"/>
                                            <p:tgtEl>
                                              <p:spTgt spid="123"/>
                                            </p:tgtEl>
                                            <p:attrNameLst>
                                              <p:attrName>ppt_x</p:attrName>
                                              <p:attrName>ppt_y</p:attrName>
                                            </p:attrNameLst>
                                          </p:cBhvr>
                                          <p:rCtr x="18815" y="-69"/>
                                        </p:animMotion>
                                      </p:childTnLst>
                                    </p:cTn>
                                  </p:par>
                                </p:childTnLst>
                              </p:cTn>
                            </p:par>
                            <p:par>
                              <p:cTn id="39" fill="hold">
                                <p:stCondLst>
                                  <p:cond delay="3600"/>
                                </p:stCondLst>
                                <p:childTnLst>
                                  <p:par>
                                    <p:cTn id="40" presetID="53" presetClass="exit" presetSubtype="32" fill="hold" nodeType="afterEffect">
                                      <p:stCondLst>
                                        <p:cond delay="0"/>
                                      </p:stCondLst>
                                      <p:childTnLst>
                                        <p:anim calcmode="lin" valueType="num">
                                          <p:cBhvr>
                                            <p:cTn id="41" dur="300"/>
                                            <p:tgtEl>
                                              <p:spTgt spid="122"/>
                                            </p:tgtEl>
                                            <p:attrNameLst>
                                              <p:attrName>ppt_w</p:attrName>
                                            </p:attrNameLst>
                                          </p:cBhvr>
                                          <p:tavLst>
                                            <p:tav tm="0">
                                              <p:val>
                                                <p:strVal val="ppt_w"/>
                                              </p:val>
                                            </p:tav>
                                            <p:tav tm="100000">
                                              <p:val>
                                                <p:fltVal val="0"/>
                                              </p:val>
                                            </p:tav>
                                          </p:tavLst>
                                        </p:anim>
                                        <p:anim calcmode="lin" valueType="num">
                                          <p:cBhvr>
                                            <p:cTn id="42" dur="300"/>
                                            <p:tgtEl>
                                              <p:spTgt spid="122"/>
                                            </p:tgtEl>
                                            <p:attrNameLst>
                                              <p:attrName>ppt_h</p:attrName>
                                            </p:attrNameLst>
                                          </p:cBhvr>
                                          <p:tavLst>
                                            <p:tav tm="0">
                                              <p:val>
                                                <p:strVal val="ppt_h"/>
                                              </p:val>
                                            </p:tav>
                                            <p:tav tm="100000">
                                              <p:val>
                                                <p:fltVal val="0"/>
                                              </p:val>
                                            </p:tav>
                                          </p:tavLst>
                                        </p:anim>
                                        <p:animEffect transition="out" filter="fade">
                                          <p:cBhvr>
                                            <p:cTn id="43" dur="300"/>
                                            <p:tgtEl>
                                              <p:spTgt spid="122"/>
                                            </p:tgtEl>
                                          </p:cBhvr>
                                        </p:animEffect>
                                        <p:set>
                                          <p:cBhvr>
                                            <p:cTn id="44" dur="1" fill="hold">
                                              <p:stCondLst>
                                                <p:cond delay="299"/>
                                              </p:stCondLst>
                                            </p:cTn>
                                            <p:tgtEl>
                                              <p:spTgt spid="122"/>
                                            </p:tgtEl>
                                            <p:attrNameLst>
                                              <p:attrName>style.visibility</p:attrName>
                                            </p:attrNameLst>
                                          </p:cBhvr>
                                          <p:to>
                                            <p:strVal val="hidden"/>
                                          </p:to>
                                        </p:set>
                                      </p:childTnLst>
                                    </p:cTn>
                                  </p:par>
                                  <p:par>
                                    <p:cTn id="45" presetID="53" presetClass="exit" presetSubtype="32" fill="hold" nodeType="withEffect">
                                      <p:stCondLst>
                                        <p:cond delay="0"/>
                                      </p:stCondLst>
                                      <p:childTnLst>
                                        <p:anim calcmode="lin" valueType="num">
                                          <p:cBhvr>
                                            <p:cTn id="46" dur="300"/>
                                            <p:tgtEl>
                                              <p:spTgt spid="123"/>
                                            </p:tgtEl>
                                            <p:attrNameLst>
                                              <p:attrName>ppt_w</p:attrName>
                                            </p:attrNameLst>
                                          </p:cBhvr>
                                          <p:tavLst>
                                            <p:tav tm="0">
                                              <p:val>
                                                <p:strVal val="ppt_w"/>
                                              </p:val>
                                            </p:tav>
                                            <p:tav tm="100000">
                                              <p:val>
                                                <p:fltVal val="0"/>
                                              </p:val>
                                            </p:tav>
                                          </p:tavLst>
                                        </p:anim>
                                        <p:anim calcmode="lin" valueType="num">
                                          <p:cBhvr>
                                            <p:cTn id="47" dur="300"/>
                                            <p:tgtEl>
                                              <p:spTgt spid="123"/>
                                            </p:tgtEl>
                                            <p:attrNameLst>
                                              <p:attrName>ppt_h</p:attrName>
                                            </p:attrNameLst>
                                          </p:cBhvr>
                                          <p:tavLst>
                                            <p:tav tm="0">
                                              <p:val>
                                                <p:strVal val="ppt_h"/>
                                              </p:val>
                                            </p:tav>
                                            <p:tav tm="100000">
                                              <p:val>
                                                <p:fltVal val="0"/>
                                              </p:val>
                                            </p:tav>
                                          </p:tavLst>
                                        </p:anim>
                                        <p:animEffect transition="out" filter="fade">
                                          <p:cBhvr>
                                            <p:cTn id="48" dur="300"/>
                                            <p:tgtEl>
                                              <p:spTgt spid="123"/>
                                            </p:tgtEl>
                                          </p:cBhvr>
                                        </p:animEffect>
                                        <p:set>
                                          <p:cBhvr>
                                            <p:cTn id="49" dur="1" fill="hold">
                                              <p:stCondLst>
                                                <p:cond delay="299"/>
                                              </p:stCondLst>
                                            </p:cTn>
                                            <p:tgtEl>
                                              <p:spTgt spid="123"/>
                                            </p:tgtEl>
                                            <p:attrNameLst>
                                              <p:attrName>style.visibility</p:attrName>
                                            </p:attrNameLst>
                                          </p:cBhvr>
                                          <p:to>
                                            <p:strVal val="hidden"/>
                                          </p:to>
                                        </p:set>
                                      </p:childTnLst>
                                    </p:cTn>
                                  </p:par>
                                </p:childTnLst>
                              </p:cTn>
                            </p:par>
                            <p:par>
                              <p:cTn id="50" fill="hold">
                                <p:stCondLst>
                                  <p:cond delay="3900"/>
                                </p:stCondLst>
                                <p:childTnLst>
                                  <p:par>
                                    <p:cTn id="51" presetID="0" presetClass="path" presetSubtype="0" accel="50000" decel="50000" fill="hold" grpId="1" nodeType="afterEffect">
                                      <p:stCondLst>
                                        <p:cond delay="1000"/>
                                      </p:stCondLst>
                                      <p:childTnLst>
                                        <p:animMotion origin="layout" path="M 0.11237 0.43865 L 0.08528 0.46875 L 0.06184 0.49282 L 0.04179 0.50347 L 0.01484 0.51157 L -0.00222 0.5125 L -0.02513 0.50694 L -0.04922 0.49537 L -0.06914 0.47592 L -0.08269 0.45902 L -0.09909 0.44398 " pathEditMode="relative" ptsTypes="AAAAAAAAAAA">
                                          <p:cBhvr>
                                            <p:cTn id="52" dur="1500" fill="hold"/>
                                            <p:tgtEl>
                                              <p:spTgt spid="73"/>
                                            </p:tgtEl>
                                            <p:attrNameLst>
                                              <p:attrName>ppt_x</p:attrName>
                                              <p:attrName>ppt_y</p:attrName>
                                            </p:attrNameLst>
                                          </p:cBhvr>
                                        </p:animMotion>
                                      </p:childTnLst>
                                    </p:cTn>
                                  </p:par>
                                  <p:par>
                                    <p:cTn id="53" presetID="0" presetClass="path" presetSubtype="0" accel="50000" decel="50000" fill="hold" grpId="1" nodeType="withEffect">
                                      <p:stCondLst>
                                        <p:cond delay="1000"/>
                                      </p:stCondLst>
                                      <p:childTnLst>
                                        <p:animMotion origin="layout" path="M 0.10287 -0.44606 L 0.12474 -0.44537 L 0.14531 -0.43819 L 0.16081 -0.4294 L 0.17526 -0.4169 L 0.18985 -0.40092 L 0.20026 -0.38657 L 0.21133 -0.36713 L 0.22279 -0.34398 L 0.23229 -0.31898 L 0.24037 -0.28796 L 0.24883 -0.23472 L 0.25039 -0.1912 L 0.24935 -0.1581 L 0.24531 -0.12176 L 0.23932 -0.09236 L 0.23138 -0.06574 L 0.22383 -0.03472 L 0.21485 -0.01412 " pathEditMode="relative" ptsTypes="AAAAAAAAAAAAAAAAAAA">
                                          <p:cBhvr>
                                            <p:cTn id="54" dur="1500" fill="hold"/>
                                            <p:tgtEl>
                                              <p:spTgt spid="75"/>
                                            </p:tgtEl>
                                            <p:attrNameLst>
                                              <p:attrName>ppt_x</p:attrName>
                                              <p:attrName>ppt_y</p:attrName>
                                            </p:attrNameLst>
                                          </p:cBhvr>
                                        </p:animMotion>
                                      </p:childTnLst>
                                    </p:cTn>
                                  </p:par>
                                  <p:par>
                                    <p:cTn id="55" presetID="0" presetClass="path" presetSubtype="0" accel="50000" decel="50000" fill="hold" grpId="1" nodeType="withEffect">
                                      <p:stCondLst>
                                        <p:cond delay="1000"/>
                                      </p:stCondLst>
                                      <p:childTnLst>
                                        <p:animMotion origin="layout" path="M -0.21132 0.00023 L -0.2263 -0.03819 L -0.23984 -0.08078 L -0.24882 -0.12523 L -0.2513 -0.15995 L -0.25221 -0.19815 L -0.25026 -0.23194 L -0.24531 -0.27106 L -0.23724 -0.30231 L -0.22734 -0.33148 L -0.21575 -0.3574 L -0.2013 -0.38402 L -0.18125 -0.40902 L -0.16132 -0.42754 L -0.14687 -0.43472 L -0.12487 -0.44259 L -0.11328 -0.44004 " pathEditMode="relative" ptsTypes="AAAAAAAAAAAAAAAAA">
                                          <p:cBhvr>
                                            <p:cTn id="56" dur="1500" fill="hold"/>
                                            <p:tgtEl>
                                              <p:spTgt spid="76"/>
                                            </p:tgtEl>
                                            <p:attrNameLst>
                                              <p:attrName>ppt_x</p:attrName>
                                              <p:attrName>ppt_y</p:attrName>
                                            </p:attrNameLst>
                                          </p:cBhvr>
                                        </p:animMotion>
                                      </p:childTnLst>
                                    </p:cTn>
                                  </p:par>
                                </p:childTnLst>
                              </p:cTn>
                            </p:par>
                            <p:par>
                              <p:cTn id="57" fill="hold">
                                <p:stCondLst>
                                  <p:cond delay="6400"/>
                                </p:stCondLst>
                                <p:childTnLst>
                                  <p:par>
                                    <p:cTn id="58" presetID="27" presetClass="emph" presetSubtype="0" fill="hold" grpId="3" nodeType="afterEffect">
                                      <p:stCondLst>
                                        <p:cond delay="0"/>
                                      </p:stCondLst>
                                      <p:childTnLst>
                                        <p:animClr clrSpc="rgb" dir="cw">
                                          <p:cBhvr override="childStyle">
                                            <p:cTn id="59" dur="250" autoRev="1" fill="remove"/>
                                            <p:tgtEl>
                                              <p:spTgt spid="76"/>
                                            </p:tgtEl>
                                            <p:attrNameLst>
                                              <p:attrName>style.color</p:attrName>
                                            </p:attrNameLst>
                                          </p:cBhvr>
                                          <p:to>
                                            <a:schemeClr val="bg1"/>
                                          </p:to>
                                        </p:animClr>
                                        <p:animClr clrSpc="rgb" dir="cw">
                                          <p:cBhvr>
                                            <p:cTn id="60" dur="250" autoRev="1" fill="remove"/>
                                            <p:tgtEl>
                                              <p:spTgt spid="76"/>
                                            </p:tgtEl>
                                            <p:attrNameLst>
                                              <p:attrName>fillcolor</p:attrName>
                                            </p:attrNameLst>
                                          </p:cBhvr>
                                          <p:to>
                                            <a:schemeClr val="bg1"/>
                                          </p:to>
                                        </p:animClr>
                                        <p:set>
                                          <p:cBhvr>
                                            <p:cTn id="61" dur="250" autoRev="1" fill="remove"/>
                                            <p:tgtEl>
                                              <p:spTgt spid="76"/>
                                            </p:tgtEl>
                                            <p:attrNameLst>
                                              <p:attrName>fill.type</p:attrName>
                                            </p:attrNameLst>
                                          </p:cBhvr>
                                          <p:to>
                                            <p:strVal val="solid"/>
                                          </p:to>
                                        </p:set>
                                        <p:set>
                                          <p:cBhvr>
                                            <p:cTn id="62" dur="250" autoRev="1" fill="remove"/>
                                            <p:tgtEl>
                                              <p:spTgt spid="76"/>
                                            </p:tgtEl>
                                            <p:attrNameLst>
                                              <p:attrName>fill.on</p:attrName>
                                            </p:attrNameLst>
                                          </p:cBhvr>
                                          <p:to>
                                            <p:strVal val="true"/>
                                          </p:to>
                                        </p:set>
                                      </p:childTnLst>
                                    </p:cTn>
                                  </p:par>
                                </p:childTnLst>
                              </p:cTn>
                            </p:par>
                            <p:par>
                              <p:cTn id="63" fill="hold">
                                <p:stCondLst>
                                  <p:cond delay="6900"/>
                                </p:stCondLst>
                                <p:childTnLst>
                                  <p:par>
                                    <p:cTn id="64" presetID="0" presetClass="path" presetSubtype="0" accel="50000" decel="50000" fill="hold" grpId="2" nodeType="afterEffect">
                                      <p:stCondLst>
                                        <p:cond delay="2700"/>
                                      </p:stCondLst>
                                      <p:childTnLst>
                                        <p:animMotion origin="layout" path="M -0.09974 0.44212 L -0.11172 0.41087 L -0.12474 0.37453 L -0.12826 0.3699 L -0.13425 0.33634 L -0.1392 0.29791 L -0.14115 0.25879 L -0.14024 0.22337 L -0.13568 0.1868 L -0.12774 0.14699 L -0.11576 0.10694 L -0.09623 0.06944 L -0.07813 0.04467 L -0.05664 0.01967 L -0.04271 0.00902 L -0.03164 0.00277 L -0.01316 -0.00325 L 0.00091 -0.00163 " pathEditMode="relative" ptsTypes="AAAAAAAAAAAAAAAAAA">
                                          <p:cBhvr>
                                            <p:cTn id="65" dur="1500" fill="hold"/>
                                            <p:tgtEl>
                                              <p:spTgt spid="73"/>
                                            </p:tgtEl>
                                            <p:attrNameLst>
                                              <p:attrName>ppt_x</p:attrName>
                                              <p:attrName>ppt_y</p:attrName>
                                            </p:attrNameLst>
                                          </p:cBhvr>
                                        </p:animMotion>
                                      </p:childTnLst>
                                    </p:cTn>
                                  </p:par>
                                  <p:par>
                                    <p:cTn id="66" presetID="0" presetClass="path" presetSubtype="0" accel="50000" decel="50000" fill="hold" grpId="2" nodeType="withEffect">
                                      <p:stCondLst>
                                        <p:cond delay="2700"/>
                                      </p:stCondLst>
                                      <p:childTnLst>
                                        <p:animMotion origin="layout" path="M -0.11171 -0.44074 L -0.09427 -0.43727 L -0.07474 -0.43472 L -0.05429 -0.42477 L -0.03932 -0.41157 L -0.02187 -0.39282 L -0.00585 -0.36805 L 0.00769 -0.34051 L 0.02071 -0.30578 L 0.03165 -0.25694 L 0.03672 -0.20972 L 0.03568 -0.15833 L 0.0336 -0.12893 L 0.02722 -0.08981 L 0.01862 -0.06319 L 0.00964 -0.03217 L 0.0017 -0.00532 " pathEditMode="relative" ptsTypes="AAAAAAAAAAAAAAAAA">
                                          <p:cBhvr>
                                            <p:cTn id="67" dur="1500" fill="hold"/>
                                            <p:tgtEl>
                                              <p:spTgt spid="76"/>
                                            </p:tgtEl>
                                            <p:attrNameLst>
                                              <p:attrName>ppt_x</p:attrName>
                                              <p:attrName>ppt_y</p:attrName>
                                            </p:attrNameLst>
                                          </p:cBhvr>
                                        </p:animMotion>
                                      </p:childTnLst>
                                    </p:cTn>
                                  </p:par>
                                  <p:par>
                                    <p:cTn id="68" presetID="0" presetClass="path" presetSubtype="0" accel="50000" decel="50000" fill="hold" grpId="2" nodeType="withEffect">
                                      <p:stCondLst>
                                        <p:cond delay="2700"/>
                                      </p:stCondLst>
                                      <p:childTnLst>
                                        <p:animMotion origin="layout" path="M 0.21589 -0.01065 L 0.20482 0.00533 L 0.18529 0.02755 L 0.16784 0.04074 L 0.14883 0.0551 L 0.13034 0.06204 L 0.10326 0.06667 L 0.08425 0.06389 L 0.06029 0.05232 L 0.04779 0.04514 L 0.04128 0.03727 L 0.03373 0.02917 L 0.02123 0.0132 L 0.00677 -0.00185 " pathEditMode="relative" ptsTypes="AAAAAAAAAAAAAA">
                                          <p:cBhvr>
                                            <p:cTn id="69" dur="1500" fill="hold"/>
                                            <p:tgtEl>
                                              <p:spTgt spid="75"/>
                                            </p:tgtEl>
                                            <p:attrNameLst>
                                              <p:attrName>ppt_x</p:attrName>
                                              <p:attrName>ppt_y</p:attrName>
                                            </p:attrNameLst>
                                          </p:cBhvr>
                                        </p:animMotion>
                                      </p:childTnLst>
                                    </p:cTn>
                                  </p:par>
                                </p:childTnLst>
                              </p:cTn>
                            </p:par>
                            <p:par>
                              <p:cTn id="70" fill="hold">
                                <p:stCondLst>
                                  <p:cond delay="11100"/>
                                </p:stCondLst>
                                <p:childTnLst>
                                  <p:par>
                                    <p:cTn id="71" presetID="27" presetClass="emph" presetSubtype="0" fill="hold" grpId="3" nodeType="afterEffect">
                                      <p:stCondLst>
                                        <p:cond delay="0"/>
                                      </p:stCondLst>
                                      <p:childTnLst>
                                        <p:animClr clrSpc="rgb" dir="cw">
                                          <p:cBhvr override="childStyle">
                                            <p:cTn id="72" dur="250" autoRev="1" fill="remove"/>
                                            <p:tgtEl>
                                              <p:spTgt spid="73"/>
                                            </p:tgtEl>
                                            <p:attrNameLst>
                                              <p:attrName>style.color</p:attrName>
                                            </p:attrNameLst>
                                          </p:cBhvr>
                                          <p:to>
                                            <a:schemeClr val="bg1"/>
                                          </p:to>
                                        </p:animClr>
                                        <p:animClr clrSpc="rgb" dir="cw">
                                          <p:cBhvr>
                                            <p:cTn id="73" dur="250" autoRev="1" fill="remove"/>
                                            <p:tgtEl>
                                              <p:spTgt spid="73"/>
                                            </p:tgtEl>
                                            <p:attrNameLst>
                                              <p:attrName>fillcolor</p:attrName>
                                            </p:attrNameLst>
                                          </p:cBhvr>
                                          <p:to>
                                            <a:schemeClr val="bg1"/>
                                          </p:to>
                                        </p:animClr>
                                        <p:set>
                                          <p:cBhvr>
                                            <p:cTn id="74" dur="250" autoRev="1" fill="remove"/>
                                            <p:tgtEl>
                                              <p:spTgt spid="73"/>
                                            </p:tgtEl>
                                            <p:attrNameLst>
                                              <p:attrName>fill.type</p:attrName>
                                            </p:attrNameLst>
                                          </p:cBhvr>
                                          <p:to>
                                            <p:strVal val="solid"/>
                                          </p:to>
                                        </p:set>
                                        <p:set>
                                          <p:cBhvr>
                                            <p:cTn id="75" dur="250" autoRev="1" fill="remove"/>
                                            <p:tgtEl>
                                              <p:spTgt spid="73"/>
                                            </p:tgtEl>
                                            <p:attrNameLst>
                                              <p:attrName>fill.on</p:attrName>
                                            </p:attrNameLst>
                                          </p:cBhvr>
                                          <p:to>
                                            <p:strVal val="true"/>
                                          </p:to>
                                        </p:set>
                                      </p:childTnLst>
                                    </p:cTn>
                                  </p:par>
                                </p:childTnLst>
                              </p:cTn>
                            </p:par>
                            <p:par>
                              <p:cTn id="76" fill="hold">
                                <p:stCondLst>
                                  <p:cond delay="11600"/>
                                </p:stCondLst>
                                <p:childTnLst>
                                  <p:par>
                                    <p:cTn id="77" presetID="53" presetClass="entr" presetSubtype="16" fill="hold" nodeType="afterEffect">
                                      <p:stCondLst>
                                        <p:cond delay="0"/>
                                      </p:stCondLst>
                                      <p:childTnLst>
                                        <p:set>
                                          <p:cBhvr>
                                            <p:cTn id="78" dur="1" fill="hold">
                                              <p:stCondLst>
                                                <p:cond delay="0"/>
                                              </p:stCondLst>
                                            </p:cTn>
                                            <p:tgtEl>
                                              <p:spTgt spid="127"/>
                                            </p:tgtEl>
                                            <p:attrNameLst>
                                              <p:attrName>style.visibility</p:attrName>
                                            </p:attrNameLst>
                                          </p:cBhvr>
                                          <p:to>
                                            <p:strVal val="visible"/>
                                          </p:to>
                                        </p:set>
                                        <p:anim calcmode="lin" valueType="num">
                                          <p:cBhvr>
                                            <p:cTn id="79" dur="300" fill="hold"/>
                                            <p:tgtEl>
                                              <p:spTgt spid="127"/>
                                            </p:tgtEl>
                                            <p:attrNameLst>
                                              <p:attrName>ppt_w</p:attrName>
                                            </p:attrNameLst>
                                          </p:cBhvr>
                                          <p:tavLst>
                                            <p:tav tm="0">
                                              <p:val>
                                                <p:fltVal val="0"/>
                                              </p:val>
                                            </p:tav>
                                            <p:tav tm="100000">
                                              <p:val>
                                                <p:strVal val="#ppt_w"/>
                                              </p:val>
                                            </p:tav>
                                          </p:tavLst>
                                        </p:anim>
                                        <p:anim calcmode="lin" valueType="num">
                                          <p:cBhvr>
                                            <p:cTn id="80" dur="300" fill="hold"/>
                                            <p:tgtEl>
                                              <p:spTgt spid="127"/>
                                            </p:tgtEl>
                                            <p:attrNameLst>
                                              <p:attrName>ppt_h</p:attrName>
                                            </p:attrNameLst>
                                          </p:cBhvr>
                                          <p:tavLst>
                                            <p:tav tm="0">
                                              <p:val>
                                                <p:fltVal val="0"/>
                                              </p:val>
                                            </p:tav>
                                            <p:tav tm="100000">
                                              <p:val>
                                                <p:strVal val="#ppt_h"/>
                                              </p:val>
                                            </p:tav>
                                          </p:tavLst>
                                        </p:anim>
                                        <p:animEffect transition="in" filter="fade">
                                          <p:cBhvr>
                                            <p:cTn id="81" dur="300"/>
                                            <p:tgtEl>
                                              <p:spTgt spid="127"/>
                                            </p:tgtEl>
                                          </p:cBhvr>
                                        </p:animEffect>
                                      </p:childTnLst>
                                    </p:cTn>
                                  </p:par>
                                  <p:par>
                                    <p:cTn id="82" presetID="53" presetClass="entr" presetSubtype="16" fill="hold" nodeType="withEffect">
                                      <p:stCondLst>
                                        <p:cond delay="0"/>
                                      </p:stCondLst>
                                      <p:childTnLst>
                                        <p:set>
                                          <p:cBhvr>
                                            <p:cTn id="83" dur="1" fill="hold">
                                              <p:stCondLst>
                                                <p:cond delay="0"/>
                                              </p:stCondLst>
                                            </p:cTn>
                                            <p:tgtEl>
                                              <p:spTgt spid="129"/>
                                            </p:tgtEl>
                                            <p:attrNameLst>
                                              <p:attrName>style.visibility</p:attrName>
                                            </p:attrNameLst>
                                          </p:cBhvr>
                                          <p:to>
                                            <p:strVal val="visible"/>
                                          </p:to>
                                        </p:set>
                                        <p:anim calcmode="lin" valueType="num">
                                          <p:cBhvr>
                                            <p:cTn id="84" dur="300" fill="hold"/>
                                            <p:tgtEl>
                                              <p:spTgt spid="129"/>
                                            </p:tgtEl>
                                            <p:attrNameLst>
                                              <p:attrName>ppt_w</p:attrName>
                                            </p:attrNameLst>
                                          </p:cBhvr>
                                          <p:tavLst>
                                            <p:tav tm="0">
                                              <p:val>
                                                <p:fltVal val="0"/>
                                              </p:val>
                                            </p:tav>
                                            <p:tav tm="100000">
                                              <p:val>
                                                <p:strVal val="#ppt_w"/>
                                              </p:val>
                                            </p:tav>
                                          </p:tavLst>
                                        </p:anim>
                                        <p:anim calcmode="lin" valueType="num">
                                          <p:cBhvr>
                                            <p:cTn id="85" dur="300" fill="hold"/>
                                            <p:tgtEl>
                                              <p:spTgt spid="129"/>
                                            </p:tgtEl>
                                            <p:attrNameLst>
                                              <p:attrName>ppt_h</p:attrName>
                                            </p:attrNameLst>
                                          </p:cBhvr>
                                          <p:tavLst>
                                            <p:tav tm="0">
                                              <p:val>
                                                <p:fltVal val="0"/>
                                              </p:val>
                                            </p:tav>
                                            <p:tav tm="100000">
                                              <p:val>
                                                <p:strVal val="#ppt_h"/>
                                              </p:val>
                                            </p:tav>
                                          </p:tavLst>
                                        </p:anim>
                                        <p:animEffect transition="in" filter="fade">
                                          <p:cBhvr>
                                            <p:cTn id="86" dur="300"/>
                                            <p:tgtEl>
                                              <p:spTgt spid="129"/>
                                            </p:tgtEl>
                                          </p:cBhvr>
                                        </p:animEffect>
                                      </p:childTnLst>
                                    </p:cTn>
                                  </p:par>
                                  <p:par>
                                    <p:cTn id="87" presetID="42" presetClass="path" presetSubtype="0" accel="50000" decel="50000" fill="hold" nodeType="withEffect">
                                      <p:stCondLst>
                                        <p:cond delay="0"/>
                                      </p:stCondLst>
                                      <p:childTnLst>
                                        <p:animMotion origin="layout" path="M 3.75E-6 3.7037E-7 L -0.1875 0.10162 " pathEditMode="relative" rAng="0" ptsTypes="AA">
                                          <p:cBhvr>
                                            <p:cTn id="88" dur="1500" fill="hold"/>
                                            <p:tgtEl>
                                              <p:spTgt spid="127"/>
                                            </p:tgtEl>
                                            <p:attrNameLst>
                                              <p:attrName>ppt_x</p:attrName>
                                              <p:attrName>ppt_y</p:attrName>
                                            </p:attrNameLst>
                                          </p:cBhvr>
                                          <p:rCtr x="-9375" y="5069"/>
                                        </p:animMotion>
                                      </p:childTnLst>
                                    </p:cTn>
                                  </p:par>
                                  <p:par>
                                    <p:cTn id="89" presetID="42" presetClass="path" presetSubtype="0" accel="50000" decel="50000" fill="hold" nodeType="withEffect">
                                      <p:stCondLst>
                                        <p:cond delay="0"/>
                                      </p:stCondLst>
                                      <p:childTnLst>
                                        <p:animMotion origin="layout" path="M 2.08333E-7 2.22222E-6 L -0.41654 -0.06134 " pathEditMode="relative" rAng="0" ptsTypes="AA">
                                          <p:cBhvr>
                                            <p:cTn id="90" dur="1500" fill="hold"/>
                                            <p:tgtEl>
                                              <p:spTgt spid="129"/>
                                            </p:tgtEl>
                                            <p:attrNameLst>
                                              <p:attrName>ppt_x</p:attrName>
                                              <p:attrName>ppt_y</p:attrName>
                                            </p:attrNameLst>
                                          </p:cBhvr>
                                          <p:rCtr x="-20833" y="-3079"/>
                                        </p:animMotion>
                                      </p:childTnLst>
                                    </p:cTn>
                                  </p:par>
                                  <p:par>
                                    <p:cTn id="91" presetID="53" presetClass="exit" presetSubtype="32" fill="hold" nodeType="withEffect">
                                      <p:stCondLst>
                                        <p:cond delay="1200"/>
                                      </p:stCondLst>
                                      <p:childTnLst>
                                        <p:anim calcmode="lin" valueType="num">
                                          <p:cBhvr>
                                            <p:cTn id="92" dur="300"/>
                                            <p:tgtEl>
                                              <p:spTgt spid="127"/>
                                            </p:tgtEl>
                                            <p:attrNameLst>
                                              <p:attrName>ppt_w</p:attrName>
                                            </p:attrNameLst>
                                          </p:cBhvr>
                                          <p:tavLst>
                                            <p:tav tm="0">
                                              <p:val>
                                                <p:strVal val="ppt_w"/>
                                              </p:val>
                                            </p:tav>
                                            <p:tav tm="100000">
                                              <p:val>
                                                <p:fltVal val="0"/>
                                              </p:val>
                                            </p:tav>
                                          </p:tavLst>
                                        </p:anim>
                                        <p:anim calcmode="lin" valueType="num">
                                          <p:cBhvr>
                                            <p:cTn id="93" dur="300"/>
                                            <p:tgtEl>
                                              <p:spTgt spid="127"/>
                                            </p:tgtEl>
                                            <p:attrNameLst>
                                              <p:attrName>ppt_h</p:attrName>
                                            </p:attrNameLst>
                                          </p:cBhvr>
                                          <p:tavLst>
                                            <p:tav tm="0">
                                              <p:val>
                                                <p:strVal val="ppt_h"/>
                                              </p:val>
                                            </p:tav>
                                            <p:tav tm="100000">
                                              <p:val>
                                                <p:fltVal val="0"/>
                                              </p:val>
                                            </p:tav>
                                          </p:tavLst>
                                        </p:anim>
                                        <p:animEffect transition="out" filter="fade">
                                          <p:cBhvr>
                                            <p:cTn id="94" dur="300"/>
                                            <p:tgtEl>
                                              <p:spTgt spid="127"/>
                                            </p:tgtEl>
                                          </p:cBhvr>
                                        </p:animEffect>
                                        <p:set>
                                          <p:cBhvr>
                                            <p:cTn id="95" dur="1" fill="hold">
                                              <p:stCondLst>
                                                <p:cond delay="299"/>
                                              </p:stCondLst>
                                            </p:cTn>
                                            <p:tgtEl>
                                              <p:spTgt spid="127"/>
                                            </p:tgtEl>
                                            <p:attrNameLst>
                                              <p:attrName>style.visibility</p:attrName>
                                            </p:attrNameLst>
                                          </p:cBhvr>
                                          <p:to>
                                            <p:strVal val="hidden"/>
                                          </p:to>
                                        </p:set>
                                      </p:childTnLst>
                                    </p:cTn>
                                  </p:par>
                                  <p:par>
                                    <p:cTn id="96" presetID="53" presetClass="exit" presetSubtype="32" fill="hold" nodeType="withEffect">
                                      <p:stCondLst>
                                        <p:cond delay="1200"/>
                                      </p:stCondLst>
                                      <p:childTnLst>
                                        <p:anim calcmode="lin" valueType="num">
                                          <p:cBhvr>
                                            <p:cTn id="97" dur="300"/>
                                            <p:tgtEl>
                                              <p:spTgt spid="129"/>
                                            </p:tgtEl>
                                            <p:attrNameLst>
                                              <p:attrName>ppt_w</p:attrName>
                                            </p:attrNameLst>
                                          </p:cBhvr>
                                          <p:tavLst>
                                            <p:tav tm="0">
                                              <p:val>
                                                <p:strVal val="ppt_w"/>
                                              </p:val>
                                            </p:tav>
                                            <p:tav tm="100000">
                                              <p:val>
                                                <p:fltVal val="0"/>
                                              </p:val>
                                            </p:tav>
                                          </p:tavLst>
                                        </p:anim>
                                        <p:anim calcmode="lin" valueType="num">
                                          <p:cBhvr>
                                            <p:cTn id="98" dur="300"/>
                                            <p:tgtEl>
                                              <p:spTgt spid="129"/>
                                            </p:tgtEl>
                                            <p:attrNameLst>
                                              <p:attrName>ppt_h</p:attrName>
                                            </p:attrNameLst>
                                          </p:cBhvr>
                                          <p:tavLst>
                                            <p:tav tm="0">
                                              <p:val>
                                                <p:strVal val="ppt_h"/>
                                              </p:val>
                                            </p:tav>
                                            <p:tav tm="100000">
                                              <p:val>
                                                <p:fltVal val="0"/>
                                              </p:val>
                                            </p:tav>
                                          </p:tavLst>
                                        </p:anim>
                                        <p:animEffect transition="out" filter="fade">
                                          <p:cBhvr>
                                            <p:cTn id="99" dur="300"/>
                                            <p:tgtEl>
                                              <p:spTgt spid="129"/>
                                            </p:tgtEl>
                                          </p:cBhvr>
                                        </p:animEffect>
                                        <p:set>
                                          <p:cBhvr>
                                            <p:cTn id="100" dur="1" fill="hold">
                                              <p:stCondLst>
                                                <p:cond delay="299"/>
                                              </p:stCondLst>
                                            </p:cTn>
                                            <p:tgtEl>
                                              <p:spTgt spid="129"/>
                                            </p:tgtEl>
                                            <p:attrNameLst>
                                              <p:attrName>style.visibility</p:attrName>
                                            </p:attrNameLst>
                                          </p:cBhvr>
                                          <p:to>
                                            <p:strVal val="hidden"/>
                                          </p:to>
                                        </p:set>
                                      </p:childTnLst>
                                    </p:cTn>
                                  </p:par>
                                </p:childTnLst>
                              </p:cTn>
                            </p:par>
                          </p:childTnLst>
                        </p:cTn>
                      </p:par>
                    </p:childTnLst>
                  </p:cTn>
                  <p:nextCondLst>
                    <p:cond evt="onMediaBookmark" delay="0">
                      <p:tgtEl>
                        <p14:bmkTgt spid="130" bmkName="Bookmark 1"/>
                      </p:tgtEl>
                    </p:cond>
                  </p:nextCondLst>
                </p:seq>
              </p:childTnLst>
            </p:cTn>
          </p:par>
        </p:tnLst>
        <p:bldLst>
          <p:bldP spid="73" grpId="0" animBg="1"/>
          <p:bldP spid="73" grpId="1" animBg="1"/>
          <p:bldP spid="73" grpId="2" animBg="1"/>
          <p:bldP spid="73" grpId="3" animBg="1"/>
          <p:bldP spid="75" grpId="0" animBg="1"/>
          <p:bldP spid="75" grpId="1" animBg="1"/>
          <p:bldP spid="75" grpId="2" animBg="1"/>
          <p:bldP spid="75" grpId="3" animBg="1"/>
          <p:bldP spid="76" grpId="0" animBg="1"/>
          <p:bldP spid="76" grpId="1" animBg="1"/>
          <p:bldP spid="76" grpId="2" animBg="1"/>
          <p:bldP spid="76" grpId="3"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927" fill="hold"/>
                                            <p:tgtEl>
                                              <p:spTgt spid="13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30"/>
                    </p:tgtEl>
                  </p:cMediaNode>
                </p:audio>
              </p:childTnLst>
            </p:cTn>
          </p:par>
        </p:tn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61B47-D40C-2F98-BE35-EEA06B02AF1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5746433-5104-E934-93A0-BF5FEBD9E21E}"/>
              </a:ext>
            </a:extLst>
          </p:cNvPr>
          <p:cNvSpPr>
            <a:spLocks noGrp="1"/>
          </p:cNvSpPr>
          <p:nvPr>
            <p:ph type="title"/>
          </p:nvPr>
        </p:nvSpPr>
        <p:spPr>
          <a:xfrm>
            <a:off x="3216275" y="1418313"/>
            <a:ext cx="8640763" cy="1299008"/>
          </a:xfrm>
        </p:spPr>
        <p:txBody>
          <a:bodyPr/>
          <a:lstStyle/>
          <a:p>
            <a:r>
              <a:rPr lang="en-GB" noProof="0"/>
              <a:t>Experimental Results</a:t>
            </a:r>
          </a:p>
        </p:txBody>
      </p:sp>
      <p:sp>
        <p:nvSpPr>
          <p:cNvPr id="6" name="Segnaposto testo 5">
            <a:extLst>
              <a:ext uri="{FF2B5EF4-FFF2-40B4-BE49-F238E27FC236}">
                <a16:creationId xmlns:a16="http://schemas.microsoft.com/office/drawing/2014/main" id="{189E6E59-29F5-ECC3-5D4A-3614F4ED9374}"/>
              </a:ext>
            </a:extLst>
          </p:cNvPr>
          <p:cNvSpPr>
            <a:spLocks noGrp="1"/>
          </p:cNvSpPr>
          <p:nvPr>
            <p:ph type="body" sz="quarter" idx="13"/>
          </p:nvPr>
        </p:nvSpPr>
        <p:spPr>
          <a:xfrm>
            <a:off x="8765931" y="3961597"/>
            <a:ext cx="3091107" cy="2359025"/>
          </a:xfrm>
        </p:spPr>
        <p:txBody>
          <a:bodyPr/>
          <a:lstStyle/>
          <a:p>
            <a:r>
              <a:rPr lang="en-GB" noProof="0" dirty="0"/>
              <a:t>03</a:t>
            </a:r>
          </a:p>
        </p:txBody>
      </p:sp>
    </p:spTree>
    <p:extLst>
      <p:ext uri="{BB962C8B-B14F-4D97-AF65-F5344CB8AC3E}">
        <p14:creationId xmlns:p14="http://schemas.microsoft.com/office/powerpoint/2010/main" val="1826442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A1BB-04B0-A1F4-8485-454A62B614C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D67478D-C366-E8A9-E01A-57F37EE6721C}"/>
              </a:ext>
            </a:extLst>
          </p:cNvPr>
          <p:cNvSpPr>
            <a:spLocks noGrp="1"/>
          </p:cNvSpPr>
          <p:nvPr>
            <p:ph type="title"/>
          </p:nvPr>
        </p:nvSpPr>
        <p:spPr>
          <a:xfrm>
            <a:off x="334963" y="808073"/>
            <a:ext cx="11522075" cy="840083"/>
          </a:xfrm>
        </p:spPr>
        <p:txBody>
          <a:bodyPr/>
          <a:lstStyle/>
          <a:p>
            <a:r>
              <a:rPr lang="en-GB" noProof="0" dirty="0"/>
              <a:t>The Outfit App</a:t>
            </a:r>
          </a:p>
        </p:txBody>
      </p:sp>
      <p:sp>
        <p:nvSpPr>
          <p:cNvPr id="3" name="Segnaposto data 2">
            <a:extLst>
              <a:ext uri="{FF2B5EF4-FFF2-40B4-BE49-F238E27FC236}">
                <a16:creationId xmlns:a16="http://schemas.microsoft.com/office/drawing/2014/main" id="{4DE64E80-D39D-3E0F-7FDC-7BC821780C55}"/>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F08561A9-EE43-FE6A-ACB9-B75353BD582C}"/>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A907C15B-E57B-5247-F1DC-AA3C3FD69BEA}"/>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21</a:t>
            </a:fld>
            <a:endParaRPr lang="en-GB" noProof="0"/>
          </a:p>
        </p:txBody>
      </p:sp>
      <p:sp>
        <p:nvSpPr>
          <p:cNvPr id="11" name="TextBox 10">
            <a:extLst>
              <a:ext uri="{FF2B5EF4-FFF2-40B4-BE49-F238E27FC236}">
                <a16:creationId xmlns:a16="http://schemas.microsoft.com/office/drawing/2014/main" id="{A00FAEB8-099B-71E7-72D9-9C397BB1440B}"/>
              </a:ext>
            </a:extLst>
          </p:cNvPr>
          <p:cNvSpPr txBox="1"/>
          <p:nvPr/>
        </p:nvSpPr>
        <p:spPr>
          <a:xfrm>
            <a:off x="334962" y="1381891"/>
            <a:ext cx="11193423" cy="880306"/>
          </a:xfrm>
          <a:prstGeom prst="rect">
            <a:avLst/>
          </a:prstGeom>
          <a:noFill/>
        </p:spPr>
        <p:txBody>
          <a:bodyPr wrap="square" rtlCol="0">
            <a:spAutoFit/>
          </a:bodyPr>
          <a:lstStyle/>
          <a:p>
            <a:pPr>
              <a:lnSpc>
                <a:spcPct val="150000"/>
              </a:lnSpc>
            </a:pPr>
            <a:r>
              <a:rPr lang="en-GB" noProof="0" dirty="0"/>
              <a:t>The Outfit App is a microservice-based application that allows users to </a:t>
            </a:r>
            <a:r>
              <a:rPr lang="en-GB" b="1" noProof="0" dirty="0"/>
              <a:t>view</a:t>
            </a:r>
            <a:r>
              <a:rPr lang="en-GB" noProof="0" dirty="0"/>
              <a:t> a gallery of outfit ideas and </a:t>
            </a:r>
            <a:r>
              <a:rPr lang="en-GB" b="1" noProof="0" dirty="0"/>
              <a:t>upload</a:t>
            </a:r>
            <a:r>
              <a:rPr lang="en-GB" noProof="0" dirty="0"/>
              <a:t> their own outfit pictures.</a:t>
            </a:r>
          </a:p>
        </p:txBody>
      </p:sp>
      <p:grpSp>
        <p:nvGrpSpPr>
          <p:cNvPr id="52" name="Outfit App">
            <a:extLst>
              <a:ext uri="{FF2B5EF4-FFF2-40B4-BE49-F238E27FC236}">
                <a16:creationId xmlns:a16="http://schemas.microsoft.com/office/drawing/2014/main" id="{A5FCFFCA-58A9-4CF1-F2FD-82B2391CB45B}"/>
              </a:ext>
            </a:extLst>
          </p:cNvPr>
          <p:cNvGrpSpPr/>
          <p:nvPr/>
        </p:nvGrpSpPr>
        <p:grpSpPr>
          <a:xfrm>
            <a:off x="478031" y="2486407"/>
            <a:ext cx="10857757" cy="4025352"/>
            <a:chOff x="478031" y="2153898"/>
            <a:chExt cx="10857757" cy="4025352"/>
          </a:xfrm>
        </p:grpSpPr>
        <p:grpSp>
          <p:nvGrpSpPr>
            <p:cNvPr id="36" name="Group 35">
              <a:extLst>
                <a:ext uri="{FF2B5EF4-FFF2-40B4-BE49-F238E27FC236}">
                  <a16:creationId xmlns:a16="http://schemas.microsoft.com/office/drawing/2014/main" id="{300DE6BA-09B2-10E0-6803-486E54268A51}"/>
                </a:ext>
              </a:extLst>
            </p:cNvPr>
            <p:cNvGrpSpPr/>
            <p:nvPr/>
          </p:nvGrpSpPr>
          <p:grpSpPr>
            <a:xfrm>
              <a:off x="9688135" y="4119532"/>
              <a:ext cx="1647653" cy="2059718"/>
              <a:chOff x="9242713" y="3990209"/>
              <a:chExt cx="1647653" cy="2059718"/>
            </a:xfrm>
          </p:grpSpPr>
          <p:pic>
            <p:nvPicPr>
              <p:cNvPr id="24" name="Picture 23">
                <a:extLst>
                  <a:ext uri="{FF2B5EF4-FFF2-40B4-BE49-F238E27FC236}">
                    <a16:creationId xmlns:a16="http://schemas.microsoft.com/office/drawing/2014/main" id="{B2FB7BBA-49FA-2D30-16D0-CE2FF1BC5B22}"/>
                  </a:ext>
                </a:extLst>
              </p:cNvPr>
              <p:cNvPicPr>
                <a:picLocks noChangeAspect="1"/>
              </p:cNvPicPr>
              <p:nvPr/>
            </p:nvPicPr>
            <p:blipFill>
              <a:blip r:embed="rId3"/>
              <a:stretch>
                <a:fillRect/>
              </a:stretch>
            </p:blipFill>
            <p:spPr>
              <a:xfrm>
                <a:off x="9242713" y="3990209"/>
                <a:ext cx="1485900" cy="1485900"/>
              </a:xfrm>
              <a:prstGeom prst="rect">
                <a:avLst/>
              </a:prstGeom>
            </p:spPr>
          </p:pic>
          <p:sp>
            <p:nvSpPr>
              <p:cNvPr id="28" name="TextBox 27">
                <a:extLst>
                  <a:ext uri="{FF2B5EF4-FFF2-40B4-BE49-F238E27FC236}">
                    <a16:creationId xmlns:a16="http://schemas.microsoft.com/office/drawing/2014/main" id="{CE40CDE6-62F8-CE92-7384-8E967B2980F3}"/>
                  </a:ext>
                </a:extLst>
              </p:cNvPr>
              <p:cNvSpPr txBox="1"/>
              <p:nvPr/>
            </p:nvSpPr>
            <p:spPr>
              <a:xfrm>
                <a:off x="9242713" y="5403596"/>
                <a:ext cx="1647653" cy="646331"/>
              </a:xfrm>
              <a:prstGeom prst="rect">
                <a:avLst/>
              </a:prstGeom>
              <a:noFill/>
            </p:spPr>
            <p:txBody>
              <a:bodyPr wrap="square">
                <a:spAutoFit/>
              </a:bodyPr>
              <a:lstStyle/>
              <a:p>
                <a:pPr algn="ctr"/>
                <a:r>
                  <a:rPr lang="en-GB" noProof="0" err="1">
                    <a:effectLst/>
                  </a:rPr>
                  <a:t>ImageStore</a:t>
                </a:r>
                <a:r>
                  <a:rPr lang="en-GB" noProof="0">
                    <a:effectLst/>
                  </a:rPr>
                  <a:t> </a:t>
                </a:r>
                <a:br>
                  <a:rPr lang="en-GB" noProof="0"/>
                </a:br>
                <a:r>
                  <a:rPr lang="en-GB" noProof="0">
                    <a:effectLst/>
                  </a:rPr>
                  <a:t>Service</a:t>
                </a:r>
                <a:endParaRPr lang="en-GB" noProof="0"/>
              </a:p>
            </p:txBody>
          </p:sp>
        </p:grpSp>
        <p:grpSp>
          <p:nvGrpSpPr>
            <p:cNvPr id="35" name="Group 34">
              <a:extLst>
                <a:ext uri="{FF2B5EF4-FFF2-40B4-BE49-F238E27FC236}">
                  <a16:creationId xmlns:a16="http://schemas.microsoft.com/office/drawing/2014/main" id="{C78CC91D-EA42-FD54-800A-8523E625E293}"/>
                </a:ext>
              </a:extLst>
            </p:cNvPr>
            <p:cNvGrpSpPr/>
            <p:nvPr/>
          </p:nvGrpSpPr>
          <p:grpSpPr>
            <a:xfrm>
              <a:off x="6676854" y="2153898"/>
              <a:ext cx="2179493" cy="2051177"/>
              <a:chOff x="5704176" y="2504309"/>
              <a:chExt cx="2179493" cy="2051177"/>
            </a:xfrm>
          </p:grpSpPr>
          <p:pic>
            <p:nvPicPr>
              <p:cNvPr id="25" name="Picture 24">
                <a:extLst>
                  <a:ext uri="{FF2B5EF4-FFF2-40B4-BE49-F238E27FC236}">
                    <a16:creationId xmlns:a16="http://schemas.microsoft.com/office/drawing/2014/main" id="{37666250-949F-EA60-0C32-1B20121194A3}"/>
                  </a:ext>
                </a:extLst>
              </p:cNvPr>
              <p:cNvPicPr>
                <a:picLocks noChangeAspect="1"/>
              </p:cNvPicPr>
              <p:nvPr/>
            </p:nvPicPr>
            <p:blipFill>
              <a:blip r:embed="rId3"/>
              <a:stretch>
                <a:fillRect/>
              </a:stretch>
            </p:blipFill>
            <p:spPr>
              <a:xfrm>
                <a:off x="6050973" y="2504309"/>
                <a:ext cx="1485900" cy="1485900"/>
              </a:xfrm>
              <a:prstGeom prst="rect">
                <a:avLst/>
              </a:prstGeom>
            </p:spPr>
          </p:pic>
          <p:sp>
            <p:nvSpPr>
              <p:cNvPr id="30" name="TextBox 29">
                <a:extLst>
                  <a:ext uri="{FF2B5EF4-FFF2-40B4-BE49-F238E27FC236}">
                    <a16:creationId xmlns:a16="http://schemas.microsoft.com/office/drawing/2014/main" id="{2611CB3A-5D97-7C9F-C843-34B7A3DCB21A}"/>
                  </a:ext>
                </a:extLst>
              </p:cNvPr>
              <p:cNvSpPr txBox="1"/>
              <p:nvPr/>
            </p:nvSpPr>
            <p:spPr>
              <a:xfrm>
                <a:off x="5704176" y="3909155"/>
                <a:ext cx="2179493" cy="646331"/>
              </a:xfrm>
              <a:prstGeom prst="rect">
                <a:avLst/>
              </a:prstGeom>
              <a:noFill/>
            </p:spPr>
            <p:txBody>
              <a:bodyPr wrap="square">
                <a:spAutoFit/>
              </a:bodyPr>
              <a:lstStyle/>
              <a:p>
                <a:pPr algn="ctr"/>
                <a:r>
                  <a:rPr lang="en-GB" noProof="0" err="1">
                    <a:effectLst/>
                  </a:rPr>
                  <a:t>ImageProcessor</a:t>
                </a:r>
                <a:br>
                  <a:rPr lang="en-GB" noProof="0"/>
                </a:br>
                <a:r>
                  <a:rPr lang="en-GB" noProof="0">
                    <a:effectLst/>
                  </a:rPr>
                  <a:t>Service</a:t>
                </a:r>
                <a:endParaRPr lang="en-GB" noProof="0"/>
              </a:p>
            </p:txBody>
          </p:sp>
        </p:grpSp>
        <p:grpSp>
          <p:nvGrpSpPr>
            <p:cNvPr id="37" name="Group 36">
              <a:extLst>
                <a:ext uri="{FF2B5EF4-FFF2-40B4-BE49-F238E27FC236}">
                  <a16:creationId xmlns:a16="http://schemas.microsoft.com/office/drawing/2014/main" id="{20B472F5-F000-12C3-1DFC-E422F2BC8858}"/>
                </a:ext>
              </a:extLst>
            </p:cNvPr>
            <p:cNvGrpSpPr/>
            <p:nvPr/>
          </p:nvGrpSpPr>
          <p:grpSpPr>
            <a:xfrm>
              <a:off x="4610100" y="4119532"/>
              <a:ext cx="1485900" cy="1782719"/>
              <a:chOff x="3202420" y="3990209"/>
              <a:chExt cx="1485900" cy="1782719"/>
            </a:xfrm>
          </p:grpSpPr>
          <p:pic>
            <p:nvPicPr>
              <p:cNvPr id="26" name="Picture 25">
                <a:extLst>
                  <a:ext uri="{FF2B5EF4-FFF2-40B4-BE49-F238E27FC236}">
                    <a16:creationId xmlns:a16="http://schemas.microsoft.com/office/drawing/2014/main" id="{1B64C255-715C-49D0-7DDD-CF9CCC71E497}"/>
                  </a:ext>
                </a:extLst>
              </p:cNvPr>
              <p:cNvPicPr>
                <a:picLocks noChangeAspect="1"/>
              </p:cNvPicPr>
              <p:nvPr/>
            </p:nvPicPr>
            <p:blipFill>
              <a:blip r:embed="rId3"/>
              <a:stretch>
                <a:fillRect/>
              </a:stretch>
            </p:blipFill>
            <p:spPr>
              <a:xfrm>
                <a:off x="3202420" y="3990209"/>
                <a:ext cx="1485900" cy="1485900"/>
              </a:xfrm>
              <a:prstGeom prst="rect">
                <a:avLst/>
              </a:prstGeom>
            </p:spPr>
          </p:pic>
          <p:sp>
            <p:nvSpPr>
              <p:cNvPr id="32" name="TextBox 31">
                <a:extLst>
                  <a:ext uri="{FF2B5EF4-FFF2-40B4-BE49-F238E27FC236}">
                    <a16:creationId xmlns:a16="http://schemas.microsoft.com/office/drawing/2014/main" id="{C448EC88-3901-2C19-FF08-713EFB8DAD2F}"/>
                  </a:ext>
                </a:extLst>
              </p:cNvPr>
              <p:cNvSpPr txBox="1"/>
              <p:nvPr/>
            </p:nvSpPr>
            <p:spPr>
              <a:xfrm>
                <a:off x="3323099" y="5403596"/>
                <a:ext cx="1244542" cy="369332"/>
              </a:xfrm>
              <a:prstGeom prst="rect">
                <a:avLst/>
              </a:prstGeom>
              <a:noFill/>
            </p:spPr>
            <p:txBody>
              <a:bodyPr wrap="square">
                <a:spAutoFit/>
              </a:bodyPr>
              <a:lstStyle/>
              <a:p>
                <a:r>
                  <a:rPr lang="en-GB" noProof="0">
                    <a:effectLst/>
                  </a:rPr>
                  <a:t>UI Service</a:t>
                </a:r>
                <a:endParaRPr lang="en-GB" noProof="0"/>
              </a:p>
            </p:txBody>
          </p:sp>
        </p:grpSp>
        <p:pic>
          <p:nvPicPr>
            <p:cNvPr id="34" name="Picture 33">
              <a:extLst>
                <a:ext uri="{FF2B5EF4-FFF2-40B4-BE49-F238E27FC236}">
                  <a16:creationId xmlns:a16="http://schemas.microsoft.com/office/drawing/2014/main" id="{85457EA3-244A-1209-28D1-683293B328ED}"/>
                </a:ext>
              </a:extLst>
            </p:cNvPr>
            <p:cNvPicPr>
              <a:picLocks noChangeAspect="1"/>
            </p:cNvPicPr>
            <p:nvPr/>
          </p:nvPicPr>
          <p:blipFill>
            <a:blip r:embed="rId4"/>
            <a:stretch>
              <a:fillRect/>
            </a:stretch>
          </p:blipFill>
          <p:spPr>
            <a:xfrm>
              <a:off x="478031" y="3912624"/>
              <a:ext cx="701341" cy="701341"/>
            </a:xfrm>
            <a:prstGeom prst="rect">
              <a:avLst/>
            </a:prstGeom>
          </p:spPr>
        </p:pic>
        <p:cxnSp>
          <p:nvCxnSpPr>
            <p:cNvPr id="39" name="Straight Connector 38">
              <a:extLst>
                <a:ext uri="{FF2B5EF4-FFF2-40B4-BE49-F238E27FC236}">
                  <a16:creationId xmlns:a16="http://schemas.microsoft.com/office/drawing/2014/main" id="{43669D76-CC3F-B4FA-EEEA-95310236739B}"/>
                </a:ext>
              </a:extLst>
            </p:cNvPr>
            <p:cNvCxnSpPr>
              <a:cxnSpLocks/>
            </p:cNvCxnSpPr>
            <p:nvPr/>
          </p:nvCxnSpPr>
          <p:spPr>
            <a:xfrm>
              <a:off x="6380018" y="4851628"/>
              <a:ext cx="3037569" cy="0"/>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EBBD8FB-306F-74FB-84DC-6EBB6D21969E}"/>
                </a:ext>
              </a:extLst>
            </p:cNvPr>
            <p:cNvCxnSpPr>
              <a:cxnSpLocks/>
            </p:cNvCxnSpPr>
            <p:nvPr/>
          </p:nvCxnSpPr>
          <p:spPr>
            <a:xfrm flipV="1">
              <a:off x="5515147" y="3125929"/>
              <a:ext cx="1161707" cy="900333"/>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54B2634-7877-553D-EDCA-8C7BD221D2E3}"/>
                </a:ext>
              </a:extLst>
            </p:cNvPr>
            <p:cNvCxnSpPr>
              <a:cxnSpLocks/>
            </p:cNvCxnSpPr>
            <p:nvPr/>
          </p:nvCxnSpPr>
          <p:spPr>
            <a:xfrm>
              <a:off x="8724820" y="3125929"/>
              <a:ext cx="1385535" cy="900333"/>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8408AD3-EA5E-92B8-7D2F-5A98546CA105}"/>
                </a:ext>
              </a:extLst>
            </p:cNvPr>
            <p:cNvCxnSpPr>
              <a:cxnSpLocks/>
            </p:cNvCxnSpPr>
            <p:nvPr/>
          </p:nvCxnSpPr>
          <p:spPr>
            <a:xfrm>
              <a:off x="2209800" y="4888801"/>
              <a:ext cx="1988127" cy="0"/>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17B2C62C-42AC-F3FD-1E9C-57E511F063EB}"/>
              </a:ext>
            </a:extLst>
          </p:cNvPr>
          <p:cNvGrpSpPr/>
          <p:nvPr/>
        </p:nvGrpSpPr>
        <p:grpSpPr>
          <a:xfrm>
            <a:off x="680453" y="4704258"/>
            <a:ext cx="1485900" cy="909764"/>
            <a:chOff x="2005499" y="1872288"/>
            <a:chExt cx="7246174" cy="4423697"/>
          </a:xfrm>
        </p:grpSpPr>
        <p:pic>
          <p:nvPicPr>
            <p:cNvPr id="63" name="Picture 62" descr="A computer with a screen on&#10;&#10;AI-generated content may be incorrect.">
              <a:extLst>
                <a:ext uri="{FF2B5EF4-FFF2-40B4-BE49-F238E27FC236}">
                  <a16:creationId xmlns:a16="http://schemas.microsoft.com/office/drawing/2014/main" id="{177E7E64-CBB1-6F90-AD56-9A8C3C590D1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5556" b="93519" l="2855" r="94861">
                          <a14:foregroundMark x1="16988" y1="10995" x2="33762" y2="14120"/>
                          <a14:foregroundMark x1="17630" y1="7755" x2="31121" y2="8565"/>
                          <a14:foregroundMark x1="47466" y1="8565" x2="72948" y2="5671"/>
                          <a14:foregroundMark x1="13062" y1="7407" x2="11349" y2="23727"/>
                          <a14:foregroundMark x1="9779" y1="90046" x2="19058" y2="91319"/>
                          <a14:foregroundMark x1="19058" y1="91319" x2="30264" y2="90394"/>
                          <a14:foregroundMark x1="35475" y1="92940" x2="49179" y2="92130"/>
                          <a14:foregroundMark x1="49179" y1="92130" x2="62527" y2="92940"/>
                          <a14:foregroundMark x1="62527" y1="92940" x2="77659" y2="90972"/>
                          <a14:foregroundMark x1="77659" y1="90972" x2="90721" y2="91898"/>
                          <a14:foregroundMark x1="90721" y1="91898" x2="94932" y2="91088"/>
                          <a14:foregroundMark x1="15489" y1="88310" x2="20485" y2="90741"/>
                          <a14:foregroundMark x1="5853" y1="93634" x2="6281" y2="91088"/>
                          <a14:foregroundMark x1="2855" y1="91088" x2="2855" y2="91088"/>
                        </a14:backgroundRemoval>
                      </a14:imgEffect>
                    </a14:imgLayer>
                  </a14:imgProps>
                </a:ext>
                <a:ext uri="{28A0092B-C50C-407E-A947-70E740481C1C}">
                  <a14:useLocalDpi xmlns:a14="http://schemas.microsoft.com/office/drawing/2010/main" val="0"/>
                </a:ext>
              </a:extLst>
            </a:blip>
            <a:srcRect t="2886" r="1897"/>
            <a:stretch>
              <a:fillRect/>
            </a:stretch>
          </p:blipFill>
          <p:spPr>
            <a:xfrm>
              <a:off x="2005499" y="1872288"/>
              <a:ext cx="7246174" cy="4423697"/>
            </a:xfrm>
            <a:prstGeom prst="rect">
              <a:avLst/>
            </a:prstGeom>
          </p:spPr>
        </p:pic>
        <p:sp>
          <p:nvSpPr>
            <p:cNvPr id="64" name="Rectangle: Rounded Corners 63">
              <a:extLst>
                <a:ext uri="{FF2B5EF4-FFF2-40B4-BE49-F238E27FC236}">
                  <a16:creationId xmlns:a16="http://schemas.microsoft.com/office/drawing/2014/main" id="{6BD61E26-8C75-226D-71F1-BC56FAD35682}"/>
                </a:ext>
              </a:extLst>
            </p:cNvPr>
            <p:cNvSpPr/>
            <p:nvPr/>
          </p:nvSpPr>
          <p:spPr>
            <a:xfrm>
              <a:off x="2940328" y="2203383"/>
              <a:ext cx="5399134" cy="3422005"/>
            </a:xfrm>
            <a:prstGeom prst="roundRect">
              <a:avLst>
                <a:gd name="adj" fmla="val 48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53" name="TextBox 52">
            <a:extLst>
              <a:ext uri="{FF2B5EF4-FFF2-40B4-BE49-F238E27FC236}">
                <a16:creationId xmlns:a16="http://schemas.microsoft.com/office/drawing/2014/main" id="{BB188A56-9A02-068C-A17B-24C61261A105}"/>
              </a:ext>
            </a:extLst>
          </p:cNvPr>
          <p:cNvSpPr txBox="1"/>
          <p:nvPr/>
        </p:nvSpPr>
        <p:spPr>
          <a:xfrm>
            <a:off x="666275" y="2625234"/>
            <a:ext cx="2626040" cy="584775"/>
          </a:xfrm>
          <a:prstGeom prst="rect">
            <a:avLst/>
          </a:prstGeom>
          <a:noFill/>
        </p:spPr>
        <p:txBody>
          <a:bodyPr wrap="none" rtlCol="0">
            <a:spAutoFit/>
          </a:bodyPr>
          <a:lstStyle/>
          <a:p>
            <a:r>
              <a:rPr lang="en-GB" sz="3200" b="1" noProof="0"/>
              <a:t>Gallery View</a:t>
            </a:r>
          </a:p>
        </p:txBody>
      </p:sp>
      <p:pic>
        <p:nvPicPr>
          <p:cNvPr id="55" name="Picture 54">
            <a:extLst>
              <a:ext uri="{FF2B5EF4-FFF2-40B4-BE49-F238E27FC236}">
                <a16:creationId xmlns:a16="http://schemas.microsoft.com/office/drawing/2014/main" id="{A0E23855-8319-421E-083C-84AFD6E8EDA2}"/>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9601240" y="4046122"/>
            <a:ext cx="724384" cy="724384"/>
          </a:xfrm>
          <a:prstGeom prst="rect">
            <a:avLst/>
          </a:prstGeom>
        </p:spPr>
      </p:pic>
      <p:pic>
        <p:nvPicPr>
          <p:cNvPr id="58" name="Picture 57">
            <a:extLst>
              <a:ext uri="{FF2B5EF4-FFF2-40B4-BE49-F238E27FC236}">
                <a16:creationId xmlns:a16="http://schemas.microsoft.com/office/drawing/2014/main" id="{DEC7A7F5-B933-6798-E500-CDED65B7C79C}"/>
              </a:ext>
            </a:extLst>
          </p:cNvPr>
          <p:cNvPicPr>
            <a:picLocks noChangeAspect="1"/>
          </p:cNvPicPr>
          <p:nvPr/>
        </p:nvPicPr>
        <p:blipFill>
          <a:blip r:embed="rId9"/>
          <a:stretch>
            <a:fillRect/>
          </a:stretch>
        </p:blipFill>
        <p:spPr>
          <a:xfrm>
            <a:off x="6530323" y="2933542"/>
            <a:ext cx="723600" cy="723600"/>
          </a:xfrm>
          <a:prstGeom prst="rect">
            <a:avLst/>
          </a:prstGeom>
        </p:spPr>
      </p:pic>
      <p:pic>
        <p:nvPicPr>
          <p:cNvPr id="62" name="Picture 61">
            <a:extLst>
              <a:ext uri="{FF2B5EF4-FFF2-40B4-BE49-F238E27FC236}">
                <a16:creationId xmlns:a16="http://schemas.microsoft.com/office/drawing/2014/main" id="{1486126E-8B32-E1BC-313A-8E6335DA1AAF}"/>
              </a:ext>
            </a:extLst>
          </p:cNvPr>
          <p:cNvPicPr>
            <a:picLocks/>
          </p:cNvPicPr>
          <p:nvPr/>
        </p:nvPicPr>
        <p:blipFill>
          <a:blip r:embed="rId10">
            <a:extLst>
              <a:ext uri="{28A0092B-C50C-407E-A947-70E740481C1C}">
                <a14:useLocalDpi xmlns:a14="http://schemas.microsoft.com/office/drawing/2010/main" val="0"/>
              </a:ext>
            </a:extLst>
          </a:blip>
          <a:srcRect/>
          <a:stretch/>
        </p:blipFill>
        <p:spPr>
          <a:xfrm>
            <a:off x="4098046" y="4839530"/>
            <a:ext cx="1129273" cy="720000"/>
          </a:xfrm>
          <a:prstGeom prst="rect">
            <a:avLst/>
          </a:prstGeom>
        </p:spPr>
      </p:pic>
      <p:sp>
        <p:nvSpPr>
          <p:cNvPr id="7" name="Rectangle: Rounded Corners 6">
            <a:extLst>
              <a:ext uri="{FF2B5EF4-FFF2-40B4-BE49-F238E27FC236}">
                <a16:creationId xmlns:a16="http://schemas.microsoft.com/office/drawing/2014/main" id="{FE582B33-C86F-8760-F957-672B866AAFEC}"/>
              </a:ext>
            </a:extLst>
          </p:cNvPr>
          <p:cNvSpPr/>
          <p:nvPr/>
        </p:nvSpPr>
        <p:spPr>
          <a:xfrm>
            <a:off x="9335481" y="3052519"/>
            <a:ext cx="2649069" cy="405919"/>
          </a:xfrm>
          <a:prstGeom prst="roundRect">
            <a:avLst>
              <a:gd name="adj" fmla="val 50000"/>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1. Extract raw images</a:t>
            </a:r>
          </a:p>
        </p:txBody>
      </p:sp>
      <p:sp>
        <p:nvSpPr>
          <p:cNvPr id="8" name="Rectangle: Rounded Corners 7">
            <a:extLst>
              <a:ext uri="{FF2B5EF4-FFF2-40B4-BE49-F238E27FC236}">
                <a16:creationId xmlns:a16="http://schemas.microsoft.com/office/drawing/2014/main" id="{A2AECD4F-A578-4883-115F-B0BD2522CBAD}"/>
              </a:ext>
            </a:extLst>
          </p:cNvPr>
          <p:cNvSpPr/>
          <p:nvPr/>
        </p:nvSpPr>
        <p:spPr>
          <a:xfrm>
            <a:off x="3007266" y="3502685"/>
            <a:ext cx="2458541" cy="405919"/>
          </a:xfrm>
          <a:prstGeom prst="roundRect">
            <a:avLst>
              <a:gd name="adj" fmla="val 50000"/>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2. Enhance images</a:t>
            </a:r>
          </a:p>
        </p:txBody>
      </p:sp>
      <p:sp>
        <p:nvSpPr>
          <p:cNvPr id="9" name="Rectangle: Rounded Corners 8">
            <a:extLst>
              <a:ext uri="{FF2B5EF4-FFF2-40B4-BE49-F238E27FC236}">
                <a16:creationId xmlns:a16="http://schemas.microsoft.com/office/drawing/2014/main" id="{676D697E-C736-572B-259F-B21388AD9D85}"/>
              </a:ext>
            </a:extLst>
          </p:cNvPr>
          <p:cNvSpPr/>
          <p:nvPr/>
        </p:nvSpPr>
        <p:spPr>
          <a:xfrm>
            <a:off x="2102306" y="5870187"/>
            <a:ext cx="1809919" cy="405919"/>
          </a:xfrm>
          <a:prstGeom prst="roundRect">
            <a:avLst>
              <a:gd name="adj" fmla="val 50000"/>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3. Return UI</a:t>
            </a:r>
          </a:p>
        </p:txBody>
      </p:sp>
      <p:sp>
        <p:nvSpPr>
          <p:cNvPr id="10" name="Position Fluo">
            <a:extLst>
              <a:ext uri="{FF2B5EF4-FFF2-40B4-BE49-F238E27FC236}">
                <a16:creationId xmlns:a16="http://schemas.microsoft.com/office/drawing/2014/main" id="{16EFE34C-D035-6ACF-5660-1EAFB88DFFC2}"/>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6" name="Group 5">
            <a:extLst>
              <a:ext uri="{FF2B5EF4-FFF2-40B4-BE49-F238E27FC236}">
                <a16:creationId xmlns:a16="http://schemas.microsoft.com/office/drawing/2014/main" id="{AC04E868-5A2B-598C-CFD3-D29336ABB4AA}"/>
              </a:ext>
            </a:extLst>
          </p:cNvPr>
          <p:cNvGrpSpPr/>
          <p:nvPr/>
        </p:nvGrpSpPr>
        <p:grpSpPr>
          <a:xfrm>
            <a:off x="10278334" y="0"/>
            <a:ext cx="987657" cy="297132"/>
            <a:chOff x="10278334" y="0"/>
            <a:chExt cx="987657" cy="297132"/>
          </a:xfrm>
        </p:grpSpPr>
        <p:grpSp>
          <p:nvGrpSpPr>
            <p:cNvPr id="45" name="Group 44">
              <a:extLst>
                <a:ext uri="{FF2B5EF4-FFF2-40B4-BE49-F238E27FC236}">
                  <a16:creationId xmlns:a16="http://schemas.microsoft.com/office/drawing/2014/main" id="{679566DE-67DD-122A-F174-898BFD499F46}"/>
                </a:ext>
              </a:extLst>
            </p:cNvPr>
            <p:cNvGrpSpPr/>
            <p:nvPr/>
          </p:nvGrpSpPr>
          <p:grpSpPr>
            <a:xfrm>
              <a:off x="10278334" y="0"/>
              <a:ext cx="336385" cy="294592"/>
              <a:chOff x="10278334" y="0"/>
              <a:chExt cx="336385" cy="294592"/>
            </a:xfrm>
          </p:grpSpPr>
          <p:sp>
            <p:nvSpPr>
              <p:cNvPr id="61" name="Rectangle 60">
                <a:extLst>
                  <a:ext uri="{FF2B5EF4-FFF2-40B4-BE49-F238E27FC236}">
                    <a16:creationId xmlns:a16="http://schemas.microsoft.com/office/drawing/2014/main" id="{0A474EF7-CCEF-B247-82FC-1EEB52372812}"/>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65">
                <a:extLst>
                  <a:ext uri="{FF2B5EF4-FFF2-40B4-BE49-F238E27FC236}">
                    <a16:creationId xmlns:a16="http://schemas.microsoft.com/office/drawing/2014/main" id="{AA253A2D-1B50-A0E4-1BF4-F8FA9CB2F2DF}"/>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TextBox 66">
                <a:extLst>
                  <a:ext uri="{FF2B5EF4-FFF2-40B4-BE49-F238E27FC236}">
                    <a16:creationId xmlns:a16="http://schemas.microsoft.com/office/drawing/2014/main" id="{01071013-04FC-F179-2904-EDD2A88F2BF7}"/>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46" name="Group 45">
              <a:extLst>
                <a:ext uri="{FF2B5EF4-FFF2-40B4-BE49-F238E27FC236}">
                  <a16:creationId xmlns:a16="http://schemas.microsoft.com/office/drawing/2014/main" id="{4E94C851-EB69-210B-3177-837DCD7E6014}"/>
                </a:ext>
              </a:extLst>
            </p:cNvPr>
            <p:cNvGrpSpPr/>
            <p:nvPr/>
          </p:nvGrpSpPr>
          <p:grpSpPr>
            <a:xfrm>
              <a:off x="10605240" y="0"/>
              <a:ext cx="336385" cy="297132"/>
              <a:chOff x="10289176" y="0"/>
              <a:chExt cx="336385" cy="297132"/>
            </a:xfrm>
          </p:grpSpPr>
          <p:sp>
            <p:nvSpPr>
              <p:cNvPr id="56" name="Rectangle 55">
                <a:extLst>
                  <a:ext uri="{FF2B5EF4-FFF2-40B4-BE49-F238E27FC236}">
                    <a16:creationId xmlns:a16="http://schemas.microsoft.com/office/drawing/2014/main" id="{7EC19ED1-D3E7-4BEC-A374-B5DA38FBCB80}"/>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7" name="Group 56">
                <a:extLst>
                  <a:ext uri="{FF2B5EF4-FFF2-40B4-BE49-F238E27FC236}">
                    <a16:creationId xmlns:a16="http://schemas.microsoft.com/office/drawing/2014/main" id="{80FD762C-128C-77ED-AB3D-8D5A0D693CD5}"/>
                  </a:ext>
                </a:extLst>
              </p:cNvPr>
              <p:cNvGrpSpPr/>
              <p:nvPr/>
            </p:nvGrpSpPr>
            <p:grpSpPr>
              <a:xfrm>
                <a:off x="10289176" y="81688"/>
                <a:ext cx="336385" cy="215444"/>
                <a:chOff x="5178425" y="855322"/>
                <a:chExt cx="336385" cy="215444"/>
              </a:xfrm>
            </p:grpSpPr>
            <p:sp>
              <p:nvSpPr>
                <p:cNvPr id="59" name="Oval 58">
                  <a:extLst>
                    <a:ext uri="{FF2B5EF4-FFF2-40B4-BE49-F238E27FC236}">
                      <a16:creationId xmlns:a16="http://schemas.microsoft.com/office/drawing/2014/main" id="{7A637C4B-85FC-D5E9-57F7-C42B26CACC57}"/>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E183EDAB-3999-F5AD-5286-A832C5F65BB2}"/>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47" name="Group 46">
              <a:extLst>
                <a:ext uri="{FF2B5EF4-FFF2-40B4-BE49-F238E27FC236}">
                  <a16:creationId xmlns:a16="http://schemas.microsoft.com/office/drawing/2014/main" id="{D6472348-D4AA-9F20-B019-A4BDA14FED45}"/>
                </a:ext>
              </a:extLst>
            </p:cNvPr>
            <p:cNvGrpSpPr/>
            <p:nvPr/>
          </p:nvGrpSpPr>
          <p:grpSpPr>
            <a:xfrm>
              <a:off x="10929606" y="0"/>
              <a:ext cx="336385" cy="297132"/>
              <a:chOff x="10880361" y="0"/>
              <a:chExt cx="336385" cy="297132"/>
            </a:xfrm>
          </p:grpSpPr>
          <p:sp>
            <p:nvSpPr>
              <p:cNvPr id="48" name="Rectangle 47">
                <a:extLst>
                  <a:ext uri="{FF2B5EF4-FFF2-40B4-BE49-F238E27FC236}">
                    <a16:creationId xmlns:a16="http://schemas.microsoft.com/office/drawing/2014/main" id="{9FBF971B-74A9-EDD7-CEA7-0B9E4B977A5F}"/>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0" name="Group 49">
                <a:extLst>
                  <a:ext uri="{FF2B5EF4-FFF2-40B4-BE49-F238E27FC236}">
                    <a16:creationId xmlns:a16="http://schemas.microsoft.com/office/drawing/2014/main" id="{6A22B69B-EA5D-9B97-B52C-45767EEB5986}"/>
                  </a:ext>
                </a:extLst>
              </p:cNvPr>
              <p:cNvGrpSpPr/>
              <p:nvPr/>
            </p:nvGrpSpPr>
            <p:grpSpPr>
              <a:xfrm>
                <a:off x="10880361" y="81688"/>
                <a:ext cx="336385" cy="215444"/>
                <a:chOff x="5180965" y="851650"/>
                <a:chExt cx="336385" cy="215444"/>
              </a:xfrm>
            </p:grpSpPr>
            <p:sp>
              <p:nvSpPr>
                <p:cNvPr id="51" name="Oval 50">
                  <a:extLst>
                    <a:ext uri="{FF2B5EF4-FFF2-40B4-BE49-F238E27FC236}">
                      <a16:creationId xmlns:a16="http://schemas.microsoft.com/office/drawing/2014/main" id="{73E3D8CA-9A63-D871-6356-759D7B03A3CA}"/>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Box 53">
                  <a:extLst>
                    <a:ext uri="{FF2B5EF4-FFF2-40B4-BE49-F238E27FC236}">
                      <a16:creationId xmlns:a16="http://schemas.microsoft.com/office/drawing/2014/main" id="{E5505F98-654A-7251-34CA-5A3BB678BE41}"/>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104643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300" fill="hold"/>
                                        <p:tgtEl>
                                          <p:spTgt spid="55"/>
                                        </p:tgtEl>
                                        <p:attrNameLst>
                                          <p:attrName>ppt_w</p:attrName>
                                        </p:attrNameLst>
                                      </p:cBhvr>
                                      <p:tavLst>
                                        <p:tav tm="0">
                                          <p:val>
                                            <p:fltVal val="0"/>
                                          </p:val>
                                        </p:tav>
                                        <p:tav tm="100000">
                                          <p:val>
                                            <p:strVal val="#ppt_w"/>
                                          </p:val>
                                        </p:tav>
                                      </p:tavLst>
                                    </p:anim>
                                    <p:anim calcmode="lin" valueType="num">
                                      <p:cBhvr>
                                        <p:cTn id="12" dur="300" fill="hold"/>
                                        <p:tgtEl>
                                          <p:spTgt spid="55"/>
                                        </p:tgtEl>
                                        <p:attrNameLst>
                                          <p:attrName>ppt_h</p:attrName>
                                        </p:attrNameLst>
                                      </p:cBhvr>
                                      <p:tavLst>
                                        <p:tav tm="0">
                                          <p:val>
                                            <p:fltVal val="0"/>
                                          </p:val>
                                        </p:tav>
                                        <p:tav tm="100000">
                                          <p:val>
                                            <p:strVal val="#ppt_h"/>
                                          </p:val>
                                        </p:tav>
                                      </p:tavLst>
                                    </p:anim>
                                    <p:animEffect transition="in" filter="fade">
                                      <p:cBhvr>
                                        <p:cTn id="13" dur="300"/>
                                        <p:tgtEl>
                                          <p:spTgt spid="5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42" presetClass="path" presetSubtype="0" fill="hold" nodeType="withEffect">
                                  <p:stCondLst>
                                    <p:cond delay="0"/>
                                  </p:stCondLst>
                                  <p:childTnLst>
                                    <p:animMotion origin="layout" path="M 2.5E-6 -4.07407E-6 L -0.12852 -0.14722 " pathEditMode="relative" rAng="0" ptsTypes="AA">
                                      <p:cBhvr>
                                        <p:cTn id="18" dur="3000" fill="hold"/>
                                        <p:tgtEl>
                                          <p:spTgt spid="55"/>
                                        </p:tgtEl>
                                        <p:attrNameLst>
                                          <p:attrName>ppt_x</p:attrName>
                                          <p:attrName>ppt_y</p:attrName>
                                        </p:attrNameLst>
                                      </p:cBhvr>
                                      <p:rCtr x="-6432" y="-7361"/>
                                    </p:animMotion>
                                  </p:childTnLst>
                                </p:cTn>
                              </p:par>
                            </p:childTnLst>
                          </p:cTn>
                        </p:par>
                        <p:par>
                          <p:cTn id="19" fill="hold">
                            <p:stCondLst>
                              <p:cond delay="3500"/>
                            </p:stCondLst>
                            <p:childTnLst>
                              <p:par>
                                <p:cTn id="20" presetID="53" presetClass="exit" presetSubtype="32" fill="hold" nodeType="afterEffect">
                                  <p:stCondLst>
                                    <p:cond delay="0"/>
                                  </p:stCondLst>
                                  <p:childTnLst>
                                    <p:anim calcmode="lin" valueType="num">
                                      <p:cBhvr>
                                        <p:cTn id="21" dur="500"/>
                                        <p:tgtEl>
                                          <p:spTgt spid="55"/>
                                        </p:tgtEl>
                                        <p:attrNameLst>
                                          <p:attrName>ppt_w</p:attrName>
                                        </p:attrNameLst>
                                      </p:cBhvr>
                                      <p:tavLst>
                                        <p:tav tm="0">
                                          <p:val>
                                            <p:strVal val="ppt_w"/>
                                          </p:val>
                                        </p:tav>
                                        <p:tav tm="100000">
                                          <p:val>
                                            <p:fltVal val="0"/>
                                          </p:val>
                                        </p:tav>
                                      </p:tavLst>
                                    </p:anim>
                                    <p:anim calcmode="lin" valueType="num">
                                      <p:cBhvr>
                                        <p:cTn id="22" dur="500"/>
                                        <p:tgtEl>
                                          <p:spTgt spid="55"/>
                                        </p:tgtEl>
                                        <p:attrNameLst>
                                          <p:attrName>ppt_h</p:attrName>
                                        </p:attrNameLst>
                                      </p:cBhvr>
                                      <p:tavLst>
                                        <p:tav tm="0">
                                          <p:val>
                                            <p:strVal val="ppt_h"/>
                                          </p:val>
                                        </p:tav>
                                        <p:tav tm="100000">
                                          <p:val>
                                            <p:fltVal val="0"/>
                                          </p:val>
                                        </p:tav>
                                      </p:tavLst>
                                    </p:anim>
                                    <p:animEffect transition="out" filter="fade">
                                      <p:cBhvr>
                                        <p:cTn id="23" dur="500"/>
                                        <p:tgtEl>
                                          <p:spTgt spid="55"/>
                                        </p:tgtEl>
                                      </p:cBhvr>
                                    </p:animEffect>
                                    <p:set>
                                      <p:cBhvr>
                                        <p:cTn id="24" dur="1" fill="hold">
                                          <p:stCondLst>
                                            <p:cond delay="499"/>
                                          </p:stCondLst>
                                        </p:cTn>
                                        <p:tgtEl>
                                          <p:spTgt spid="55"/>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200"/>
                                        <p:tgtEl>
                                          <p:spTgt spid="7"/>
                                        </p:tgtEl>
                                      </p:cBhvr>
                                    </p:animEffect>
                                    <p:set>
                                      <p:cBhvr>
                                        <p:cTn id="27" dur="1" fill="hold">
                                          <p:stCondLst>
                                            <p:cond delay="199"/>
                                          </p:stCondLst>
                                        </p:cTn>
                                        <p:tgtEl>
                                          <p:spTgt spid="7"/>
                                        </p:tgtEl>
                                        <p:attrNameLst>
                                          <p:attrName>style.visibility</p:attrName>
                                        </p:attrNameLst>
                                      </p:cBhvr>
                                      <p:to>
                                        <p:strVal val="hidden"/>
                                      </p:to>
                                    </p:set>
                                  </p:childTnLst>
                                </p:cTn>
                              </p:par>
                            </p:childTnLst>
                          </p:cTn>
                        </p:par>
                        <p:par>
                          <p:cTn id="28" fill="hold">
                            <p:stCondLst>
                              <p:cond delay="4000"/>
                            </p:stCondLst>
                            <p:childTnLst>
                              <p:par>
                                <p:cTn id="29" presetID="53" presetClass="entr" presetSubtype="16" fill="hold" nodeType="afterEffect">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cBhvr>
                                        <p:cTn id="31" dur="400" fill="hold"/>
                                        <p:tgtEl>
                                          <p:spTgt spid="58"/>
                                        </p:tgtEl>
                                        <p:attrNameLst>
                                          <p:attrName>ppt_w</p:attrName>
                                        </p:attrNameLst>
                                      </p:cBhvr>
                                      <p:tavLst>
                                        <p:tav tm="0">
                                          <p:val>
                                            <p:fltVal val="0"/>
                                          </p:val>
                                        </p:tav>
                                        <p:tav tm="100000">
                                          <p:val>
                                            <p:strVal val="#ppt_w"/>
                                          </p:val>
                                        </p:tav>
                                      </p:tavLst>
                                    </p:anim>
                                    <p:anim calcmode="lin" valueType="num">
                                      <p:cBhvr>
                                        <p:cTn id="32" dur="400" fill="hold"/>
                                        <p:tgtEl>
                                          <p:spTgt spid="58"/>
                                        </p:tgtEl>
                                        <p:attrNameLst>
                                          <p:attrName>ppt_h</p:attrName>
                                        </p:attrNameLst>
                                      </p:cBhvr>
                                      <p:tavLst>
                                        <p:tav tm="0">
                                          <p:val>
                                            <p:fltVal val="0"/>
                                          </p:val>
                                        </p:tav>
                                        <p:tav tm="100000">
                                          <p:val>
                                            <p:strVal val="#ppt_h"/>
                                          </p:val>
                                        </p:tav>
                                      </p:tavLst>
                                    </p:anim>
                                    <p:animEffect transition="in" filter="fade">
                                      <p:cBhvr>
                                        <p:cTn id="33" dur="400"/>
                                        <p:tgtEl>
                                          <p:spTgt spid="5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par>
                          <p:cTn id="37" fill="hold">
                            <p:stCondLst>
                              <p:cond delay="4500"/>
                            </p:stCondLst>
                            <p:childTnLst>
                              <p:par>
                                <p:cTn id="38" presetID="42" presetClass="path" presetSubtype="0" fill="hold" nodeType="afterEffect">
                                  <p:stCondLst>
                                    <p:cond delay="0"/>
                                  </p:stCondLst>
                                  <p:childTnLst>
                                    <p:animMotion origin="layout" path="M -4.375E-6 4.44444E-6 L -0.1289 0.17314 " pathEditMode="relative" rAng="0" ptsTypes="AA">
                                      <p:cBhvr>
                                        <p:cTn id="39" dur="3000" fill="hold"/>
                                        <p:tgtEl>
                                          <p:spTgt spid="58"/>
                                        </p:tgtEl>
                                        <p:attrNameLst>
                                          <p:attrName>ppt_x</p:attrName>
                                          <p:attrName>ppt_y</p:attrName>
                                        </p:attrNameLst>
                                      </p:cBhvr>
                                      <p:rCtr x="-6445" y="8657"/>
                                    </p:animMotion>
                                  </p:childTnLst>
                                </p:cTn>
                              </p:par>
                            </p:childTnLst>
                          </p:cTn>
                        </p:par>
                        <p:par>
                          <p:cTn id="40" fill="hold">
                            <p:stCondLst>
                              <p:cond delay="7500"/>
                            </p:stCondLst>
                            <p:childTnLst>
                              <p:par>
                                <p:cTn id="41" presetID="53" presetClass="exit" presetSubtype="32" fill="hold" nodeType="afterEffect">
                                  <p:stCondLst>
                                    <p:cond delay="0"/>
                                  </p:stCondLst>
                                  <p:childTnLst>
                                    <p:anim calcmode="lin" valueType="num">
                                      <p:cBhvr>
                                        <p:cTn id="42" dur="500"/>
                                        <p:tgtEl>
                                          <p:spTgt spid="58"/>
                                        </p:tgtEl>
                                        <p:attrNameLst>
                                          <p:attrName>ppt_w</p:attrName>
                                        </p:attrNameLst>
                                      </p:cBhvr>
                                      <p:tavLst>
                                        <p:tav tm="0">
                                          <p:val>
                                            <p:strVal val="ppt_w"/>
                                          </p:val>
                                        </p:tav>
                                        <p:tav tm="100000">
                                          <p:val>
                                            <p:fltVal val="0"/>
                                          </p:val>
                                        </p:tav>
                                      </p:tavLst>
                                    </p:anim>
                                    <p:anim calcmode="lin" valueType="num">
                                      <p:cBhvr>
                                        <p:cTn id="43" dur="500"/>
                                        <p:tgtEl>
                                          <p:spTgt spid="58"/>
                                        </p:tgtEl>
                                        <p:attrNameLst>
                                          <p:attrName>ppt_h</p:attrName>
                                        </p:attrNameLst>
                                      </p:cBhvr>
                                      <p:tavLst>
                                        <p:tav tm="0">
                                          <p:val>
                                            <p:strVal val="ppt_h"/>
                                          </p:val>
                                        </p:tav>
                                        <p:tav tm="100000">
                                          <p:val>
                                            <p:fltVal val="0"/>
                                          </p:val>
                                        </p:tav>
                                      </p:tavLst>
                                    </p:anim>
                                    <p:animEffect transition="out" filter="fade">
                                      <p:cBhvr>
                                        <p:cTn id="44" dur="500"/>
                                        <p:tgtEl>
                                          <p:spTgt spid="58"/>
                                        </p:tgtEl>
                                      </p:cBhvr>
                                    </p:animEffect>
                                    <p:set>
                                      <p:cBhvr>
                                        <p:cTn id="45" dur="1" fill="hold">
                                          <p:stCondLst>
                                            <p:cond delay="499"/>
                                          </p:stCondLst>
                                        </p:cTn>
                                        <p:tgtEl>
                                          <p:spTgt spid="58"/>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300"/>
                                        <p:tgtEl>
                                          <p:spTgt spid="8"/>
                                        </p:tgtEl>
                                      </p:cBhvr>
                                    </p:animEffect>
                                    <p:set>
                                      <p:cBhvr>
                                        <p:cTn id="48" dur="1" fill="hold">
                                          <p:stCondLst>
                                            <p:cond delay="299"/>
                                          </p:stCondLst>
                                        </p:cTn>
                                        <p:tgtEl>
                                          <p:spTgt spid="8"/>
                                        </p:tgtEl>
                                        <p:attrNameLst>
                                          <p:attrName>style.visibility</p:attrName>
                                        </p:attrNameLst>
                                      </p:cBhvr>
                                      <p:to>
                                        <p:strVal val="hidden"/>
                                      </p:to>
                                    </p:set>
                                  </p:childTnLst>
                                </p:cTn>
                              </p:par>
                            </p:childTnLst>
                          </p:cTn>
                        </p:par>
                        <p:par>
                          <p:cTn id="49" fill="hold">
                            <p:stCondLst>
                              <p:cond delay="8000"/>
                            </p:stCondLst>
                            <p:childTnLst>
                              <p:par>
                                <p:cTn id="50" presetID="53" presetClass="entr" presetSubtype="16" fill="hold" nodeType="afterEffect">
                                  <p:stCondLst>
                                    <p:cond delay="0"/>
                                  </p:stCondLst>
                                  <p:childTnLst>
                                    <p:set>
                                      <p:cBhvr>
                                        <p:cTn id="51" dur="1" fill="hold">
                                          <p:stCondLst>
                                            <p:cond delay="0"/>
                                          </p:stCondLst>
                                        </p:cTn>
                                        <p:tgtEl>
                                          <p:spTgt spid="62"/>
                                        </p:tgtEl>
                                        <p:attrNameLst>
                                          <p:attrName>style.visibility</p:attrName>
                                        </p:attrNameLst>
                                      </p:cBhvr>
                                      <p:to>
                                        <p:strVal val="visible"/>
                                      </p:to>
                                    </p:set>
                                    <p:anim calcmode="lin" valueType="num">
                                      <p:cBhvr>
                                        <p:cTn id="52" dur="400" fill="hold"/>
                                        <p:tgtEl>
                                          <p:spTgt spid="62"/>
                                        </p:tgtEl>
                                        <p:attrNameLst>
                                          <p:attrName>ppt_w</p:attrName>
                                        </p:attrNameLst>
                                      </p:cBhvr>
                                      <p:tavLst>
                                        <p:tav tm="0">
                                          <p:val>
                                            <p:fltVal val="0"/>
                                          </p:val>
                                        </p:tav>
                                        <p:tav tm="100000">
                                          <p:val>
                                            <p:strVal val="#ppt_w"/>
                                          </p:val>
                                        </p:tav>
                                      </p:tavLst>
                                    </p:anim>
                                    <p:anim calcmode="lin" valueType="num">
                                      <p:cBhvr>
                                        <p:cTn id="53" dur="400" fill="hold"/>
                                        <p:tgtEl>
                                          <p:spTgt spid="62"/>
                                        </p:tgtEl>
                                        <p:attrNameLst>
                                          <p:attrName>ppt_h</p:attrName>
                                        </p:attrNameLst>
                                      </p:cBhvr>
                                      <p:tavLst>
                                        <p:tav tm="0">
                                          <p:val>
                                            <p:fltVal val="0"/>
                                          </p:val>
                                        </p:tav>
                                        <p:tav tm="100000">
                                          <p:val>
                                            <p:strVal val="#ppt_h"/>
                                          </p:val>
                                        </p:tav>
                                      </p:tavLst>
                                    </p:anim>
                                    <p:animEffect transition="in" filter="fade">
                                      <p:cBhvr>
                                        <p:cTn id="54" dur="400"/>
                                        <p:tgtEl>
                                          <p:spTgt spid="6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childTnLst>
                                </p:cTn>
                              </p:par>
                            </p:childTnLst>
                          </p:cTn>
                        </p:par>
                        <p:par>
                          <p:cTn id="58" fill="hold">
                            <p:stCondLst>
                              <p:cond delay="8500"/>
                            </p:stCondLst>
                            <p:childTnLst>
                              <p:par>
                                <p:cTn id="59" presetID="42" presetClass="path" presetSubtype="0" accel="50000" decel="50000" fill="hold" nodeType="afterEffect">
                                  <p:stCondLst>
                                    <p:cond delay="0"/>
                                  </p:stCondLst>
                                  <p:childTnLst>
                                    <p:animMotion origin="layout" path="M -0.00013 -0.00069 L -0.26536 -0.01065 " pathEditMode="relative" rAng="0" ptsTypes="AA">
                                      <p:cBhvr>
                                        <p:cTn id="60" dur="3000" fill="hold"/>
                                        <p:tgtEl>
                                          <p:spTgt spid="62"/>
                                        </p:tgtEl>
                                        <p:attrNameLst>
                                          <p:attrName>ppt_x</p:attrName>
                                          <p:attrName>ppt_y</p:attrName>
                                        </p:attrNameLst>
                                      </p:cBhvr>
                                      <p:rCtr x="-13268" y="-5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7" grpId="0" animBg="1"/>
      <p:bldP spid="7" grpId="1" animBg="1"/>
      <p:bldP spid="8" grpId="0" animBg="1"/>
      <p:bldP spid="8" grpId="1"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4038D-14C8-7584-8C05-2B8D9D3487B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2CE8971-A04B-BAFE-B30A-A0A870865893}"/>
              </a:ext>
            </a:extLst>
          </p:cNvPr>
          <p:cNvSpPr>
            <a:spLocks noGrp="1"/>
          </p:cNvSpPr>
          <p:nvPr>
            <p:ph type="title"/>
          </p:nvPr>
        </p:nvSpPr>
        <p:spPr>
          <a:xfrm>
            <a:off x="334963" y="808073"/>
            <a:ext cx="11522075" cy="840083"/>
          </a:xfrm>
        </p:spPr>
        <p:txBody>
          <a:bodyPr/>
          <a:lstStyle/>
          <a:p>
            <a:r>
              <a:rPr lang="en-GB" noProof="0" dirty="0"/>
              <a:t>Experiment Setup</a:t>
            </a:r>
          </a:p>
        </p:txBody>
      </p:sp>
      <p:sp>
        <p:nvSpPr>
          <p:cNvPr id="3" name="Segnaposto data 2">
            <a:extLst>
              <a:ext uri="{FF2B5EF4-FFF2-40B4-BE49-F238E27FC236}">
                <a16:creationId xmlns:a16="http://schemas.microsoft.com/office/drawing/2014/main" id="{9C5854CF-5C53-10E5-0274-A58B1CB6A71B}"/>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87D6088E-EE3D-1ACD-E496-1FC4427D1B04}"/>
              </a:ext>
            </a:extLst>
          </p:cNvPr>
          <p:cNvSpPr>
            <a:spLocks noGrp="1"/>
          </p:cNvSpPr>
          <p:nvPr>
            <p:ph type="ftr" sz="quarter" idx="11"/>
          </p:nvPr>
        </p:nvSpPr>
        <p:spPr>
          <a:xfrm>
            <a:off x="3216274" y="39688"/>
            <a:ext cx="802365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17B0F8F6-7075-C1B0-C157-A579AE8C71F0}"/>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22</a:t>
            </a:fld>
            <a:endParaRPr lang="en-GB" noProof="0"/>
          </a:p>
        </p:txBody>
      </p:sp>
      <p:sp>
        <p:nvSpPr>
          <p:cNvPr id="22" name="TextBox 21">
            <a:extLst>
              <a:ext uri="{FF2B5EF4-FFF2-40B4-BE49-F238E27FC236}">
                <a16:creationId xmlns:a16="http://schemas.microsoft.com/office/drawing/2014/main" id="{136A8A60-37E8-A822-9C28-87C044B0FF8D}"/>
              </a:ext>
            </a:extLst>
          </p:cNvPr>
          <p:cNvSpPr txBox="1"/>
          <p:nvPr/>
        </p:nvSpPr>
        <p:spPr>
          <a:xfrm>
            <a:off x="1151735" y="1908313"/>
            <a:ext cx="184731" cy="369332"/>
          </a:xfrm>
          <a:prstGeom prst="rect">
            <a:avLst/>
          </a:prstGeom>
          <a:noFill/>
        </p:spPr>
        <p:txBody>
          <a:bodyPr wrap="none" rtlCol="0">
            <a:spAutoFit/>
          </a:bodyPr>
          <a:lstStyle/>
          <a:p>
            <a:endParaRPr lang="en-GB" noProof="0"/>
          </a:p>
        </p:txBody>
      </p:sp>
      <p:sp>
        <p:nvSpPr>
          <p:cNvPr id="6" name="TextBox 5">
            <a:extLst>
              <a:ext uri="{FF2B5EF4-FFF2-40B4-BE49-F238E27FC236}">
                <a16:creationId xmlns:a16="http://schemas.microsoft.com/office/drawing/2014/main" id="{1067C5C7-8DB3-C40D-E391-94169024F506}"/>
              </a:ext>
            </a:extLst>
          </p:cNvPr>
          <p:cNvSpPr txBox="1"/>
          <p:nvPr/>
        </p:nvSpPr>
        <p:spPr>
          <a:xfrm>
            <a:off x="334962" y="1382850"/>
            <a:ext cx="11084404" cy="464807"/>
          </a:xfrm>
          <a:prstGeom prst="rect">
            <a:avLst/>
          </a:prstGeom>
          <a:noFill/>
        </p:spPr>
        <p:txBody>
          <a:bodyPr wrap="square" rtlCol="0">
            <a:spAutoFit/>
          </a:bodyPr>
          <a:lstStyle/>
          <a:p>
            <a:pPr algn="just">
              <a:lnSpc>
                <a:spcPct val="150000"/>
              </a:lnSpc>
            </a:pPr>
            <a:r>
              <a:rPr lang="en-GB" noProof="0" dirty="0"/>
              <a:t>The experiment included </a:t>
            </a:r>
            <a:r>
              <a:rPr lang="en-GB" b="1" noProof="0" dirty="0"/>
              <a:t>four variation points </a:t>
            </a:r>
            <a:r>
              <a:rPr lang="en-GB" noProof="0" dirty="0"/>
              <a:t>scattered across all microservices in the Outfit App.</a:t>
            </a:r>
          </a:p>
        </p:txBody>
      </p:sp>
      <p:grpSp>
        <p:nvGrpSpPr>
          <p:cNvPr id="1111" name="Group 1110">
            <a:extLst>
              <a:ext uri="{FF2B5EF4-FFF2-40B4-BE49-F238E27FC236}">
                <a16:creationId xmlns:a16="http://schemas.microsoft.com/office/drawing/2014/main" id="{D43BA4A2-EB7D-2628-7E3D-3103A2094984}"/>
              </a:ext>
            </a:extLst>
          </p:cNvPr>
          <p:cNvGrpSpPr/>
          <p:nvPr/>
        </p:nvGrpSpPr>
        <p:grpSpPr>
          <a:xfrm>
            <a:off x="2037522" y="4130959"/>
            <a:ext cx="8138160" cy="954721"/>
            <a:chOff x="2037522" y="4130959"/>
            <a:chExt cx="8138160" cy="954721"/>
          </a:xfrm>
        </p:grpSpPr>
        <p:cxnSp>
          <p:nvCxnSpPr>
            <p:cNvPr id="10" name="Straight Connector 9">
              <a:extLst>
                <a:ext uri="{FF2B5EF4-FFF2-40B4-BE49-F238E27FC236}">
                  <a16:creationId xmlns:a16="http://schemas.microsoft.com/office/drawing/2014/main" id="{2B9BA8FB-123B-A405-97E7-17C74E5A2979}"/>
                </a:ext>
              </a:extLst>
            </p:cNvPr>
            <p:cNvCxnSpPr>
              <a:cxnSpLocks/>
            </p:cNvCxnSpPr>
            <p:nvPr/>
          </p:nvCxnSpPr>
          <p:spPr>
            <a:xfrm>
              <a:off x="2037522" y="5085680"/>
              <a:ext cx="8138160" cy="0"/>
            </a:xfrm>
            <a:prstGeom prst="line">
              <a:avLst/>
            </a:prstGeom>
            <a:ln w="19050">
              <a:solidFill>
                <a:srgbClr val="102C53"/>
              </a:solidFill>
            </a:ln>
          </p:spPr>
          <p:style>
            <a:lnRef idx="1">
              <a:schemeClr val="accent1"/>
            </a:lnRef>
            <a:fillRef idx="0">
              <a:schemeClr val="accent1"/>
            </a:fillRef>
            <a:effectRef idx="0">
              <a:schemeClr val="accent1"/>
            </a:effectRef>
            <a:fontRef idx="minor">
              <a:schemeClr val="tx1"/>
            </a:fontRef>
          </p:style>
        </p:cxnSp>
        <p:grpSp>
          <p:nvGrpSpPr>
            <p:cNvPr id="1086" name="Group 1085">
              <a:extLst>
                <a:ext uri="{FF2B5EF4-FFF2-40B4-BE49-F238E27FC236}">
                  <a16:creationId xmlns:a16="http://schemas.microsoft.com/office/drawing/2014/main" id="{65BFFA8A-94A2-C222-ABBB-F7751FD25447}"/>
                </a:ext>
              </a:extLst>
            </p:cNvPr>
            <p:cNvGrpSpPr/>
            <p:nvPr/>
          </p:nvGrpSpPr>
          <p:grpSpPr>
            <a:xfrm>
              <a:off x="7009765" y="4130959"/>
              <a:ext cx="2732925" cy="461046"/>
              <a:chOff x="7009765" y="4130959"/>
              <a:chExt cx="2732925" cy="461046"/>
            </a:xfrm>
          </p:grpSpPr>
          <p:grpSp>
            <p:nvGrpSpPr>
              <p:cNvPr id="1084" name="Group 1083">
                <a:extLst>
                  <a:ext uri="{FF2B5EF4-FFF2-40B4-BE49-F238E27FC236}">
                    <a16:creationId xmlns:a16="http://schemas.microsoft.com/office/drawing/2014/main" id="{FCA0B7D8-6036-EC5E-B3C3-C5E99D935E66}"/>
                  </a:ext>
                </a:extLst>
              </p:cNvPr>
              <p:cNvGrpSpPr/>
              <p:nvPr/>
            </p:nvGrpSpPr>
            <p:grpSpPr>
              <a:xfrm>
                <a:off x="7009765" y="4130959"/>
                <a:ext cx="1038919" cy="461046"/>
                <a:chOff x="7009765" y="4130959"/>
                <a:chExt cx="1038919" cy="461046"/>
              </a:xfrm>
            </p:grpSpPr>
            <p:sp>
              <p:nvSpPr>
                <p:cNvPr id="1072" name="Rectangle: Rounded Corners 1071">
                  <a:extLst>
                    <a:ext uri="{FF2B5EF4-FFF2-40B4-BE49-F238E27FC236}">
                      <a16:creationId xmlns:a16="http://schemas.microsoft.com/office/drawing/2014/main" id="{012E6124-686B-D629-18FF-6829D7CCD3AF}"/>
                    </a:ext>
                  </a:extLst>
                </p:cNvPr>
                <p:cNvSpPr/>
                <p:nvPr/>
              </p:nvSpPr>
              <p:spPr>
                <a:xfrm>
                  <a:off x="7009765" y="4130959"/>
                  <a:ext cx="1038919"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5" name="TextBox 14">
                  <a:extLst>
                    <a:ext uri="{FF2B5EF4-FFF2-40B4-BE49-F238E27FC236}">
                      <a16:creationId xmlns:a16="http://schemas.microsoft.com/office/drawing/2014/main" id="{943076AF-45BB-7198-698D-483194F6FC81}"/>
                    </a:ext>
                  </a:extLst>
                </p:cNvPr>
                <p:cNvSpPr txBox="1"/>
                <p:nvPr/>
              </p:nvSpPr>
              <p:spPr>
                <a:xfrm>
                  <a:off x="7039722" y="4145113"/>
                  <a:ext cx="965329" cy="446892"/>
                </a:xfrm>
                <a:prstGeom prst="rect">
                  <a:avLst/>
                </a:prstGeom>
                <a:noFill/>
              </p:spPr>
              <p:txBody>
                <a:bodyPr wrap="none" rtlCol="0">
                  <a:spAutoFit/>
                </a:bodyPr>
                <a:lstStyle/>
                <a:p>
                  <a:r>
                    <a:rPr lang="en-GB" noProof="0"/>
                    <a:t>Manual</a:t>
                  </a:r>
                </a:p>
              </p:txBody>
            </p:sp>
          </p:grpSp>
          <p:grpSp>
            <p:nvGrpSpPr>
              <p:cNvPr id="1085" name="Group 1084">
                <a:extLst>
                  <a:ext uri="{FF2B5EF4-FFF2-40B4-BE49-F238E27FC236}">
                    <a16:creationId xmlns:a16="http://schemas.microsoft.com/office/drawing/2014/main" id="{DB36D1EC-3B55-AF48-D611-92711FB098FB}"/>
                  </a:ext>
                </a:extLst>
              </p:cNvPr>
              <p:cNvGrpSpPr/>
              <p:nvPr/>
            </p:nvGrpSpPr>
            <p:grpSpPr>
              <a:xfrm>
                <a:off x="8284117" y="4130959"/>
                <a:ext cx="1458573" cy="461046"/>
                <a:chOff x="8284117" y="4130959"/>
                <a:chExt cx="1458573" cy="461046"/>
              </a:xfrm>
            </p:grpSpPr>
            <p:sp>
              <p:nvSpPr>
                <p:cNvPr id="1073" name="Rectangle: Rounded Corners 1072">
                  <a:extLst>
                    <a:ext uri="{FF2B5EF4-FFF2-40B4-BE49-F238E27FC236}">
                      <a16:creationId xmlns:a16="http://schemas.microsoft.com/office/drawing/2014/main" id="{6D64F30A-9699-1078-70E5-F00D6158555F}"/>
                    </a:ext>
                  </a:extLst>
                </p:cNvPr>
                <p:cNvSpPr/>
                <p:nvPr/>
              </p:nvSpPr>
              <p:spPr>
                <a:xfrm>
                  <a:off x="8284117" y="4130959"/>
                  <a:ext cx="1458572"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6" name="TextBox 15">
                  <a:extLst>
                    <a:ext uri="{FF2B5EF4-FFF2-40B4-BE49-F238E27FC236}">
                      <a16:creationId xmlns:a16="http://schemas.microsoft.com/office/drawing/2014/main" id="{23855B9B-BC57-E61D-0472-EB8E180AFCFF}"/>
                    </a:ext>
                  </a:extLst>
                </p:cNvPr>
                <p:cNvSpPr txBox="1"/>
                <p:nvPr/>
              </p:nvSpPr>
              <p:spPr>
                <a:xfrm>
                  <a:off x="8317300" y="4145113"/>
                  <a:ext cx="1425390" cy="446892"/>
                </a:xfrm>
                <a:prstGeom prst="rect">
                  <a:avLst/>
                </a:prstGeom>
                <a:noFill/>
              </p:spPr>
              <p:txBody>
                <a:bodyPr wrap="none" rtlCol="0">
                  <a:spAutoFit/>
                </a:bodyPr>
                <a:lstStyle/>
                <a:p>
                  <a:r>
                    <a:rPr lang="en-GB" noProof="0"/>
                    <a:t>External Lib</a:t>
                  </a:r>
                </a:p>
              </p:txBody>
            </p:sp>
          </p:grpSp>
          <p:cxnSp>
            <p:nvCxnSpPr>
              <p:cNvPr id="18" name="Straight Connector 17">
                <a:extLst>
                  <a:ext uri="{FF2B5EF4-FFF2-40B4-BE49-F238E27FC236}">
                    <a16:creationId xmlns:a16="http://schemas.microsoft.com/office/drawing/2014/main" id="{4DAA145D-8BA0-EF62-C7BA-15C0FD9FA1AE}"/>
                  </a:ext>
                </a:extLst>
              </p:cNvPr>
              <p:cNvCxnSpPr>
                <a:cxnSpLocks/>
              </p:cNvCxnSpPr>
              <p:nvPr/>
            </p:nvCxnSpPr>
            <p:spPr>
              <a:xfrm>
                <a:off x="8155562" y="4135768"/>
                <a:ext cx="0" cy="33269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089" name="Group 1088">
              <a:extLst>
                <a:ext uri="{FF2B5EF4-FFF2-40B4-BE49-F238E27FC236}">
                  <a16:creationId xmlns:a16="http://schemas.microsoft.com/office/drawing/2014/main" id="{E832CDC5-B04D-5E9F-D314-1B7A9331C9D1}"/>
                </a:ext>
              </a:extLst>
            </p:cNvPr>
            <p:cNvGrpSpPr/>
            <p:nvPr/>
          </p:nvGrpSpPr>
          <p:grpSpPr>
            <a:xfrm>
              <a:off x="6755131" y="4621764"/>
              <a:ext cx="2483543" cy="418976"/>
              <a:chOff x="6755131" y="4621764"/>
              <a:chExt cx="2483543" cy="418976"/>
            </a:xfrm>
          </p:grpSpPr>
          <p:cxnSp>
            <p:nvCxnSpPr>
              <p:cNvPr id="36" name="Straight Connector 35">
                <a:extLst>
                  <a:ext uri="{FF2B5EF4-FFF2-40B4-BE49-F238E27FC236}">
                    <a16:creationId xmlns:a16="http://schemas.microsoft.com/office/drawing/2014/main" id="{EB449885-F2E5-D1C1-0F4E-B4B3F86DA093}"/>
                  </a:ext>
                </a:extLst>
              </p:cNvPr>
              <p:cNvCxnSpPr>
                <a:cxnSpLocks/>
              </p:cNvCxnSpPr>
              <p:nvPr/>
            </p:nvCxnSpPr>
            <p:spPr>
              <a:xfrm>
                <a:off x="8153952" y="4657972"/>
                <a:ext cx="0" cy="29977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087" name="Group 1086">
                <a:extLst>
                  <a:ext uri="{FF2B5EF4-FFF2-40B4-BE49-F238E27FC236}">
                    <a16:creationId xmlns:a16="http://schemas.microsoft.com/office/drawing/2014/main" id="{67C16C9B-C6AB-9864-CB9A-53EF2ACFA01A}"/>
                  </a:ext>
                </a:extLst>
              </p:cNvPr>
              <p:cNvGrpSpPr/>
              <p:nvPr/>
            </p:nvGrpSpPr>
            <p:grpSpPr>
              <a:xfrm>
                <a:off x="8295006" y="4621764"/>
                <a:ext cx="943668" cy="418197"/>
                <a:chOff x="8295006" y="4621764"/>
                <a:chExt cx="943668" cy="418197"/>
              </a:xfrm>
            </p:grpSpPr>
            <p:sp>
              <p:nvSpPr>
                <p:cNvPr id="1075" name="Rectangle: Rounded Corners 1074">
                  <a:extLst>
                    <a:ext uri="{FF2B5EF4-FFF2-40B4-BE49-F238E27FC236}">
                      <a16:creationId xmlns:a16="http://schemas.microsoft.com/office/drawing/2014/main" id="{4C277A8D-109F-6AD4-154D-D80F2675A683}"/>
                    </a:ext>
                  </a:extLst>
                </p:cNvPr>
                <p:cNvSpPr/>
                <p:nvPr/>
              </p:nvSpPr>
              <p:spPr>
                <a:xfrm>
                  <a:off x="8295006" y="4621764"/>
                  <a:ext cx="943668"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5" name="TextBox 24">
                  <a:extLst>
                    <a:ext uri="{FF2B5EF4-FFF2-40B4-BE49-F238E27FC236}">
                      <a16:creationId xmlns:a16="http://schemas.microsoft.com/office/drawing/2014/main" id="{194823B8-A080-17FC-0CCA-1A40DF5F7E34}"/>
                    </a:ext>
                  </a:extLst>
                </p:cNvPr>
                <p:cNvSpPr txBox="1"/>
                <p:nvPr/>
              </p:nvSpPr>
              <p:spPr>
                <a:xfrm>
                  <a:off x="8322082" y="4637287"/>
                  <a:ext cx="878767" cy="402674"/>
                </a:xfrm>
                <a:prstGeom prst="rect">
                  <a:avLst/>
                </a:prstGeom>
                <a:noFill/>
              </p:spPr>
              <p:txBody>
                <a:bodyPr wrap="none" rtlCol="0">
                  <a:spAutoFit/>
                </a:bodyPr>
                <a:lstStyle/>
                <a:p>
                  <a:r>
                    <a:rPr lang="en-GB" noProof="0" dirty="0"/>
                    <a:t>Cache</a:t>
                  </a:r>
                </a:p>
              </p:txBody>
            </p:sp>
          </p:grpSp>
          <p:grpSp>
            <p:nvGrpSpPr>
              <p:cNvPr id="1088" name="Group 1087">
                <a:extLst>
                  <a:ext uri="{FF2B5EF4-FFF2-40B4-BE49-F238E27FC236}">
                    <a16:creationId xmlns:a16="http://schemas.microsoft.com/office/drawing/2014/main" id="{9DC7FBB9-E3B5-C61C-9DAA-1C2291684953}"/>
                  </a:ext>
                </a:extLst>
              </p:cNvPr>
              <p:cNvGrpSpPr/>
              <p:nvPr/>
            </p:nvGrpSpPr>
            <p:grpSpPr>
              <a:xfrm>
                <a:off x="6755131" y="4623194"/>
                <a:ext cx="1287779" cy="417546"/>
                <a:chOff x="6755131" y="4623194"/>
                <a:chExt cx="1287779" cy="417546"/>
              </a:xfrm>
            </p:grpSpPr>
            <p:sp>
              <p:nvSpPr>
                <p:cNvPr id="1074" name="Rectangle: Rounded Corners 1073">
                  <a:extLst>
                    <a:ext uri="{FF2B5EF4-FFF2-40B4-BE49-F238E27FC236}">
                      <a16:creationId xmlns:a16="http://schemas.microsoft.com/office/drawing/2014/main" id="{1C1C6B11-6FE1-3DF1-2ED3-488C6ACFBC8F}"/>
                    </a:ext>
                  </a:extLst>
                </p:cNvPr>
                <p:cNvSpPr/>
                <p:nvPr/>
              </p:nvSpPr>
              <p:spPr>
                <a:xfrm>
                  <a:off x="6755131" y="4623194"/>
                  <a:ext cx="1287779"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6" name="TextBox 25">
                  <a:extLst>
                    <a:ext uri="{FF2B5EF4-FFF2-40B4-BE49-F238E27FC236}">
                      <a16:creationId xmlns:a16="http://schemas.microsoft.com/office/drawing/2014/main" id="{66AC23D3-54B5-8118-A84E-6CFA53E8CA77}"/>
                    </a:ext>
                  </a:extLst>
                </p:cNvPr>
                <p:cNvSpPr txBox="1"/>
                <p:nvPr/>
              </p:nvSpPr>
              <p:spPr>
                <a:xfrm>
                  <a:off x="6784070" y="4638066"/>
                  <a:ext cx="1220206" cy="402674"/>
                </a:xfrm>
                <a:prstGeom prst="rect">
                  <a:avLst/>
                </a:prstGeom>
                <a:noFill/>
              </p:spPr>
              <p:txBody>
                <a:bodyPr wrap="none" rtlCol="0">
                  <a:spAutoFit/>
                </a:bodyPr>
                <a:lstStyle/>
                <a:p>
                  <a:r>
                    <a:rPr lang="en-GB" noProof="0" dirty="0"/>
                    <a:t>No Cache</a:t>
                  </a:r>
                </a:p>
              </p:txBody>
            </p:sp>
          </p:grpSp>
        </p:grpSp>
        <p:grpSp>
          <p:nvGrpSpPr>
            <p:cNvPr id="1062" name="Group 1061">
              <a:extLst>
                <a:ext uri="{FF2B5EF4-FFF2-40B4-BE49-F238E27FC236}">
                  <a16:creationId xmlns:a16="http://schemas.microsoft.com/office/drawing/2014/main" id="{E33D0484-4E89-FF4D-1486-1D643E49A265}"/>
                </a:ext>
              </a:extLst>
            </p:cNvPr>
            <p:cNvGrpSpPr/>
            <p:nvPr/>
          </p:nvGrpSpPr>
          <p:grpSpPr>
            <a:xfrm>
              <a:off x="2065969" y="4366545"/>
              <a:ext cx="3553862" cy="618365"/>
              <a:chOff x="6621820" y="4435416"/>
              <a:chExt cx="3553862" cy="618365"/>
            </a:xfrm>
          </p:grpSpPr>
          <p:sp>
            <p:nvSpPr>
              <p:cNvPr id="9" name="TextBox 8">
                <a:extLst>
                  <a:ext uri="{FF2B5EF4-FFF2-40B4-BE49-F238E27FC236}">
                    <a16:creationId xmlns:a16="http://schemas.microsoft.com/office/drawing/2014/main" id="{098E171D-E4E9-6FAC-6841-0E560E595865}"/>
                  </a:ext>
                </a:extLst>
              </p:cNvPr>
              <p:cNvSpPr txBox="1"/>
              <p:nvPr/>
            </p:nvSpPr>
            <p:spPr>
              <a:xfrm>
                <a:off x="7225836" y="4606889"/>
                <a:ext cx="2949846" cy="446892"/>
              </a:xfrm>
              <a:prstGeom prst="rect">
                <a:avLst/>
              </a:prstGeom>
              <a:noFill/>
            </p:spPr>
            <p:txBody>
              <a:bodyPr wrap="none" rtlCol="0">
                <a:spAutoFit/>
              </a:bodyPr>
              <a:lstStyle/>
              <a:p>
                <a:r>
                  <a:rPr lang="en-GB" b="1" noProof="0"/>
                  <a:t>Image Processor Service</a:t>
                </a:r>
              </a:p>
            </p:txBody>
          </p:sp>
          <p:grpSp>
            <p:nvGrpSpPr>
              <p:cNvPr id="1034" name="Group 1033">
                <a:extLst>
                  <a:ext uri="{FF2B5EF4-FFF2-40B4-BE49-F238E27FC236}">
                    <a16:creationId xmlns:a16="http://schemas.microsoft.com/office/drawing/2014/main" id="{EBCC6DD1-A93A-96C0-BFE9-64CE2E9AE1C1}"/>
                  </a:ext>
                </a:extLst>
              </p:cNvPr>
              <p:cNvGrpSpPr/>
              <p:nvPr/>
            </p:nvGrpSpPr>
            <p:grpSpPr>
              <a:xfrm>
                <a:off x="6621820" y="4435416"/>
                <a:ext cx="585962" cy="587684"/>
                <a:chOff x="10081043" y="4744225"/>
                <a:chExt cx="975233" cy="978099"/>
              </a:xfrm>
            </p:grpSpPr>
            <p:sp>
              <p:nvSpPr>
                <p:cNvPr id="1033" name="Oval 1032">
                  <a:extLst>
                    <a:ext uri="{FF2B5EF4-FFF2-40B4-BE49-F238E27FC236}">
                      <a16:creationId xmlns:a16="http://schemas.microsoft.com/office/drawing/2014/main" id="{073F2D9C-4CA0-C8F9-F374-C826D3BD880F}"/>
                    </a:ext>
                  </a:extLst>
                </p:cNvPr>
                <p:cNvSpPr/>
                <p:nvPr/>
              </p:nvSpPr>
              <p:spPr>
                <a:xfrm>
                  <a:off x="10081043" y="4744225"/>
                  <a:ext cx="975233" cy="978099"/>
                </a:xfrm>
                <a:prstGeom prst="ellipse">
                  <a:avLst/>
                </a:prstGeom>
                <a:solidFill>
                  <a:schemeClr val="bg1"/>
                </a:solidFill>
                <a:ln w="19050">
                  <a:solidFill>
                    <a:schemeClr val="tx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032" name="Picture 1031">
                  <a:extLst>
                    <a:ext uri="{FF2B5EF4-FFF2-40B4-BE49-F238E27FC236}">
                      <a16:creationId xmlns:a16="http://schemas.microsoft.com/office/drawing/2014/main" id="{6BD71F76-073F-CA35-3E5E-947E6E89E326}"/>
                    </a:ext>
                  </a:extLst>
                </p:cNvPr>
                <p:cNvPicPr>
                  <a:picLocks noChangeAspect="1"/>
                </p:cNvPicPr>
                <p:nvPr/>
              </p:nvPicPr>
              <p:blipFill>
                <a:blip r:embed="rId3"/>
                <a:stretch>
                  <a:fillRect/>
                </a:stretch>
              </p:blipFill>
              <p:spPr>
                <a:xfrm>
                  <a:off x="10128507" y="4765178"/>
                  <a:ext cx="880307" cy="880307"/>
                </a:xfrm>
                <a:prstGeom prst="rect">
                  <a:avLst/>
                </a:prstGeom>
              </p:spPr>
            </p:pic>
          </p:grpSp>
        </p:grpSp>
      </p:grpSp>
      <p:grpSp>
        <p:nvGrpSpPr>
          <p:cNvPr id="1083" name="Group 1082">
            <a:extLst>
              <a:ext uri="{FF2B5EF4-FFF2-40B4-BE49-F238E27FC236}">
                <a16:creationId xmlns:a16="http://schemas.microsoft.com/office/drawing/2014/main" id="{9FBFDDFD-FF43-B2DC-E490-126B8AD7377D}"/>
              </a:ext>
            </a:extLst>
          </p:cNvPr>
          <p:cNvGrpSpPr/>
          <p:nvPr/>
        </p:nvGrpSpPr>
        <p:grpSpPr>
          <a:xfrm>
            <a:off x="2027131" y="3193072"/>
            <a:ext cx="8117840" cy="689996"/>
            <a:chOff x="2027131" y="3193072"/>
            <a:chExt cx="8117840" cy="689996"/>
          </a:xfrm>
        </p:grpSpPr>
        <p:cxnSp>
          <p:nvCxnSpPr>
            <p:cNvPr id="53" name="Straight Connector 52">
              <a:extLst>
                <a:ext uri="{FF2B5EF4-FFF2-40B4-BE49-F238E27FC236}">
                  <a16:creationId xmlns:a16="http://schemas.microsoft.com/office/drawing/2014/main" id="{B050A1C3-6EDA-AE5B-3E9E-4037E56A119E}"/>
                </a:ext>
              </a:extLst>
            </p:cNvPr>
            <p:cNvCxnSpPr>
              <a:cxnSpLocks/>
            </p:cNvCxnSpPr>
            <p:nvPr/>
          </p:nvCxnSpPr>
          <p:spPr>
            <a:xfrm>
              <a:off x="2027131" y="3883068"/>
              <a:ext cx="8117840" cy="0"/>
            </a:xfrm>
            <a:prstGeom prst="line">
              <a:avLst/>
            </a:prstGeom>
            <a:ln w="19050">
              <a:solidFill>
                <a:srgbClr val="102C53"/>
              </a:solidFill>
            </a:ln>
          </p:spPr>
          <p:style>
            <a:lnRef idx="1">
              <a:schemeClr val="accent1"/>
            </a:lnRef>
            <a:fillRef idx="0">
              <a:schemeClr val="accent1"/>
            </a:fillRef>
            <a:effectRef idx="0">
              <a:schemeClr val="accent1"/>
            </a:effectRef>
            <a:fontRef idx="minor">
              <a:schemeClr val="tx1"/>
            </a:fontRef>
          </p:style>
        </p:cxnSp>
        <p:grpSp>
          <p:nvGrpSpPr>
            <p:cNvPr id="1082" name="Group 1081">
              <a:extLst>
                <a:ext uri="{FF2B5EF4-FFF2-40B4-BE49-F238E27FC236}">
                  <a16:creationId xmlns:a16="http://schemas.microsoft.com/office/drawing/2014/main" id="{690248E6-DFE3-5163-BA5D-391CABFEBAD9}"/>
                </a:ext>
              </a:extLst>
            </p:cNvPr>
            <p:cNvGrpSpPr/>
            <p:nvPr/>
          </p:nvGrpSpPr>
          <p:grpSpPr>
            <a:xfrm>
              <a:off x="6394560" y="3405640"/>
              <a:ext cx="3348125" cy="374677"/>
              <a:chOff x="6394560" y="3405640"/>
              <a:chExt cx="3348125" cy="374677"/>
            </a:xfrm>
          </p:grpSpPr>
          <p:cxnSp>
            <p:nvCxnSpPr>
              <p:cNvPr id="61" name="Straight Connector 60">
                <a:extLst>
                  <a:ext uri="{FF2B5EF4-FFF2-40B4-BE49-F238E27FC236}">
                    <a16:creationId xmlns:a16="http://schemas.microsoft.com/office/drawing/2014/main" id="{D3FAC92B-D5B9-2E28-C716-1E020112315D}"/>
                  </a:ext>
                </a:extLst>
              </p:cNvPr>
              <p:cNvCxnSpPr>
                <a:cxnSpLocks/>
              </p:cNvCxnSpPr>
              <p:nvPr/>
            </p:nvCxnSpPr>
            <p:spPr>
              <a:xfrm>
                <a:off x="8152086" y="3447624"/>
                <a:ext cx="0" cy="33269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080" name="Group 1079">
                <a:extLst>
                  <a:ext uri="{FF2B5EF4-FFF2-40B4-BE49-F238E27FC236}">
                    <a16:creationId xmlns:a16="http://schemas.microsoft.com/office/drawing/2014/main" id="{75BA6F38-15EF-2A75-857C-370439A1D7E7}"/>
                  </a:ext>
                </a:extLst>
              </p:cNvPr>
              <p:cNvGrpSpPr/>
              <p:nvPr/>
            </p:nvGrpSpPr>
            <p:grpSpPr>
              <a:xfrm>
                <a:off x="6394560" y="3405640"/>
                <a:ext cx="1638241" cy="374677"/>
                <a:chOff x="6394560" y="3405640"/>
                <a:chExt cx="1638241" cy="374677"/>
              </a:xfrm>
            </p:grpSpPr>
            <p:sp>
              <p:nvSpPr>
                <p:cNvPr id="1070" name="Rectangle: Rounded Corners 1069">
                  <a:extLst>
                    <a:ext uri="{FF2B5EF4-FFF2-40B4-BE49-F238E27FC236}">
                      <a16:creationId xmlns:a16="http://schemas.microsoft.com/office/drawing/2014/main" id="{E50F635B-A122-08DA-A8B6-2D8ABA259864}"/>
                    </a:ext>
                  </a:extLst>
                </p:cNvPr>
                <p:cNvSpPr/>
                <p:nvPr/>
              </p:nvSpPr>
              <p:spPr>
                <a:xfrm>
                  <a:off x="6394560" y="3405640"/>
                  <a:ext cx="1638241"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6" name="TextBox 55">
                  <a:extLst>
                    <a:ext uri="{FF2B5EF4-FFF2-40B4-BE49-F238E27FC236}">
                      <a16:creationId xmlns:a16="http://schemas.microsoft.com/office/drawing/2014/main" id="{D65BE121-0D5A-4F0E-581A-C9239662989E}"/>
                    </a:ext>
                  </a:extLst>
                </p:cNvPr>
                <p:cNvSpPr txBox="1"/>
                <p:nvPr/>
              </p:nvSpPr>
              <p:spPr>
                <a:xfrm>
                  <a:off x="6409615" y="3410985"/>
                  <a:ext cx="1608133" cy="369332"/>
                </a:xfrm>
                <a:prstGeom prst="rect">
                  <a:avLst/>
                </a:prstGeom>
                <a:noFill/>
              </p:spPr>
              <p:txBody>
                <a:bodyPr wrap="none" rtlCol="0">
                  <a:spAutoFit/>
                </a:bodyPr>
                <a:lstStyle/>
                <a:p>
                  <a:r>
                    <a:rPr lang="en-GB" noProof="0" dirty="0"/>
                    <a:t>Compression</a:t>
                  </a:r>
                </a:p>
              </p:txBody>
            </p:sp>
          </p:grpSp>
          <p:grpSp>
            <p:nvGrpSpPr>
              <p:cNvPr id="1081" name="Group 1080">
                <a:extLst>
                  <a:ext uri="{FF2B5EF4-FFF2-40B4-BE49-F238E27FC236}">
                    <a16:creationId xmlns:a16="http://schemas.microsoft.com/office/drawing/2014/main" id="{71B39330-8E36-50B3-52F6-85D647F3713C}"/>
                  </a:ext>
                </a:extLst>
              </p:cNvPr>
              <p:cNvGrpSpPr/>
              <p:nvPr/>
            </p:nvGrpSpPr>
            <p:grpSpPr>
              <a:xfrm>
                <a:off x="8271372" y="3405640"/>
                <a:ext cx="1471313" cy="373441"/>
                <a:chOff x="8271372" y="3405640"/>
                <a:chExt cx="1471313" cy="373441"/>
              </a:xfrm>
            </p:grpSpPr>
            <p:sp>
              <p:nvSpPr>
                <p:cNvPr id="1071" name="Rectangle: Rounded Corners 1070">
                  <a:extLst>
                    <a:ext uri="{FF2B5EF4-FFF2-40B4-BE49-F238E27FC236}">
                      <a16:creationId xmlns:a16="http://schemas.microsoft.com/office/drawing/2014/main" id="{444DE7B9-6180-3CEB-7B1B-6DB406A1F8A7}"/>
                    </a:ext>
                  </a:extLst>
                </p:cNvPr>
                <p:cNvSpPr/>
                <p:nvPr/>
              </p:nvSpPr>
              <p:spPr>
                <a:xfrm>
                  <a:off x="8271372" y="3405640"/>
                  <a:ext cx="1471313"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TextBox 56">
                  <a:extLst>
                    <a:ext uri="{FF2B5EF4-FFF2-40B4-BE49-F238E27FC236}">
                      <a16:creationId xmlns:a16="http://schemas.microsoft.com/office/drawing/2014/main" id="{E511AB94-4BA4-1775-12F2-20CAED384F7F}"/>
                    </a:ext>
                  </a:extLst>
                </p:cNvPr>
                <p:cNvSpPr txBox="1"/>
                <p:nvPr/>
              </p:nvSpPr>
              <p:spPr>
                <a:xfrm>
                  <a:off x="8304799" y="3409749"/>
                  <a:ext cx="1388522" cy="369332"/>
                </a:xfrm>
                <a:prstGeom prst="rect">
                  <a:avLst/>
                </a:prstGeom>
                <a:noFill/>
              </p:spPr>
              <p:txBody>
                <a:bodyPr wrap="none" rtlCol="0">
                  <a:spAutoFit/>
                </a:bodyPr>
                <a:lstStyle/>
                <a:p>
                  <a:pPr>
                    <a:tabLst>
                      <a:tab pos="0" algn="l"/>
                      <a:tab pos="358775" algn="l"/>
                    </a:tabLst>
                  </a:pPr>
                  <a:r>
                    <a:rPr lang="en-GB" noProof="0" dirty="0"/>
                    <a:t>Untouched</a:t>
                  </a:r>
                </a:p>
              </p:txBody>
            </p:sp>
          </p:grpSp>
        </p:grpSp>
        <p:grpSp>
          <p:nvGrpSpPr>
            <p:cNvPr id="1061" name="Group 1060">
              <a:extLst>
                <a:ext uri="{FF2B5EF4-FFF2-40B4-BE49-F238E27FC236}">
                  <a16:creationId xmlns:a16="http://schemas.microsoft.com/office/drawing/2014/main" id="{A6B0FE05-7EA3-CF6C-A287-0CFC03CC37A0}"/>
                </a:ext>
              </a:extLst>
            </p:cNvPr>
            <p:cNvGrpSpPr/>
            <p:nvPr/>
          </p:nvGrpSpPr>
          <p:grpSpPr>
            <a:xfrm>
              <a:off x="2065969" y="3193072"/>
              <a:ext cx="3091995" cy="596028"/>
              <a:chOff x="6626483" y="3231158"/>
              <a:chExt cx="3091995" cy="596028"/>
            </a:xfrm>
          </p:grpSpPr>
          <p:sp>
            <p:nvSpPr>
              <p:cNvPr id="52" name="TextBox 51">
                <a:extLst>
                  <a:ext uri="{FF2B5EF4-FFF2-40B4-BE49-F238E27FC236}">
                    <a16:creationId xmlns:a16="http://schemas.microsoft.com/office/drawing/2014/main" id="{8DE9A565-45BB-5C77-B922-3A795FD3A8D1}"/>
                  </a:ext>
                </a:extLst>
              </p:cNvPr>
              <p:cNvSpPr txBox="1"/>
              <p:nvPr/>
            </p:nvSpPr>
            <p:spPr>
              <a:xfrm>
                <a:off x="7281592" y="3457854"/>
                <a:ext cx="2436886" cy="369332"/>
              </a:xfrm>
              <a:prstGeom prst="rect">
                <a:avLst/>
              </a:prstGeom>
              <a:noFill/>
            </p:spPr>
            <p:txBody>
              <a:bodyPr wrap="none" rtlCol="0">
                <a:spAutoFit/>
              </a:bodyPr>
              <a:lstStyle/>
              <a:p>
                <a:r>
                  <a:rPr lang="en-GB" b="1" noProof="0"/>
                  <a:t>Image Store Service</a:t>
                </a:r>
              </a:p>
            </p:txBody>
          </p:sp>
          <p:grpSp>
            <p:nvGrpSpPr>
              <p:cNvPr id="1037" name="Group 1036">
                <a:extLst>
                  <a:ext uri="{FF2B5EF4-FFF2-40B4-BE49-F238E27FC236}">
                    <a16:creationId xmlns:a16="http://schemas.microsoft.com/office/drawing/2014/main" id="{F13BBBD4-0414-2808-9CD2-4CADD887F216}"/>
                  </a:ext>
                </a:extLst>
              </p:cNvPr>
              <p:cNvGrpSpPr/>
              <p:nvPr/>
            </p:nvGrpSpPr>
            <p:grpSpPr>
              <a:xfrm>
                <a:off x="6626483" y="3231158"/>
                <a:ext cx="585962" cy="587684"/>
                <a:chOff x="10081027" y="4744225"/>
                <a:chExt cx="975232" cy="978099"/>
              </a:xfrm>
            </p:grpSpPr>
            <p:sp>
              <p:nvSpPr>
                <p:cNvPr id="1038" name="Oval 1037">
                  <a:extLst>
                    <a:ext uri="{FF2B5EF4-FFF2-40B4-BE49-F238E27FC236}">
                      <a16:creationId xmlns:a16="http://schemas.microsoft.com/office/drawing/2014/main" id="{F04E7D14-1C3C-92C9-13EE-66F08F53BF6F}"/>
                    </a:ext>
                  </a:extLst>
                </p:cNvPr>
                <p:cNvSpPr/>
                <p:nvPr/>
              </p:nvSpPr>
              <p:spPr>
                <a:xfrm>
                  <a:off x="10081027" y="4744225"/>
                  <a:ext cx="975232" cy="978099"/>
                </a:xfrm>
                <a:prstGeom prst="ellipse">
                  <a:avLst/>
                </a:prstGeom>
                <a:solidFill>
                  <a:schemeClr val="bg1"/>
                </a:solidFill>
                <a:ln w="19050">
                  <a:solidFill>
                    <a:schemeClr val="tx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039" name="Picture 1038">
                  <a:extLst>
                    <a:ext uri="{FF2B5EF4-FFF2-40B4-BE49-F238E27FC236}">
                      <a16:creationId xmlns:a16="http://schemas.microsoft.com/office/drawing/2014/main" id="{17393BDC-798B-6D07-7F6F-308B45EA9C0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266859" y="4938118"/>
                  <a:ext cx="599158" cy="599158"/>
                </a:xfrm>
                <a:prstGeom prst="rect">
                  <a:avLst/>
                </a:prstGeom>
              </p:spPr>
            </p:pic>
          </p:grpSp>
        </p:grpSp>
      </p:grpSp>
      <p:grpSp>
        <p:nvGrpSpPr>
          <p:cNvPr id="1079" name="Group 1078">
            <a:extLst>
              <a:ext uri="{FF2B5EF4-FFF2-40B4-BE49-F238E27FC236}">
                <a16:creationId xmlns:a16="http://schemas.microsoft.com/office/drawing/2014/main" id="{5D466F8A-45E8-15BA-ABB2-58BD0FC1E6A1}"/>
              </a:ext>
            </a:extLst>
          </p:cNvPr>
          <p:cNvGrpSpPr/>
          <p:nvPr/>
        </p:nvGrpSpPr>
        <p:grpSpPr>
          <a:xfrm>
            <a:off x="2016318" y="2395301"/>
            <a:ext cx="8117840" cy="692368"/>
            <a:chOff x="2016318" y="2395301"/>
            <a:chExt cx="8117840" cy="692368"/>
          </a:xfrm>
        </p:grpSpPr>
        <p:cxnSp>
          <p:nvCxnSpPr>
            <p:cNvPr id="1025" name="Straight Connector 1024">
              <a:extLst>
                <a:ext uri="{FF2B5EF4-FFF2-40B4-BE49-F238E27FC236}">
                  <a16:creationId xmlns:a16="http://schemas.microsoft.com/office/drawing/2014/main" id="{C19B621B-CBC2-8242-D662-FC2734024D61}"/>
                </a:ext>
              </a:extLst>
            </p:cNvPr>
            <p:cNvCxnSpPr>
              <a:cxnSpLocks/>
            </p:cNvCxnSpPr>
            <p:nvPr/>
          </p:nvCxnSpPr>
          <p:spPr>
            <a:xfrm>
              <a:off x="2016318" y="3087669"/>
              <a:ext cx="8117840" cy="0"/>
            </a:xfrm>
            <a:prstGeom prst="line">
              <a:avLst/>
            </a:prstGeom>
            <a:ln w="19050">
              <a:solidFill>
                <a:srgbClr val="102C53"/>
              </a:solidFill>
            </a:ln>
          </p:spPr>
          <p:style>
            <a:lnRef idx="1">
              <a:schemeClr val="accent1"/>
            </a:lnRef>
            <a:fillRef idx="0">
              <a:schemeClr val="accent1"/>
            </a:fillRef>
            <a:effectRef idx="0">
              <a:schemeClr val="accent1"/>
            </a:effectRef>
            <a:fontRef idx="minor">
              <a:schemeClr val="tx1"/>
            </a:fontRef>
          </p:style>
        </p:cxnSp>
        <p:grpSp>
          <p:nvGrpSpPr>
            <p:cNvPr id="1078" name="Group 1077">
              <a:extLst>
                <a:ext uri="{FF2B5EF4-FFF2-40B4-BE49-F238E27FC236}">
                  <a16:creationId xmlns:a16="http://schemas.microsoft.com/office/drawing/2014/main" id="{65BF103E-E781-8636-AEC3-3DDA79983320}"/>
                </a:ext>
              </a:extLst>
            </p:cNvPr>
            <p:cNvGrpSpPr/>
            <p:nvPr/>
          </p:nvGrpSpPr>
          <p:grpSpPr>
            <a:xfrm>
              <a:off x="6791371" y="2613251"/>
              <a:ext cx="2449784" cy="372607"/>
              <a:chOff x="6791371" y="2613251"/>
              <a:chExt cx="2449784" cy="372607"/>
            </a:xfrm>
          </p:grpSpPr>
          <p:cxnSp>
            <p:nvCxnSpPr>
              <p:cNvPr id="1027" name="Straight Connector 1026">
                <a:extLst>
                  <a:ext uri="{FF2B5EF4-FFF2-40B4-BE49-F238E27FC236}">
                    <a16:creationId xmlns:a16="http://schemas.microsoft.com/office/drawing/2014/main" id="{459B1DC1-D2E7-701E-1206-82A018273AB6}"/>
                  </a:ext>
                </a:extLst>
              </p:cNvPr>
              <p:cNvCxnSpPr>
                <a:cxnSpLocks/>
              </p:cNvCxnSpPr>
              <p:nvPr/>
            </p:nvCxnSpPr>
            <p:spPr>
              <a:xfrm>
                <a:off x="8154000" y="2627865"/>
                <a:ext cx="0" cy="33269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076" name="Group 1075">
                <a:extLst>
                  <a:ext uri="{FF2B5EF4-FFF2-40B4-BE49-F238E27FC236}">
                    <a16:creationId xmlns:a16="http://schemas.microsoft.com/office/drawing/2014/main" id="{847BC33A-04FE-EF5F-E4F2-A92FF639727C}"/>
                  </a:ext>
                </a:extLst>
              </p:cNvPr>
              <p:cNvGrpSpPr/>
              <p:nvPr/>
            </p:nvGrpSpPr>
            <p:grpSpPr>
              <a:xfrm>
                <a:off x="6791371" y="2613251"/>
                <a:ext cx="1254773" cy="372345"/>
                <a:chOff x="6791371" y="2613251"/>
                <a:chExt cx="1254773" cy="372345"/>
              </a:xfrm>
            </p:grpSpPr>
            <p:sp>
              <p:nvSpPr>
                <p:cNvPr id="1068" name="Rectangle: Rounded Corners 1067">
                  <a:extLst>
                    <a:ext uri="{FF2B5EF4-FFF2-40B4-BE49-F238E27FC236}">
                      <a16:creationId xmlns:a16="http://schemas.microsoft.com/office/drawing/2014/main" id="{F4B201C6-D171-33A9-DD94-5A6D46B43A21}"/>
                    </a:ext>
                  </a:extLst>
                </p:cNvPr>
                <p:cNvSpPr/>
                <p:nvPr/>
              </p:nvSpPr>
              <p:spPr>
                <a:xfrm>
                  <a:off x="6791371" y="2613251"/>
                  <a:ext cx="1254773"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29" name="TextBox 1028">
                  <a:extLst>
                    <a:ext uri="{FF2B5EF4-FFF2-40B4-BE49-F238E27FC236}">
                      <a16:creationId xmlns:a16="http://schemas.microsoft.com/office/drawing/2014/main" id="{EC15F42F-D1C3-3A43-6F10-870D0243AC02}"/>
                    </a:ext>
                  </a:extLst>
                </p:cNvPr>
                <p:cNvSpPr txBox="1"/>
                <p:nvPr/>
              </p:nvSpPr>
              <p:spPr>
                <a:xfrm>
                  <a:off x="6844723" y="2616264"/>
                  <a:ext cx="1148071" cy="369332"/>
                </a:xfrm>
                <a:prstGeom prst="rect">
                  <a:avLst/>
                </a:prstGeom>
                <a:noFill/>
              </p:spPr>
              <p:txBody>
                <a:bodyPr wrap="none" rtlCol="0">
                  <a:spAutoFit/>
                </a:bodyPr>
                <a:lstStyle/>
                <a:p>
                  <a:r>
                    <a:rPr lang="en-GB" noProof="0"/>
                    <a:t>Beautiful</a:t>
                  </a:r>
                </a:p>
              </p:txBody>
            </p:sp>
          </p:grpSp>
          <p:grpSp>
            <p:nvGrpSpPr>
              <p:cNvPr id="1077" name="Group 1076">
                <a:extLst>
                  <a:ext uri="{FF2B5EF4-FFF2-40B4-BE49-F238E27FC236}">
                    <a16:creationId xmlns:a16="http://schemas.microsoft.com/office/drawing/2014/main" id="{410B24BF-F634-0AC0-3578-F4EFE07DBDA4}"/>
                  </a:ext>
                </a:extLst>
              </p:cNvPr>
              <p:cNvGrpSpPr/>
              <p:nvPr/>
            </p:nvGrpSpPr>
            <p:grpSpPr>
              <a:xfrm>
                <a:off x="8271373" y="2613251"/>
                <a:ext cx="969782" cy="372607"/>
                <a:chOff x="8271373" y="2613251"/>
                <a:chExt cx="969782" cy="372607"/>
              </a:xfrm>
            </p:grpSpPr>
            <p:sp>
              <p:nvSpPr>
                <p:cNvPr id="1069" name="Rectangle: Rounded Corners 1068">
                  <a:extLst>
                    <a:ext uri="{FF2B5EF4-FFF2-40B4-BE49-F238E27FC236}">
                      <a16:creationId xmlns:a16="http://schemas.microsoft.com/office/drawing/2014/main" id="{297ABB80-399C-1BDC-D5DC-0A19E99807ED}"/>
                    </a:ext>
                  </a:extLst>
                </p:cNvPr>
                <p:cNvSpPr/>
                <p:nvPr/>
              </p:nvSpPr>
              <p:spPr>
                <a:xfrm>
                  <a:off x="8271373" y="2613251"/>
                  <a:ext cx="969782" cy="369329"/>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30" name="TextBox 1029">
                  <a:extLst>
                    <a:ext uri="{FF2B5EF4-FFF2-40B4-BE49-F238E27FC236}">
                      <a16:creationId xmlns:a16="http://schemas.microsoft.com/office/drawing/2014/main" id="{38A342F4-2CBA-84BC-3B4A-A57A753284DF}"/>
                    </a:ext>
                  </a:extLst>
                </p:cNvPr>
                <p:cNvSpPr txBox="1"/>
                <p:nvPr/>
              </p:nvSpPr>
              <p:spPr>
                <a:xfrm>
                  <a:off x="8300165" y="2616526"/>
                  <a:ext cx="902811" cy="369332"/>
                </a:xfrm>
                <a:prstGeom prst="rect">
                  <a:avLst/>
                </a:prstGeom>
                <a:noFill/>
              </p:spPr>
              <p:txBody>
                <a:bodyPr wrap="none" rtlCol="0">
                  <a:spAutoFit/>
                </a:bodyPr>
                <a:lstStyle/>
                <a:p>
                  <a:r>
                    <a:rPr lang="en-GB" noProof="0"/>
                    <a:t>Simple</a:t>
                  </a:r>
                </a:p>
              </p:txBody>
            </p:sp>
          </p:grpSp>
        </p:grpSp>
        <p:grpSp>
          <p:nvGrpSpPr>
            <p:cNvPr id="1060" name="Group 1059">
              <a:extLst>
                <a:ext uri="{FF2B5EF4-FFF2-40B4-BE49-F238E27FC236}">
                  <a16:creationId xmlns:a16="http://schemas.microsoft.com/office/drawing/2014/main" id="{32ABD24C-27D0-39F3-5473-8CF30A8B1400}"/>
                </a:ext>
              </a:extLst>
            </p:cNvPr>
            <p:cNvGrpSpPr/>
            <p:nvPr/>
          </p:nvGrpSpPr>
          <p:grpSpPr>
            <a:xfrm>
              <a:off x="2090533" y="2395301"/>
              <a:ext cx="1960818" cy="605230"/>
              <a:chOff x="6604697" y="2426557"/>
              <a:chExt cx="1960818" cy="605230"/>
            </a:xfrm>
          </p:grpSpPr>
          <p:sp>
            <p:nvSpPr>
              <p:cNvPr id="1024" name="TextBox 1023">
                <a:extLst>
                  <a:ext uri="{FF2B5EF4-FFF2-40B4-BE49-F238E27FC236}">
                    <a16:creationId xmlns:a16="http://schemas.microsoft.com/office/drawing/2014/main" id="{6E5CDA54-8616-7FF9-BFDB-E6AD7DEFEAC3}"/>
                  </a:ext>
                </a:extLst>
              </p:cNvPr>
              <p:cNvSpPr txBox="1"/>
              <p:nvPr/>
            </p:nvSpPr>
            <p:spPr>
              <a:xfrm>
                <a:off x="7255541" y="2662455"/>
                <a:ext cx="1309974" cy="369332"/>
              </a:xfrm>
              <a:prstGeom prst="rect">
                <a:avLst/>
              </a:prstGeom>
              <a:noFill/>
            </p:spPr>
            <p:txBody>
              <a:bodyPr wrap="none" rtlCol="0">
                <a:spAutoFit/>
              </a:bodyPr>
              <a:lstStyle/>
              <a:p>
                <a:r>
                  <a:rPr lang="en-GB" b="1" noProof="0"/>
                  <a:t>UI Service</a:t>
                </a:r>
              </a:p>
            </p:txBody>
          </p:sp>
          <p:grpSp>
            <p:nvGrpSpPr>
              <p:cNvPr id="1040" name="Group 1039">
                <a:extLst>
                  <a:ext uri="{FF2B5EF4-FFF2-40B4-BE49-F238E27FC236}">
                    <a16:creationId xmlns:a16="http://schemas.microsoft.com/office/drawing/2014/main" id="{D88491D6-F132-5F34-E42F-B46FC88E71E9}"/>
                  </a:ext>
                </a:extLst>
              </p:cNvPr>
              <p:cNvGrpSpPr/>
              <p:nvPr/>
            </p:nvGrpSpPr>
            <p:grpSpPr>
              <a:xfrm>
                <a:off x="6604697" y="2426557"/>
                <a:ext cx="585962" cy="587684"/>
                <a:chOff x="10081043" y="4744225"/>
                <a:chExt cx="975233" cy="978099"/>
              </a:xfrm>
            </p:grpSpPr>
            <p:sp>
              <p:nvSpPr>
                <p:cNvPr id="1041" name="Oval 1040">
                  <a:extLst>
                    <a:ext uri="{FF2B5EF4-FFF2-40B4-BE49-F238E27FC236}">
                      <a16:creationId xmlns:a16="http://schemas.microsoft.com/office/drawing/2014/main" id="{E67918E3-58E3-199E-E8E8-7A9718781B51}"/>
                    </a:ext>
                  </a:extLst>
                </p:cNvPr>
                <p:cNvSpPr/>
                <p:nvPr/>
              </p:nvSpPr>
              <p:spPr>
                <a:xfrm>
                  <a:off x="10081043" y="4744225"/>
                  <a:ext cx="975233" cy="978099"/>
                </a:xfrm>
                <a:prstGeom prst="ellipse">
                  <a:avLst/>
                </a:prstGeom>
                <a:solidFill>
                  <a:schemeClr val="bg1"/>
                </a:solidFill>
                <a:ln w="19050">
                  <a:solidFill>
                    <a:schemeClr val="tx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042" name="Picture 1041">
                  <a:extLst>
                    <a:ext uri="{FF2B5EF4-FFF2-40B4-BE49-F238E27FC236}">
                      <a16:creationId xmlns:a16="http://schemas.microsoft.com/office/drawing/2014/main" id="{33795639-438B-B636-C11D-9C381C68B3B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266859" y="4938118"/>
                  <a:ext cx="599158" cy="599158"/>
                </a:xfrm>
                <a:prstGeom prst="rect">
                  <a:avLst/>
                </a:prstGeom>
              </p:spPr>
            </p:pic>
          </p:grpSp>
        </p:grpSp>
      </p:grpSp>
      <mc:AlternateContent xmlns:mc="http://schemas.openxmlformats.org/markup-compatibility/2006" xmlns:a14="http://schemas.microsoft.com/office/drawing/2010/main">
        <mc:Choice Requires="a14">
          <p:sp>
            <p:nvSpPr>
              <p:cNvPr id="1054" name="TextBox 1053">
                <a:extLst>
                  <a:ext uri="{FF2B5EF4-FFF2-40B4-BE49-F238E27FC236}">
                    <a16:creationId xmlns:a16="http://schemas.microsoft.com/office/drawing/2014/main" id="{88EEC004-C8D4-E5B9-A0C3-37DA0D3FDB13}"/>
                  </a:ext>
                </a:extLst>
              </p:cNvPr>
              <p:cNvSpPr txBox="1"/>
              <p:nvPr/>
            </p:nvSpPr>
            <p:spPr>
              <a:xfrm>
                <a:off x="334962" y="5296108"/>
                <a:ext cx="6751278" cy="545599"/>
              </a:xfrm>
              <a:prstGeom prst="rect">
                <a:avLst/>
              </a:prstGeom>
              <a:noFill/>
            </p:spPr>
            <p:txBody>
              <a:bodyPr wrap="square" rtlCol="0">
                <a:spAutoFit/>
              </a:bodyPr>
              <a:lstStyle/>
              <a:p>
                <a:pPr algn="just">
                  <a:lnSpc>
                    <a:spcPct val="150000"/>
                  </a:lnSpc>
                </a:pPr>
                <a:r>
                  <a:rPr lang="en-GB" noProof="0"/>
                  <a:t>Total number of system-level configurations: </a:t>
                </a:r>
                <a14:m>
                  <m:oMath xmlns:m="http://schemas.openxmlformats.org/officeDocument/2006/math">
                    <m:sSup>
                      <m:sSupPr>
                        <m:ctrlPr>
                          <a:rPr lang="en-GB" sz="2200" b="0" i="1" noProof="0" smtClean="0">
                            <a:latin typeface="Cambria Math" panose="02040503050406030204" pitchFamily="18" charset="0"/>
                          </a:rPr>
                        </m:ctrlPr>
                      </m:sSupPr>
                      <m:e>
                        <m:r>
                          <a:rPr lang="en-GB" sz="2200" b="0" i="1" noProof="0" smtClean="0">
                            <a:latin typeface="Cambria Math" panose="02040503050406030204" pitchFamily="18" charset="0"/>
                          </a:rPr>
                          <m:t>2</m:t>
                        </m:r>
                      </m:e>
                      <m:sup>
                        <m:r>
                          <a:rPr lang="en-GB" sz="2200" b="0" i="1" noProof="0" smtClean="0">
                            <a:latin typeface="Cambria Math" panose="02040503050406030204" pitchFamily="18" charset="0"/>
                          </a:rPr>
                          <m:t>4</m:t>
                        </m:r>
                      </m:sup>
                    </m:sSup>
                    <m:r>
                      <a:rPr lang="en-GB" sz="2200" b="0" i="1" noProof="0" smtClean="0">
                        <a:latin typeface="Cambria Math" panose="02040503050406030204" pitchFamily="18" charset="0"/>
                      </a:rPr>
                      <m:t>=</m:t>
                    </m:r>
                    <m:r>
                      <a:rPr lang="en-GB" sz="2200" b="1" i="1" noProof="0" smtClean="0">
                        <a:latin typeface="Cambria Math" panose="02040503050406030204" pitchFamily="18" charset="0"/>
                      </a:rPr>
                      <m:t>𝟏𝟔</m:t>
                    </m:r>
                  </m:oMath>
                </a14:m>
                <a:endParaRPr lang="en-GB" sz="2200" b="1" noProof="0"/>
              </a:p>
            </p:txBody>
          </p:sp>
        </mc:Choice>
        <mc:Fallback xmlns="">
          <p:sp>
            <p:nvSpPr>
              <p:cNvPr id="1054" name="TextBox 1053">
                <a:extLst>
                  <a:ext uri="{FF2B5EF4-FFF2-40B4-BE49-F238E27FC236}">
                    <a16:creationId xmlns:a16="http://schemas.microsoft.com/office/drawing/2014/main" id="{88EEC004-C8D4-E5B9-A0C3-37DA0D3FDB13}"/>
                  </a:ext>
                </a:extLst>
              </p:cNvPr>
              <p:cNvSpPr txBox="1">
                <a:spLocks noRot="1" noChangeAspect="1" noMove="1" noResize="1" noEditPoints="1" noAdjustHandles="1" noChangeArrowheads="1" noChangeShapeType="1" noTextEdit="1"/>
              </p:cNvSpPr>
              <p:nvPr/>
            </p:nvSpPr>
            <p:spPr>
              <a:xfrm>
                <a:off x="334962" y="5296108"/>
                <a:ext cx="6751278" cy="545599"/>
              </a:xfrm>
              <a:prstGeom prst="rect">
                <a:avLst/>
              </a:prstGeom>
              <a:blipFill>
                <a:blip r:embed="rId6"/>
                <a:stretch>
                  <a:fillRect l="-813" b="-15730"/>
                </a:stretch>
              </a:blipFill>
            </p:spPr>
            <p:txBody>
              <a:bodyPr/>
              <a:lstStyle/>
              <a:p>
                <a:r>
                  <a:rPr lang="en-US">
                    <a:noFill/>
                  </a:rPr>
                  <a:t> </a:t>
                </a:r>
              </a:p>
            </p:txBody>
          </p:sp>
        </mc:Fallback>
      </mc:AlternateContent>
      <p:sp>
        <p:nvSpPr>
          <p:cNvPr id="1055" name="TextBox 1054">
            <a:extLst>
              <a:ext uri="{FF2B5EF4-FFF2-40B4-BE49-F238E27FC236}">
                <a16:creationId xmlns:a16="http://schemas.microsoft.com/office/drawing/2014/main" id="{6BF9B786-0480-3B46-680C-CB3BB22A2BFF}"/>
              </a:ext>
            </a:extLst>
          </p:cNvPr>
          <p:cNvSpPr txBox="1"/>
          <p:nvPr/>
        </p:nvSpPr>
        <p:spPr>
          <a:xfrm>
            <a:off x="334962" y="6220586"/>
            <a:ext cx="4507202" cy="464807"/>
          </a:xfrm>
          <a:prstGeom prst="rect">
            <a:avLst/>
          </a:prstGeom>
          <a:noFill/>
        </p:spPr>
        <p:txBody>
          <a:bodyPr wrap="square" rtlCol="0">
            <a:spAutoFit/>
          </a:bodyPr>
          <a:lstStyle/>
          <a:p>
            <a:pPr algn="just">
              <a:lnSpc>
                <a:spcPct val="150000"/>
              </a:lnSpc>
            </a:pPr>
            <a:r>
              <a:rPr lang="en-GB" noProof="0" dirty="0"/>
              <a:t>The experiment ran for </a:t>
            </a:r>
            <a:r>
              <a:rPr lang="en-GB" b="1" noProof="0" dirty="0"/>
              <a:t>8 hours</a:t>
            </a:r>
            <a:r>
              <a:rPr lang="en-GB" noProof="0" dirty="0"/>
              <a:t>.</a:t>
            </a:r>
          </a:p>
        </p:txBody>
      </p:sp>
      <p:sp>
        <p:nvSpPr>
          <p:cNvPr id="1067" name="TextBox 1066">
            <a:extLst>
              <a:ext uri="{FF2B5EF4-FFF2-40B4-BE49-F238E27FC236}">
                <a16:creationId xmlns:a16="http://schemas.microsoft.com/office/drawing/2014/main" id="{6C2EB4AE-A6C8-A426-948E-BE25A3DC85B9}"/>
              </a:ext>
            </a:extLst>
          </p:cNvPr>
          <p:cNvSpPr txBox="1"/>
          <p:nvPr/>
        </p:nvSpPr>
        <p:spPr>
          <a:xfrm>
            <a:off x="334962" y="5798743"/>
            <a:ext cx="10762529" cy="464807"/>
          </a:xfrm>
          <a:prstGeom prst="rect">
            <a:avLst/>
          </a:prstGeom>
          <a:noFill/>
        </p:spPr>
        <p:txBody>
          <a:bodyPr wrap="square" rtlCol="0">
            <a:spAutoFit/>
          </a:bodyPr>
          <a:lstStyle/>
          <a:p>
            <a:pPr algn="just">
              <a:lnSpc>
                <a:spcPct val="150000"/>
              </a:lnSpc>
            </a:pPr>
            <a:r>
              <a:rPr lang="en-GB" noProof="0" dirty="0"/>
              <a:t>The collected </a:t>
            </a:r>
            <a:r>
              <a:rPr lang="en-GB" b="1" noProof="0" dirty="0"/>
              <a:t>metrics</a:t>
            </a:r>
            <a:r>
              <a:rPr lang="en-GB" noProof="0" dirty="0"/>
              <a:t> </a:t>
            </a:r>
            <a:r>
              <a:rPr lang="en-GB" dirty="0"/>
              <a:t>are: </a:t>
            </a:r>
            <a:r>
              <a:rPr lang="en-GB" noProof="0" dirty="0"/>
              <a:t>P95 Response Time, JVM Memory Usage, CPU Usage.</a:t>
            </a:r>
          </a:p>
        </p:txBody>
      </p:sp>
      <p:sp>
        <p:nvSpPr>
          <p:cNvPr id="37" name="Position Fluo">
            <a:extLst>
              <a:ext uri="{FF2B5EF4-FFF2-40B4-BE49-F238E27FC236}">
                <a16:creationId xmlns:a16="http://schemas.microsoft.com/office/drawing/2014/main" id="{8FAD2B24-34AC-4C9E-A1E5-BC984611932A}"/>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38" name="Group 37">
            <a:extLst>
              <a:ext uri="{FF2B5EF4-FFF2-40B4-BE49-F238E27FC236}">
                <a16:creationId xmlns:a16="http://schemas.microsoft.com/office/drawing/2014/main" id="{A1BBF27C-CCB9-2D19-E4BA-641C1D3E7B22}"/>
              </a:ext>
            </a:extLst>
          </p:cNvPr>
          <p:cNvGrpSpPr/>
          <p:nvPr/>
        </p:nvGrpSpPr>
        <p:grpSpPr>
          <a:xfrm>
            <a:off x="10278334" y="0"/>
            <a:ext cx="987657" cy="297132"/>
            <a:chOff x="10278334" y="0"/>
            <a:chExt cx="987657" cy="297132"/>
          </a:xfrm>
        </p:grpSpPr>
        <p:grpSp>
          <p:nvGrpSpPr>
            <p:cNvPr id="39" name="Group 38">
              <a:extLst>
                <a:ext uri="{FF2B5EF4-FFF2-40B4-BE49-F238E27FC236}">
                  <a16:creationId xmlns:a16="http://schemas.microsoft.com/office/drawing/2014/main" id="{0F6FA6BE-D67A-92A8-8116-52C2639FB9F3}"/>
                </a:ext>
              </a:extLst>
            </p:cNvPr>
            <p:cNvGrpSpPr/>
            <p:nvPr/>
          </p:nvGrpSpPr>
          <p:grpSpPr>
            <a:xfrm>
              <a:off x="10278334" y="0"/>
              <a:ext cx="336385" cy="294592"/>
              <a:chOff x="10278334" y="0"/>
              <a:chExt cx="336385" cy="294592"/>
            </a:xfrm>
          </p:grpSpPr>
          <p:sp>
            <p:nvSpPr>
              <p:cNvPr id="50" name="Rectangle 49">
                <a:extLst>
                  <a:ext uri="{FF2B5EF4-FFF2-40B4-BE49-F238E27FC236}">
                    <a16:creationId xmlns:a16="http://schemas.microsoft.com/office/drawing/2014/main" id="{61FB3532-1E94-702C-3549-64FE8606AC23}"/>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CED1C18E-345B-9F31-C466-C082E1A83402}"/>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Box 53">
                <a:extLst>
                  <a:ext uri="{FF2B5EF4-FFF2-40B4-BE49-F238E27FC236}">
                    <a16:creationId xmlns:a16="http://schemas.microsoft.com/office/drawing/2014/main" id="{0768F080-D2A2-B4B5-6603-7082FCEDEABB}"/>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40" name="Group 39">
              <a:extLst>
                <a:ext uri="{FF2B5EF4-FFF2-40B4-BE49-F238E27FC236}">
                  <a16:creationId xmlns:a16="http://schemas.microsoft.com/office/drawing/2014/main" id="{59B8FB6F-5E04-E058-493C-AF53B1D3E8E6}"/>
                </a:ext>
              </a:extLst>
            </p:cNvPr>
            <p:cNvGrpSpPr/>
            <p:nvPr/>
          </p:nvGrpSpPr>
          <p:grpSpPr>
            <a:xfrm>
              <a:off x="10605240" y="0"/>
              <a:ext cx="336385" cy="297132"/>
              <a:chOff x="10289176" y="0"/>
              <a:chExt cx="336385" cy="297132"/>
            </a:xfrm>
          </p:grpSpPr>
          <p:sp>
            <p:nvSpPr>
              <p:cNvPr id="46" name="Rectangle 45">
                <a:extLst>
                  <a:ext uri="{FF2B5EF4-FFF2-40B4-BE49-F238E27FC236}">
                    <a16:creationId xmlns:a16="http://schemas.microsoft.com/office/drawing/2014/main" id="{FB310205-E5D4-1982-1464-607EDE514CB9}"/>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7" name="Group 46">
                <a:extLst>
                  <a:ext uri="{FF2B5EF4-FFF2-40B4-BE49-F238E27FC236}">
                    <a16:creationId xmlns:a16="http://schemas.microsoft.com/office/drawing/2014/main" id="{F5F9F369-821B-F08B-6860-4E2FB394B724}"/>
                  </a:ext>
                </a:extLst>
              </p:cNvPr>
              <p:cNvGrpSpPr/>
              <p:nvPr/>
            </p:nvGrpSpPr>
            <p:grpSpPr>
              <a:xfrm>
                <a:off x="10289176" y="81688"/>
                <a:ext cx="336385" cy="215444"/>
                <a:chOff x="5178425" y="855322"/>
                <a:chExt cx="336385" cy="215444"/>
              </a:xfrm>
            </p:grpSpPr>
            <p:sp>
              <p:nvSpPr>
                <p:cNvPr id="48" name="Oval 47">
                  <a:extLst>
                    <a:ext uri="{FF2B5EF4-FFF2-40B4-BE49-F238E27FC236}">
                      <a16:creationId xmlns:a16="http://schemas.microsoft.com/office/drawing/2014/main" id="{ACEE6380-B2B1-F470-17ED-8584E71E3E49}"/>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9DA69D7D-6A86-2EEA-A1F7-DC6ABBF022F8}"/>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41" name="Group 40">
              <a:extLst>
                <a:ext uri="{FF2B5EF4-FFF2-40B4-BE49-F238E27FC236}">
                  <a16:creationId xmlns:a16="http://schemas.microsoft.com/office/drawing/2014/main" id="{035BB48A-958D-6A08-3134-5A4F59695DD3}"/>
                </a:ext>
              </a:extLst>
            </p:cNvPr>
            <p:cNvGrpSpPr/>
            <p:nvPr/>
          </p:nvGrpSpPr>
          <p:grpSpPr>
            <a:xfrm>
              <a:off x="10929606" y="0"/>
              <a:ext cx="336385" cy="297132"/>
              <a:chOff x="10880361" y="0"/>
              <a:chExt cx="336385" cy="297132"/>
            </a:xfrm>
          </p:grpSpPr>
          <p:sp>
            <p:nvSpPr>
              <p:cNvPr id="42" name="Rectangle 41">
                <a:extLst>
                  <a:ext uri="{FF2B5EF4-FFF2-40B4-BE49-F238E27FC236}">
                    <a16:creationId xmlns:a16="http://schemas.microsoft.com/office/drawing/2014/main" id="{FD6B3206-1872-7AFF-7FAC-9339D2DA71F3}"/>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 name="Group 42">
                <a:extLst>
                  <a:ext uri="{FF2B5EF4-FFF2-40B4-BE49-F238E27FC236}">
                    <a16:creationId xmlns:a16="http://schemas.microsoft.com/office/drawing/2014/main" id="{FB87C438-C941-2B8A-2D49-66E7D7F326DE}"/>
                  </a:ext>
                </a:extLst>
              </p:cNvPr>
              <p:cNvGrpSpPr/>
              <p:nvPr/>
            </p:nvGrpSpPr>
            <p:grpSpPr>
              <a:xfrm>
                <a:off x="10880361" y="81688"/>
                <a:ext cx="336385" cy="215444"/>
                <a:chOff x="5180965" y="851650"/>
                <a:chExt cx="336385" cy="215444"/>
              </a:xfrm>
            </p:grpSpPr>
            <p:sp>
              <p:nvSpPr>
                <p:cNvPr id="44" name="Oval 43">
                  <a:extLst>
                    <a:ext uri="{FF2B5EF4-FFF2-40B4-BE49-F238E27FC236}">
                      <a16:creationId xmlns:a16="http://schemas.microsoft.com/office/drawing/2014/main" id="{81319650-FC47-43E9-27F5-A3902D2218C2}"/>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7AA73382-72E4-5305-F79E-F18837C8B017}"/>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38518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79"/>
                                        </p:tgtEl>
                                        <p:attrNameLst>
                                          <p:attrName>style.visibility</p:attrName>
                                        </p:attrNameLst>
                                      </p:cBhvr>
                                      <p:to>
                                        <p:strVal val="visible"/>
                                      </p:to>
                                    </p:set>
                                    <p:animEffect transition="in" filter="wipe(down)">
                                      <p:cBhvr>
                                        <p:cTn id="7" dur="500"/>
                                        <p:tgtEl>
                                          <p:spTgt spid="10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83"/>
                                        </p:tgtEl>
                                        <p:attrNameLst>
                                          <p:attrName>style.visibility</p:attrName>
                                        </p:attrNameLst>
                                      </p:cBhvr>
                                      <p:to>
                                        <p:strVal val="visible"/>
                                      </p:to>
                                    </p:set>
                                    <p:animEffect transition="in" filter="wipe(down)">
                                      <p:cBhvr>
                                        <p:cTn id="12" dur="500"/>
                                        <p:tgtEl>
                                          <p:spTgt spid="10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11"/>
                                        </p:tgtEl>
                                        <p:attrNameLst>
                                          <p:attrName>style.visibility</p:attrName>
                                        </p:attrNameLst>
                                      </p:cBhvr>
                                      <p:to>
                                        <p:strVal val="visible"/>
                                      </p:to>
                                    </p:set>
                                    <p:animEffect transition="in" filter="wipe(down)">
                                      <p:cBhvr>
                                        <p:cTn id="17" dur="500"/>
                                        <p:tgtEl>
                                          <p:spTgt spid="11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54"/>
                                        </p:tgtEl>
                                        <p:attrNameLst>
                                          <p:attrName>style.visibility</p:attrName>
                                        </p:attrNameLst>
                                      </p:cBhvr>
                                      <p:to>
                                        <p:strVal val="visible"/>
                                      </p:to>
                                    </p:set>
                                    <p:animEffect transition="in" filter="wipe(down)">
                                      <p:cBhvr>
                                        <p:cTn id="22" dur="500"/>
                                        <p:tgtEl>
                                          <p:spTgt spid="10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67"/>
                                        </p:tgtEl>
                                        <p:attrNameLst>
                                          <p:attrName>style.visibility</p:attrName>
                                        </p:attrNameLst>
                                      </p:cBhvr>
                                      <p:to>
                                        <p:strVal val="visible"/>
                                      </p:to>
                                    </p:set>
                                    <p:animEffect transition="in" filter="wipe(down)">
                                      <p:cBhvr>
                                        <p:cTn id="27" dur="500"/>
                                        <p:tgtEl>
                                          <p:spTgt spid="10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55"/>
                                        </p:tgtEl>
                                        <p:attrNameLst>
                                          <p:attrName>style.visibility</p:attrName>
                                        </p:attrNameLst>
                                      </p:cBhvr>
                                      <p:to>
                                        <p:strVal val="visible"/>
                                      </p:to>
                                    </p:set>
                                    <p:animEffect transition="in" filter="wipe(down)">
                                      <p:cBhvr>
                                        <p:cTn id="32" dur="500"/>
                                        <p:tgtEl>
                                          <p:spTgt spid="1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 grpId="0"/>
      <p:bldP spid="1055" grpId="0"/>
      <p:bldP spid="106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8EF7F-0DCB-F91B-BB77-963AE9E01CE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9940543-8233-258B-16DC-14B6B445A79C}"/>
              </a:ext>
            </a:extLst>
          </p:cNvPr>
          <p:cNvSpPr>
            <a:spLocks noGrp="1"/>
          </p:cNvSpPr>
          <p:nvPr>
            <p:ph type="title"/>
          </p:nvPr>
        </p:nvSpPr>
        <p:spPr/>
        <p:txBody>
          <a:bodyPr/>
          <a:lstStyle/>
          <a:p>
            <a:r>
              <a:rPr lang="en-GB" noProof="0" dirty="0"/>
              <a:t>Final Ranking</a:t>
            </a:r>
          </a:p>
        </p:txBody>
      </p:sp>
      <p:sp>
        <p:nvSpPr>
          <p:cNvPr id="4" name="Segnaposto data 3">
            <a:extLst>
              <a:ext uri="{FF2B5EF4-FFF2-40B4-BE49-F238E27FC236}">
                <a16:creationId xmlns:a16="http://schemas.microsoft.com/office/drawing/2014/main" id="{A3A5EF66-38B7-5E8A-7E73-2FEF3D706EE5}"/>
              </a:ext>
            </a:extLst>
          </p:cNvPr>
          <p:cNvSpPr>
            <a:spLocks noGrp="1"/>
          </p:cNvSpPr>
          <p:nvPr>
            <p:ph type="dt" sz="half" idx="10"/>
          </p:nvPr>
        </p:nvSpPr>
        <p:spPr/>
        <p:txBody>
          <a:bodyPr/>
          <a:lstStyle/>
          <a:p>
            <a:r>
              <a:rPr lang="en-GB" noProof="0"/>
              <a:t>POLITECNICO DI MILANO</a:t>
            </a:r>
          </a:p>
        </p:txBody>
      </p:sp>
      <p:sp>
        <p:nvSpPr>
          <p:cNvPr id="5" name="Segnaposto piè di pagina 4">
            <a:extLst>
              <a:ext uri="{FF2B5EF4-FFF2-40B4-BE49-F238E27FC236}">
                <a16:creationId xmlns:a16="http://schemas.microsoft.com/office/drawing/2014/main" id="{CEB20CA4-07E1-7374-A738-6D07BA1721F3}"/>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6" name="Segnaposto numero diapositiva 5">
            <a:extLst>
              <a:ext uri="{FF2B5EF4-FFF2-40B4-BE49-F238E27FC236}">
                <a16:creationId xmlns:a16="http://schemas.microsoft.com/office/drawing/2014/main" id="{3A925AD1-051E-8828-0CD7-46E97B11794A}"/>
              </a:ext>
            </a:extLst>
          </p:cNvPr>
          <p:cNvSpPr>
            <a:spLocks noGrp="1"/>
          </p:cNvSpPr>
          <p:nvPr>
            <p:ph type="sldNum" sz="quarter" idx="12"/>
          </p:nvPr>
        </p:nvSpPr>
        <p:spPr/>
        <p:txBody>
          <a:bodyPr/>
          <a:lstStyle/>
          <a:p>
            <a:fld id="{3135EEA2-8D42-4D46-95A6-66E65FDC5EB1}" type="slidenum">
              <a:rPr lang="en-GB" noProof="0" smtClean="0"/>
              <a:pPr/>
              <a:t>23</a:t>
            </a:fld>
            <a:endParaRPr lang="en-GB" noProof="0"/>
          </a:p>
        </p:txBody>
      </p:sp>
      <p:grpSp>
        <p:nvGrpSpPr>
          <p:cNvPr id="96" name="Group 95">
            <a:extLst>
              <a:ext uri="{FF2B5EF4-FFF2-40B4-BE49-F238E27FC236}">
                <a16:creationId xmlns:a16="http://schemas.microsoft.com/office/drawing/2014/main" id="{AAEDC468-55FA-28C4-6A97-49F27FFB99BA}"/>
              </a:ext>
            </a:extLst>
          </p:cNvPr>
          <p:cNvGrpSpPr/>
          <p:nvPr/>
        </p:nvGrpSpPr>
        <p:grpSpPr>
          <a:xfrm>
            <a:off x="1844394" y="1225585"/>
            <a:ext cx="7839284" cy="1980956"/>
            <a:chOff x="1844394" y="1225585"/>
            <a:chExt cx="7839284" cy="1980956"/>
          </a:xfrm>
        </p:grpSpPr>
        <p:sp>
          <p:nvSpPr>
            <p:cNvPr id="38" name="Rectangle: Rounded Corners 37">
              <a:extLst>
                <a:ext uri="{FF2B5EF4-FFF2-40B4-BE49-F238E27FC236}">
                  <a16:creationId xmlns:a16="http://schemas.microsoft.com/office/drawing/2014/main" id="{2F213838-2BE7-1355-0B91-389DE379C5C7}"/>
                </a:ext>
              </a:extLst>
            </p:cNvPr>
            <p:cNvSpPr/>
            <p:nvPr/>
          </p:nvSpPr>
          <p:spPr>
            <a:xfrm>
              <a:off x="5301196" y="1400013"/>
              <a:ext cx="868761"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Simple</a:t>
              </a:r>
            </a:p>
          </p:txBody>
        </p:sp>
        <p:grpSp>
          <p:nvGrpSpPr>
            <p:cNvPr id="44" name="Group 43">
              <a:extLst>
                <a:ext uri="{FF2B5EF4-FFF2-40B4-BE49-F238E27FC236}">
                  <a16:creationId xmlns:a16="http://schemas.microsoft.com/office/drawing/2014/main" id="{374C58BC-95E0-6902-7BE8-E63A5C5B2DE6}"/>
                </a:ext>
              </a:extLst>
            </p:cNvPr>
            <p:cNvGrpSpPr/>
            <p:nvPr/>
          </p:nvGrpSpPr>
          <p:grpSpPr>
            <a:xfrm>
              <a:off x="1844394" y="1225585"/>
              <a:ext cx="7839284" cy="1980956"/>
              <a:chOff x="1844394" y="1786704"/>
              <a:chExt cx="7839284" cy="1980956"/>
            </a:xfrm>
          </p:grpSpPr>
          <p:cxnSp>
            <p:nvCxnSpPr>
              <p:cNvPr id="43" name="Straight Connector 42">
                <a:extLst>
                  <a:ext uri="{FF2B5EF4-FFF2-40B4-BE49-F238E27FC236}">
                    <a16:creationId xmlns:a16="http://schemas.microsoft.com/office/drawing/2014/main" id="{FA011479-F6E3-F31E-F9F0-1F16DB7C91E4}"/>
                  </a:ext>
                </a:extLst>
              </p:cNvPr>
              <p:cNvCxnSpPr/>
              <p:nvPr/>
            </p:nvCxnSpPr>
            <p:spPr>
              <a:xfrm>
                <a:off x="2495800" y="3320655"/>
                <a:ext cx="7187878" cy="0"/>
              </a:xfrm>
              <a:prstGeom prst="line">
                <a:avLst/>
              </a:prstGeom>
              <a:ln w="19050">
                <a:solidFill>
                  <a:srgbClr val="102C53"/>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8D8CFCA2-D667-5431-09D6-51472ACA5174}"/>
                  </a:ext>
                </a:extLst>
              </p:cNvPr>
              <p:cNvGrpSpPr/>
              <p:nvPr/>
            </p:nvGrpSpPr>
            <p:grpSpPr>
              <a:xfrm>
                <a:off x="3725220" y="2397080"/>
                <a:ext cx="1239442" cy="322089"/>
                <a:chOff x="4190999" y="3339404"/>
                <a:chExt cx="1239442" cy="322089"/>
              </a:xfrm>
            </p:grpSpPr>
            <p:sp>
              <p:nvSpPr>
                <p:cNvPr id="3" name="Rectangle: Rounded Corners 2">
                  <a:extLst>
                    <a:ext uri="{FF2B5EF4-FFF2-40B4-BE49-F238E27FC236}">
                      <a16:creationId xmlns:a16="http://schemas.microsoft.com/office/drawing/2014/main" id="{FB1AFBED-F6E0-A621-4C79-050E1670417D}"/>
                    </a:ext>
                  </a:extLst>
                </p:cNvPr>
                <p:cNvSpPr/>
                <p:nvPr/>
              </p:nvSpPr>
              <p:spPr>
                <a:xfrm>
                  <a:off x="4191000" y="3339404"/>
                  <a:ext cx="1239441" cy="322089"/>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BAF2ADF5-669E-85B7-2525-94D081CF0C5E}"/>
                    </a:ext>
                  </a:extLst>
                </p:cNvPr>
                <p:cNvSpPr txBox="1"/>
                <p:nvPr/>
              </p:nvSpPr>
              <p:spPr>
                <a:xfrm>
                  <a:off x="4190999" y="3346097"/>
                  <a:ext cx="1239442" cy="307777"/>
                </a:xfrm>
                <a:prstGeom prst="rect">
                  <a:avLst/>
                </a:prstGeom>
                <a:noFill/>
              </p:spPr>
              <p:txBody>
                <a:bodyPr wrap="none" rtlCol="0">
                  <a:spAutoFit/>
                </a:bodyPr>
                <a:lstStyle/>
                <a:p>
                  <a:r>
                    <a:rPr lang="en-GB" sz="1400" b="1" noProof="0">
                      <a:solidFill>
                        <a:schemeClr val="bg1"/>
                      </a:solidFill>
                    </a:rPr>
                    <a:t>Image Store</a:t>
                  </a:r>
                </a:p>
              </p:txBody>
            </p:sp>
          </p:grpSp>
          <p:grpSp>
            <p:nvGrpSpPr>
              <p:cNvPr id="18" name="Group 17">
                <a:extLst>
                  <a:ext uri="{FF2B5EF4-FFF2-40B4-BE49-F238E27FC236}">
                    <a16:creationId xmlns:a16="http://schemas.microsoft.com/office/drawing/2014/main" id="{A07F8E67-F9B7-E664-53DE-2EFE46A03838}"/>
                  </a:ext>
                </a:extLst>
              </p:cNvPr>
              <p:cNvGrpSpPr/>
              <p:nvPr/>
            </p:nvGrpSpPr>
            <p:grpSpPr>
              <a:xfrm>
                <a:off x="3317236" y="2808961"/>
                <a:ext cx="1689308" cy="324000"/>
                <a:chOff x="4190999" y="3862755"/>
                <a:chExt cx="1689308" cy="324000"/>
              </a:xfrm>
            </p:grpSpPr>
            <p:sp>
              <p:nvSpPr>
                <p:cNvPr id="11" name="Rectangle: Rounded Corners 10">
                  <a:extLst>
                    <a:ext uri="{FF2B5EF4-FFF2-40B4-BE49-F238E27FC236}">
                      <a16:creationId xmlns:a16="http://schemas.microsoft.com/office/drawing/2014/main" id="{5D1AA81B-0DD0-59F9-3818-CDF82EBC6F0C}"/>
                    </a:ext>
                  </a:extLst>
                </p:cNvPr>
                <p:cNvSpPr/>
                <p:nvPr/>
              </p:nvSpPr>
              <p:spPr>
                <a:xfrm>
                  <a:off x="4190999" y="3862755"/>
                  <a:ext cx="1645921" cy="324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 name="TextBox 11">
                  <a:extLst>
                    <a:ext uri="{FF2B5EF4-FFF2-40B4-BE49-F238E27FC236}">
                      <a16:creationId xmlns:a16="http://schemas.microsoft.com/office/drawing/2014/main" id="{CE12D851-A953-87F0-9115-D5FF44902D36}"/>
                    </a:ext>
                  </a:extLst>
                </p:cNvPr>
                <p:cNvSpPr txBox="1"/>
                <p:nvPr/>
              </p:nvSpPr>
              <p:spPr>
                <a:xfrm>
                  <a:off x="4190999" y="3870866"/>
                  <a:ext cx="1689308" cy="307777"/>
                </a:xfrm>
                <a:prstGeom prst="rect">
                  <a:avLst/>
                </a:prstGeom>
                <a:noFill/>
              </p:spPr>
              <p:txBody>
                <a:bodyPr wrap="square" rtlCol="0">
                  <a:spAutoFit/>
                </a:bodyPr>
                <a:lstStyle/>
                <a:p>
                  <a:r>
                    <a:rPr lang="en-GB" sz="1400" b="1" noProof="0">
                      <a:solidFill>
                        <a:schemeClr val="bg1"/>
                      </a:solidFill>
                    </a:rPr>
                    <a:t>Image Processor</a:t>
                  </a:r>
                </a:p>
              </p:txBody>
            </p:sp>
          </p:grpSp>
          <p:grpSp>
            <p:nvGrpSpPr>
              <p:cNvPr id="19" name="Group 18">
                <a:extLst>
                  <a:ext uri="{FF2B5EF4-FFF2-40B4-BE49-F238E27FC236}">
                    <a16:creationId xmlns:a16="http://schemas.microsoft.com/office/drawing/2014/main" id="{538438BF-5B38-A58A-A998-4FAD8ADE5B78}"/>
                  </a:ext>
                </a:extLst>
              </p:cNvPr>
              <p:cNvGrpSpPr/>
              <p:nvPr/>
            </p:nvGrpSpPr>
            <p:grpSpPr>
              <a:xfrm>
                <a:off x="4585332" y="1969529"/>
                <a:ext cx="377825" cy="324000"/>
                <a:chOff x="4516120" y="4284619"/>
                <a:chExt cx="377825" cy="324000"/>
              </a:xfrm>
            </p:grpSpPr>
            <p:sp>
              <p:nvSpPr>
                <p:cNvPr id="15" name="Rectangle: Rounded Corners 14">
                  <a:extLst>
                    <a:ext uri="{FF2B5EF4-FFF2-40B4-BE49-F238E27FC236}">
                      <a16:creationId xmlns:a16="http://schemas.microsoft.com/office/drawing/2014/main" id="{0B5CF4C3-E0AD-4415-E513-6367CD3CC7DD}"/>
                    </a:ext>
                  </a:extLst>
                </p:cNvPr>
                <p:cNvSpPr/>
                <p:nvPr/>
              </p:nvSpPr>
              <p:spPr>
                <a:xfrm>
                  <a:off x="4516120" y="4284619"/>
                  <a:ext cx="377825" cy="324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6" name="TextBox 15">
                  <a:extLst>
                    <a:ext uri="{FF2B5EF4-FFF2-40B4-BE49-F238E27FC236}">
                      <a16:creationId xmlns:a16="http://schemas.microsoft.com/office/drawing/2014/main" id="{0817B16C-8292-FD42-6BBA-C3B3CACE8DC8}"/>
                    </a:ext>
                  </a:extLst>
                </p:cNvPr>
                <p:cNvSpPr txBox="1"/>
                <p:nvPr/>
              </p:nvSpPr>
              <p:spPr>
                <a:xfrm>
                  <a:off x="4522312" y="4294646"/>
                  <a:ext cx="364013" cy="307777"/>
                </a:xfrm>
                <a:prstGeom prst="rect">
                  <a:avLst/>
                </a:prstGeom>
                <a:noFill/>
              </p:spPr>
              <p:txBody>
                <a:bodyPr wrap="square" rtlCol="0">
                  <a:spAutoFit/>
                </a:bodyPr>
                <a:lstStyle/>
                <a:p>
                  <a:r>
                    <a:rPr lang="en-GB" sz="1400" b="1" noProof="0">
                      <a:solidFill>
                        <a:schemeClr val="bg1"/>
                      </a:solidFill>
                    </a:rPr>
                    <a:t>UI</a:t>
                  </a:r>
                  <a:endParaRPr lang="en-GB" b="1" noProof="0">
                    <a:solidFill>
                      <a:schemeClr val="bg1"/>
                    </a:solidFill>
                  </a:endParaRPr>
                </a:p>
              </p:txBody>
            </p:sp>
          </p:grpSp>
          <p:sp>
            <p:nvSpPr>
              <p:cNvPr id="22" name="TextBox 21">
                <a:extLst>
                  <a:ext uri="{FF2B5EF4-FFF2-40B4-BE49-F238E27FC236}">
                    <a16:creationId xmlns:a16="http://schemas.microsoft.com/office/drawing/2014/main" id="{D5B9DB03-0776-ECDA-7521-6FFE80031E97}"/>
                  </a:ext>
                </a:extLst>
              </p:cNvPr>
              <p:cNvSpPr txBox="1"/>
              <p:nvPr/>
            </p:nvSpPr>
            <p:spPr>
              <a:xfrm>
                <a:off x="4917440" y="1786704"/>
                <a:ext cx="343364" cy="646331"/>
              </a:xfrm>
              <a:prstGeom prst="rect">
                <a:avLst/>
              </a:prstGeom>
              <a:noFill/>
            </p:spPr>
            <p:txBody>
              <a:bodyPr wrap="none" rtlCol="0">
                <a:spAutoFit/>
              </a:bodyPr>
              <a:lstStyle/>
              <a:p>
                <a:r>
                  <a:rPr lang="en-GB" sz="3600" b="1" noProof="0">
                    <a:solidFill>
                      <a:schemeClr val="tx2"/>
                    </a:solidFill>
                  </a:rPr>
                  <a:t>:</a:t>
                </a:r>
              </a:p>
            </p:txBody>
          </p:sp>
          <p:sp>
            <p:nvSpPr>
              <p:cNvPr id="23" name="TextBox 22">
                <a:extLst>
                  <a:ext uri="{FF2B5EF4-FFF2-40B4-BE49-F238E27FC236}">
                    <a16:creationId xmlns:a16="http://schemas.microsoft.com/office/drawing/2014/main" id="{C028BFCE-C8DA-340E-AD74-4BE89EB1A43D}"/>
                  </a:ext>
                </a:extLst>
              </p:cNvPr>
              <p:cNvSpPr txBox="1"/>
              <p:nvPr/>
            </p:nvSpPr>
            <p:spPr>
              <a:xfrm>
                <a:off x="4911062" y="2637449"/>
                <a:ext cx="343364" cy="646331"/>
              </a:xfrm>
              <a:prstGeom prst="rect">
                <a:avLst/>
              </a:prstGeom>
              <a:noFill/>
            </p:spPr>
            <p:txBody>
              <a:bodyPr wrap="none" rtlCol="0">
                <a:spAutoFit/>
              </a:bodyPr>
              <a:lstStyle/>
              <a:p>
                <a:r>
                  <a:rPr lang="en-GB" sz="3600" b="1" noProof="0">
                    <a:solidFill>
                      <a:schemeClr val="tx2"/>
                    </a:solidFill>
                  </a:rPr>
                  <a:t>:</a:t>
                </a:r>
              </a:p>
            </p:txBody>
          </p:sp>
          <p:sp>
            <p:nvSpPr>
              <p:cNvPr id="24" name="TextBox 23">
                <a:extLst>
                  <a:ext uri="{FF2B5EF4-FFF2-40B4-BE49-F238E27FC236}">
                    <a16:creationId xmlns:a16="http://schemas.microsoft.com/office/drawing/2014/main" id="{2724BF11-0D5C-3ED8-43CA-4433FDEF0FFA}"/>
                  </a:ext>
                </a:extLst>
              </p:cNvPr>
              <p:cNvSpPr txBox="1"/>
              <p:nvPr/>
            </p:nvSpPr>
            <p:spPr>
              <a:xfrm>
                <a:off x="4911062" y="2217216"/>
                <a:ext cx="343364" cy="646331"/>
              </a:xfrm>
              <a:prstGeom prst="rect">
                <a:avLst/>
              </a:prstGeom>
              <a:noFill/>
            </p:spPr>
            <p:txBody>
              <a:bodyPr wrap="none" rtlCol="0">
                <a:spAutoFit/>
              </a:bodyPr>
              <a:lstStyle/>
              <a:p>
                <a:r>
                  <a:rPr lang="en-GB" sz="3600" b="1" noProof="0">
                    <a:solidFill>
                      <a:schemeClr val="tx2"/>
                    </a:solidFill>
                  </a:rPr>
                  <a:t>:</a:t>
                </a:r>
              </a:p>
            </p:txBody>
          </p:sp>
          <p:pic>
            <p:nvPicPr>
              <p:cNvPr id="37" name="Picture 36">
                <a:extLst>
                  <a:ext uri="{FF2B5EF4-FFF2-40B4-BE49-F238E27FC236}">
                    <a16:creationId xmlns:a16="http://schemas.microsoft.com/office/drawing/2014/main" id="{C13A1D04-8CAC-A863-FFB5-6AA7617BFE1C}"/>
                  </a:ext>
                </a:extLst>
              </p:cNvPr>
              <p:cNvPicPr>
                <a:picLocks noChangeAspect="1"/>
              </p:cNvPicPr>
              <p:nvPr/>
            </p:nvPicPr>
            <p:blipFill>
              <a:blip r:embed="rId3"/>
              <a:stretch>
                <a:fillRect/>
              </a:stretch>
            </p:blipFill>
            <p:spPr>
              <a:xfrm>
                <a:off x="1844394" y="2543660"/>
                <a:ext cx="1224000" cy="1224000"/>
              </a:xfrm>
              <a:prstGeom prst="rect">
                <a:avLst/>
              </a:prstGeom>
            </p:spPr>
          </p:pic>
        </p:grpSp>
        <p:sp>
          <p:nvSpPr>
            <p:cNvPr id="80" name="Rectangle: Rounded Corners 79">
              <a:extLst>
                <a:ext uri="{FF2B5EF4-FFF2-40B4-BE49-F238E27FC236}">
                  <a16:creationId xmlns:a16="http://schemas.microsoft.com/office/drawing/2014/main" id="{4184611B-1BFC-14DC-6215-3617FCE5BFAA}"/>
                </a:ext>
              </a:extLst>
            </p:cNvPr>
            <p:cNvSpPr/>
            <p:nvPr/>
          </p:nvSpPr>
          <p:spPr>
            <a:xfrm>
              <a:off x="5306931" y="1818996"/>
              <a:ext cx="1392573"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Compression</a:t>
              </a:r>
            </a:p>
          </p:txBody>
        </p:sp>
        <p:sp>
          <p:nvSpPr>
            <p:cNvPr id="81" name="Rectangle: Rounded Corners 80">
              <a:extLst>
                <a:ext uri="{FF2B5EF4-FFF2-40B4-BE49-F238E27FC236}">
                  <a16:creationId xmlns:a16="http://schemas.microsoft.com/office/drawing/2014/main" id="{32C07012-3F10-B42E-B5A5-D6DA92378D04}"/>
                </a:ext>
              </a:extLst>
            </p:cNvPr>
            <p:cNvSpPr/>
            <p:nvPr/>
          </p:nvSpPr>
          <p:spPr>
            <a:xfrm>
              <a:off x="6699504" y="2253220"/>
              <a:ext cx="1119805"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dirty="0">
                  <a:solidFill>
                    <a:schemeClr val="tx1"/>
                  </a:solidFill>
                </a:rPr>
                <a:t>No Cache</a:t>
              </a:r>
            </a:p>
          </p:txBody>
        </p:sp>
        <p:sp>
          <p:nvSpPr>
            <p:cNvPr id="82" name="Rectangle: Rounded Corners 81">
              <a:extLst>
                <a:ext uri="{FF2B5EF4-FFF2-40B4-BE49-F238E27FC236}">
                  <a16:creationId xmlns:a16="http://schemas.microsoft.com/office/drawing/2014/main" id="{A8AEBCE3-31A6-DB97-31FE-599FED5EBA3D}"/>
                </a:ext>
              </a:extLst>
            </p:cNvPr>
            <p:cNvSpPr/>
            <p:nvPr/>
          </p:nvSpPr>
          <p:spPr>
            <a:xfrm>
              <a:off x="5301196" y="2253747"/>
              <a:ext cx="1255787"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External Lib</a:t>
              </a:r>
            </a:p>
          </p:txBody>
        </p:sp>
      </p:grpSp>
      <p:grpSp>
        <p:nvGrpSpPr>
          <p:cNvPr id="115" name="Group 114">
            <a:extLst>
              <a:ext uri="{FF2B5EF4-FFF2-40B4-BE49-F238E27FC236}">
                <a16:creationId xmlns:a16="http://schemas.microsoft.com/office/drawing/2014/main" id="{B61CDD7B-6D30-0D14-F025-38E64B3DD6A6}"/>
              </a:ext>
            </a:extLst>
          </p:cNvPr>
          <p:cNvGrpSpPr/>
          <p:nvPr/>
        </p:nvGrpSpPr>
        <p:grpSpPr>
          <a:xfrm>
            <a:off x="1844394" y="2912631"/>
            <a:ext cx="7839284" cy="1974799"/>
            <a:chOff x="1844394" y="2912631"/>
            <a:chExt cx="7839284" cy="1974799"/>
          </a:xfrm>
        </p:grpSpPr>
        <p:grpSp>
          <p:nvGrpSpPr>
            <p:cNvPr id="50" name="Group 49">
              <a:extLst>
                <a:ext uri="{FF2B5EF4-FFF2-40B4-BE49-F238E27FC236}">
                  <a16:creationId xmlns:a16="http://schemas.microsoft.com/office/drawing/2014/main" id="{BA83B122-368E-4D65-6C39-D2A8084B4486}"/>
                </a:ext>
              </a:extLst>
            </p:cNvPr>
            <p:cNvGrpSpPr/>
            <p:nvPr/>
          </p:nvGrpSpPr>
          <p:grpSpPr>
            <a:xfrm>
              <a:off x="1844394" y="2912631"/>
              <a:ext cx="7839284" cy="1974799"/>
              <a:chOff x="1844394" y="1786704"/>
              <a:chExt cx="7839284" cy="1974799"/>
            </a:xfrm>
          </p:grpSpPr>
          <p:cxnSp>
            <p:nvCxnSpPr>
              <p:cNvPr id="51" name="Straight Connector 50">
                <a:extLst>
                  <a:ext uri="{FF2B5EF4-FFF2-40B4-BE49-F238E27FC236}">
                    <a16:creationId xmlns:a16="http://schemas.microsoft.com/office/drawing/2014/main" id="{E90A134A-3F99-587F-D213-CC1D382AD7A0}"/>
                  </a:ext>
                </a:extLst>
              </p:cNvPr>
              <p:cNvCxnSpPr/>
              <p:nvPr/>
            </p:nvCxnSpPr>
            <p:spPr>
              <a:xfrm>
                <a:off x="2495800" y="3320655"/>
                <a:ext cx="7187878" cy="0"/>
              </a:xfrm>
              <a:prstGeom prst="line">
                <a:avLst/>
              </a:prstGeom>
              <a:ln w="19050">
                <a:solidFill>
                  <a:srgbClr val="102C53"/>
                </a:solidFil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045187F5-D88E-45FD-C6A7-516492901232}"/>
                  </a:ext>
                </a:extLst>
              </p:cNvPr>
              <p:cNvGrpSpPr/>
              <p:nvPr/>
            </p:nvGrpSpPr>
            <p:grpSpPr>
              <a:xfrm>
                <a:off x="3725220" y="2397080"/>
                <a:ext cx="1239442" cy="322089"/>
                <a:chOff x="4190999" y="3339404"/>
                <a:chExt cx="1239442" cy="322089"/>
              </a:xfrm>
            </p:grpSpPr>
            <p:sp>
              <p:nvSpPr>
                <p:cNvPr id="63" name="Rectangle: Rounded Corners 62">
                  <a:extLst>
                    <a:ext uri="{FF2B5EF4-FFF2-40B4-BE49-F238E27FC236}">
                      <a16:creationId xmlns:a16="http://schemas.microsoft.com/office/drawing/2014/main" id="{5488F095-ABD4-5E44-D745-7EE45642D09C}"/>
                    </a:ext>
                  </a:extLst>
                </p:cNvPr>
                <p:cNvSpPr/>
                <p:nvPr/>
              </p:nvSpPr>
              <p:spPr>
                <a:xfrm>
                  <a:off x="4191000" y="3339404"/>
                  <a:ext cx="1239441" cy="322089"/>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TextBox 63">
                  <a:extLst>
                    <a:ext uri="{FF2B5EF4-FFF2-40B4-BE49-F238E27FC236}">
                      <a16:creationId xmlns:a16="http://schemas.microsoft.com/office/drawing/2014/main" id="{84D03646-D979-F703-51E1-391D6BF61E4C}"/>
                    </a:ext>
                  </a:extLst>
                </p:cNvPr>
                <p:cNvSpPr txBox="1"/>
                <p:nvPr/>
              </p:nvSpPr>
              <p:spPr>
                <a:xfrm>
                  <a:off x="4190999" y="3346097"/>
                  <a:ext cx="1239442" cy="307777"/>
                </a:xfrm>
                <a:prstGeom prst="rect">
                  <a:avLst/>
                </a:prstGeom>
                <a:noFill/>
              </p:spPr>
              <p:txBody>
                <a:bodyPr wrap="none" rtlCol="0">
                  <a:spAutoFit/>
                </a:bodyPr>
                <a:lstStyle/>
                <a:p>
                  <a:r>
                    <a:rPr lang="en-GB" sz="1400" b="1" noProof="0">
                      <a:solidFill>
                        <a:schemeClr val="bg1"/>
                      </a:solidFill>
                    </a:rPr>
                    <a:t>Image Store</a:t>
                  </a:r>
                </a:p>
              </p:txBody>
            </p:sp>
          </p:grpSp>
          <p:grpSp>
            <p:nvGrpSpPr>
              <p:cNvPr id="53" name="Group 52">
                <a:extLst>
                  <a:ext uri="{FF2B5EF4-FFF2-40B4-BE49-F238E27FC236}">
                    <a16:creationId xmlns:a16="http://schemas.microsoft.com/office/drawing/2014/main" id="{B9A403CD-9867-2627-45E8-4BB8A6EFB94E}"/>
                  </a:ext>
                </a:extLst>
              </p:cNvPr>
              <p:cNvGrpSpPr/>
              <p:nvPr/>
            </p:nvGrpSpPr>
            <p:grpSpPr>
              <a:xfrm>
                <a:off x="3317236" y="2808961"/>
                <a:ext cx="1689308" cy="324000"/>
                <a:chOff x="4190999" y="3862755"/>
                <a:chExt cx="1689308" cy="324000"/>
              </a:xfrm>
            </p:grpSpPr>
            <p:sp>
              <p:nvSpPr>
                <p:cNvPr id="61" name="Rectangle: Rounded Corners 60">
                  <a:extLst>
                    <a:ext uri="{FF2B5EF4-FFF2-40B4-BE49-F238E27FC236}">
                      <a16:creationId xmlns:a16="http://schemas.microsoft.com/office/drawing/2014/main" id="{BCCCAA99-4894-5676-385F-B85868D5DD91}"/>
                    </a:ext>
                  </a:extLst>
                </p:cNvPr>
                <p:cNvSpPr/>
                <p:nvPr/>
              </p:nvSpPr>
              <p:spPr>
                <a:xfrm>
                  <a:off x="4190999" y="3862755"/>
                  <a:ext cx="1645921" cy="324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TextBox 61">
                  <a:extLst>
                    <a:ext uri="{FF2B5EF4-FFF2-40B4-BE49-F238E27FC236}">
                      <a16:creationId xmlns:a16="http://schemas.microsoft.com/office/drawing/2014/main" id="{53BEA877-E778-139C-0352-936E6DF7957F}"/>
                    </a:ext>
                  </a:extLst>
                </p:cNvPr>
                <p:cNvSpPr txBox="1"/>
                <p:nvPr/>
              </p:nvSpPr>
              <p:spPr>
                <a:xfrm>
                  <a:off x="4190999" y="3870866"/>
                  <a:ext cx="1689308" cy="307777"/>
                </a:xfrm>
                <a:prstGeom prst="rect">
                  <a:avLst/>
                </a:prstGeom>
                <a:noFill/>
              </p:spPr>
              <p:txBody>
                <a:bodyPr wrap="square" rtlCol="0">
                  <a:spAutoFit/>
                </a:bodyPr>
                <a:lstStyle/>
                <a:p>
                  <a:r>
                    <a:rPr lang="en-GB" sz="1400" b="1" noProof="0">
                      <a:solidFill>
                        <a:schemeClr val="bg1"/>
                      </a:solidFill>
                    </a:rPr>
                    <a:t>Image Processor</a:t>
                  </a:r>
                </a:p>
              </p:txBody>
            </p:sp>
          </p:grpSp>
          <p:grpSp>
            <p:nvGrpSpPr>
              <p:cNvPr id="54" name="Group 53">
                <a:extLst>
                  <a:ext uri="{FF2B5EF4-FFF2-40B4-BE49-F238E27FC236}">
                    <a16:creationId xmlns:a16="http://schemas.microsoft.com/office/drawing/2014/main" id="{FC235D43-81F0-CFD6-6049-B448A61737EF}"/>
                  </a:ext>
                </a:extLst>
              </p:cNvPr>
              <p:cNvGrpSpPr/>
              <p:nvPr/>
            </p:nvGrpSpPr>
            <p:grpSpPr>
              <a:xfrm>
                <a:off x="4585332" y="1969529"/>
                <a:ext cx="377825" cy="324000"/>
                <a:chOff x="4516120" y="4284619"/>
                <a:chExt cx="377825" cy="324000"/>
              </a:xfrm>
            </p:grpSpPr>
            <p:sp>
              <p:nvSpPr>
                <p:cNvPr id="59" name="Rectangle: Rounded Corners 58">
                  <a:extLst>
                    <a:ext uri="{FF2B5EF4-FFF2-40B4-BE49-F238E27FC236}">
                      <a16:creationId xmlns:a16="http://schemas.microsoft.com/office/drawing/2014/main" id="{CF46BF18-E7C2-1256-DA7A-55C86151B0BE}"/>
                    </a:ext>
                  </a:extLst>
                </p:cNvPr>
                <p:cNvSpPr/>
                <p:nvPr/>
              </p:nvSpPr>
              <p:spPr>
                <a:xfrm>
                  <a:off x="4516120" y="4284619"/>
                  <a:ext cx="377825" cy="324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TextBox 59">
                  <a:extLst>
                    <a:ext uri="{FF2B5EF4-FFF2-40B4-BE49-F238E27FC236}">
                      <a16:creationId xmlns:a16="http://schemas.microsoft.com/office/drawing/2014/main" id="{050AC8A9-97D2-8AFB-D746-2B67C074EA0E}"/>
                    </a:ext>
                  </a:extLst>
                </p:cNvPr>
                <p:cNvSpPr txBox="1"/>
                <p:nvPr/>
              </p:nvSpPr>
              <p:spPr>
                <a:xfrm>
                  <a:off x="4522312" y="4294646"/>
                  <a:ext cx="364013" cy="307777"/>
                </a:xfrm>
                <a:prstGeom prst="rect">
                  <a:avLst/>
                </a:prstGeom>
                <a:noFill/>
              </p:spPr>
              <p:txBody>
                <a:bodyPr wrap="square" rtlCol="0">
                  <a:spAutoFit/>
                </a:bodyPr>
                <a:lstStyle/>
                <a:p>
                  <a:r>
                    <a:rPr lang="en-GB" sz="1400" b="1" noProof="0">
                      <a:solidFill>
                        <a:schemeClr val="bg1"/>
                      </a:solidFill>
                    </a:rPr>
                    <a:t>UI</a:t>
                  </a:r>
                  <a:endParaRPr lang="en-GB" b="1" noProof="0">
                    <a:solidFill>
                      <a:schemeClr val="bg1"/>
                    </a:solidFill>
                  </a:endParaRPr>
                </a:p>
              </p:txBody>
            </p:sp>
          </p:grpSp>
          <p:sp>
            <p:nvSpPr>
              <p:cNvPr id="55" name="TextBox 54">
                <a:extLst>
                  <a:ext uri="{FF2B5EF4-FFF2-40B4-BE49-F238E27FC236}">
                    <a16:creationId xmlns:a16="http://schemas.microsoft.com/office/drawing/2014/main" id="{0355CE47-93C9-3CB7-F5A5-616FCD9F8F63}"/>
                  </a:ext>
                </a:extLst>
              </p:cNvPr>
              <p:cNvSpPr txBox="1"/>
              <p:nvPr/>
            </p:nvSpPr>
            <p:spPr>
              <a:xfrm>
                <a:off x="4917440" y="1786704"/>
                <a:ext cx="343364" cy="646331"/>
              </a:xfrm>
              <a:prstGeom prst="rect">
                <a:avLst/>
              </a:prstGeom>
              <a:noFill/>
            </p:spPr>
            <p:txBody>
              <a:bodyPr wrap="none" rtlCol="0">
                <a:spAutoFit/>
              </a:bodyPr>
              <a:lstStyle/>
              <a:p>
                <a:r>
                  <a:rPr lang="en-GB" sz="3600" b="1" noProof="0">
                    <a:solidFill>
                      <a:schemeClr val="tx2"/>
                    </a:solidFill>
                  </a:rPr>
                  <a:t>:</a:t>
                </a:r>
              </a:p>
            </p:txBody>
          </p:sp>
          <p:sp>
            <p:nvSpPr>
              <p:cNvPr id="56" name="TextBox 55">
                <a:extLst>
                  <a:ext uri="{FF2B5EF4-FFF2-40B4-BE49-F238E27FC236}">
                    <a16:creationId xmlns:a16="http://schemas.microsoft.com/office/drawing/2014/main" id="{62B7FAAE-DEA6-2DC7-28B9-B5E5181DCB2D}"/>
                  </a:ext>
                </a:extLst>
              </p:cNvPr>
              <p:cNvSpPr txBox="1"/>
              <p:nvPr/>
            </p:nvSpPr>
            <p:spPr>
              <a:xfrm>
                <a:off x="4911062" y="2637449"/>
                <a:ext cx="343364" cy="646331"/>
              </a:xfrm>
              <a:prstGeom prst="rect">
                <a:avLst/>
              </a:prstGeom>
              <a:noFill/>
            </p:spPr>
            <p:txBody>
              <a:bodyPr wrap="none" rtlCol="0">
                <a:spAutoFit/>
              </a:bodyPr>
              <a:lstStyle/>
              <a:p>
                <a:r>
                  <a:rPr lang="en-GB" sz="3600" b="1" noProof="0">
                    <a:solidFill>
                      <a:schemeClr val="tx2"/>
                    </a:solidFill>
                  </a:rPr>
                  <a:t>:</a:t>
                </a:r>
              </a:p>
            </p:txBody>
          </p:sp>
          <p:sp>
            <p:nvSpPr>
              <p:cNvPr id="57" name="TextBox 56">
                <a:extLst>
                  <a:ext uri="{FF2B5EF4-FFF2-40B4-BE49-F238E27FC236}">
                    <a16:creationId xmlns:a16="http://schemas.microsoft.com/office/drawing/2014/main" id="{DF4361A4-FC5E-02AF-2CB0-0256A94792EC}"/>
                  </a:ext>
                </a:extLst>
              </p:cNvPr>
              <p:cNvSpPr txBox="1"/>
              <p:nvPr/>
            </p:nvSpPr>
            <p:spPr>
              <a:xfrm>
                <a:off x="4911062" y="2217216"/>
                <a:ext cx="343364" cy="646331"/>
              </a:xfrm>
              <a:prstGeom prst="rect">
                <a:avLst/>
              </a:prstGeom>
              <a:noFill/>
            </p:spPr>
            <p:txBody>
              <a:bodyPr wrap="none" rtlCol="0">
                <a:spAutoFit/>
              </a:bodyPr>
              <a:lstStyle/>
              <a:p>
                <a:r>
                  <a:rPr lang="en-GB" sz="3600" b="1" noProof="0">
                    <a:solidFill>
                      <a:schemeClr val="tx2"/>
                    </a:solidFill>
                  </a:rPr>
                  <a:t>:</a:t>
                </a:r>
              </a:p>
            </p:txBody>
          </p:sp>
          <p:pic>
            <p:nvPicPr>
              <p:cNvPr id="58" name="Picture 57">
                <a:extLst>
                  <a:ext uri="{FF2B5EF4-FFF2-40B4-BE49-F238E27FC236}">
                    <a16:creationId xmlns:a16="http://schemas.microsoft.com/office/drawing/2014/main" id="{9E463180-D03C-943C-083B-361F0A7761A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44394" y="2537503"/>
                <a:ext cx="1224000" cy="1224000"/>
              </a:xfrm>
              <a:prstGeom prst="rect">
                <a:avLst/>
              </a:prstGeom>
            </p:spPr>
          </p:pic>
        </p:grpSp>
        <p:sp>
          <p:nvSpPr>
            <p:cNvPr id="87" name="Rectangle: Rounded Corners 86">
              <a:extLst>
                <a:ext uri="{FF2B5EF4-FFF2-40B4-BE49-F238E27FC236}">
                  <a16:creationId xmlns:a16="http://schemas.microsoft.com/office/drawing/2014/main" id="{5D876BD6-F1C1-1F67-E060-DCF82526CF25}"/>
                </a:ext>
              </a:extLst>
            </p:cNvPr>
            <p:cNvSpPr/>
            <p:nvPr/>
          </p:nvSpPr>
          <p:spPr>
            <a:xfrm>
              <a:off x="5299311" y="3086031"/>
              <a:ext cx="868761"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Simple</a:t>
              </a:r>
            </a:p>
          </p:txBody>
        </p:sp>
        <p:sp>
          <p:nvSpPr>
            <p:cNvPr id="88" name="Rectangle: Rounded Corners 87">
              <a:extLst>
                <a:ext uri="{FF2B5EF4-FFF2-40B4-BE49-F238E27FC236}">
                  <a16:creationId xmlns:a16="http://schemas.microsoft.com/office/drawing/2014/main" id="{4E6CDDF6-FE88-90F7-F976-DE67A625A442}"/>
                </a:ext>
              </a:extLst>
            </p:cNvPr>
            <p:cNvSpPr/>
            <p:nvPr/>
          </p:nvSpPr>
          <p:spPr>
            <a:xfrm>
              <a:off x="5282186" y="3505014"/>
              <a:ext cx="1392573"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Compression</a:t>
              </a:r>
            </a:p>
          </p:txBody>
        </p:sp>
        <p:sp>
          <p:nvSpPr>
            <p:cNvPr id="89" name="Rectangle: Rounded Corners 88">
              <a:extLst>
                <a:ext uri="{FF2B5EF4-FFF2-40B4-BE49-F238E27FC236}">
                  <a16:creationId xmlns:a16="http://schemas.microsoft.com/office/drawing/2014/main" id="{E8AC02E2-0EAD-F431-BD12-21A581147CCF}"/>
                </a:ext>
              </a:extLst>
            </p:cNvPr>
            <p:cNvSpPr/>
            <p:nvPr/>
          </p:nvSpPr>
          <p:spPr>
            <a:xfrm>
              <a:off x="6400439" y="3939238"/>
              <a:ext cx="878185"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Cache</a:t>
              </a:r>
            </a:p>
          </p:txBody>
        </p:sp>
        <p:sp>
          <p:nvSpPr>
            <p:cNvPr id="90" name="Rectangle: Rounded Corners 89">
              <a:extLst>
                <a:ext uri="{FF2B5EF4-FFF2-40B4-BE49-F238E27FC236}">
                  <a16:creationId xmlns:a16="http://schemas.microsoft.com/office/drawing/2014/main" id="{ACB02D5F-1969-67A8-AEBC-E92A125C296E}"/>
                </a:ext>
              </a:extLst>
            </p:cNvPr>
            <p:cNvSpPr/>
            <p:nvPr/>
          </p:nvSpPr>
          <p:spPr>
            <a:xfrm>
              <a:off x="5299311" y="3939765"/>
              <a:ext cx="935373"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Manual</a:t>
              </a:r>
            </a:p>
          </p:txBody>
        </p:sp>
      </p:grpSp>
      <p:grpSp>
        <p:nvGrpSpPr>
          <p:cNvPr id="116" name="Group 115">
            <a:extLst>
              <a:ext uri="{FF2B5EF4-FFF2-40B4-BE49-F238E27FC236}">
                <a16:creationId xmlns:a16="http://schemas.microsoft.com/office/drawing/2014/main" id="{D9856A6B-841C-3499-E0FB-8B2429368EB9}"/>
              </a:ext>
            </a:extLst>
          </p:cNvPr>
          <p:cNvGrpSpPr/>
          <p:nvPr/>
        </p:nvGrpSpPr>
        <p:grpSpPr>
          <a:xfrm>
            <a:off x="1844394" y="4680703"/>
            <a:ext cx="7839284" cy="1958257"/>
            <a:chOff x="1844394" y="4680703"/>
            <a:chExt cx="7839284" cy="1958257"/>
          </a:xfrm>
        </p:grpSpPr>
        <p:grpSp>
          <p:nvGrpSpPr>
            <p:cNvPr id="65" name="Group 64">
              <a:extLst>
                <a:ext uri="{FF2B5EF4-FFF2-40B4-BE49-F238E27FC236}">
                  <a16:creationId xmlns:a16="http://schemas.microsoft.com/office/drawing/2014/main" id="{808ABAD2-023A-BB94-7FF0-D8D96705E348}"/>
                </a:ext>
              </a:extLst>
            </p:cNvPr>
            <p:cNvGrpSpPr/>
            <p:nvPr/>
          </p:nvGrpSpPr>
          <p:grpSpPr>
            <a:xfrm>
              <a:off x="1844394" y="4680703"/>
              <a:ext cx="7839284" cy="1958257"/>
              <a:chOff x="1844394" y="1786704"/>
              <a:chExt cx="7839284" cy="1958257"/>
            </a:xfrm>
          </p:grpSpPr>
          <p:cxnSp>
            <p:nvCxnSpPr>
              <p:cNvPr id="66" name="Straight Connector 65">
                <a:extLst>
                  <a:ext uri="{FF2B5EF4-FFF2-40B4-BE49-F238E27FC236}">
                    <a16:creationId xmlns:a16="http://schemas.microsoft.com/office/drawing/2014/main" id="{12BC335A-517D-73E0-057D-15284492D010}"/>
                  </a:ext>
                </a:extLst>
              </p:cNvPr>
              <p:cNvCxnSpPr/>
              <p:nvPr/>
            </p:nvCxnSpPr>
            <p:spPr>
              <a:xfrm>
                <a:off x="2495800" y="3320655"/>
                <a:ext cx="7187878" cy="0"/>
              </a:xfrm>
              <a:prstGeom prst="line">
                <a:avLst/>
              </a:prstGeom>
              <a:ln w="19050">
                <a:solidFill>
                  <a:srgbClr val="102C53"/>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A060295C-A9E7-B847-1E8A-576D74AB45DB}"/>
                  </a:ext>
                </a:extLst>
              </p:cNvPr>
              <p:cNvGrpSpPr/>
              <p:nvPr/>
            </p:nvGrpSpPr>
            <p:grpSpPr>
              <a:xfrm>
                <a:off x="3725220" y="2397080"/>
                <a:ext cx="1239442" cy="322089"/>
                <a:chOff x="4190999" y="3339404"/>
                <a:chExt cx="1239442" cy="322089"/>
              </a:xfrm>
            </p:grpSpPr>
            <p:sp>
              <p:nvSpPr>
                <p:cNvPr id="78" name="Rectangle: Rounded Corners 77">
                  <a:extLst>
                    <a:ext uri="{FF2B5EF4-FFF2-40B4-BE49-F238E27FC236}">
                      <a16:creationId xmlns:a16="http://schemas.microsoft.com/office/drawing/2014/main" id="{4AE68712-2A48-C255-9DAF-0E6CC54B6ADA}"/>
                    </a:ext>
                  </a:extLst>
                </p:cNvPr>
                <p:cNvSpPr/>
                <p:nvPr/>
              </p:nvSpPr>
              <p:spPr>
                <a:xfrm>
                  <a:off x="4191000" y="3339404"/>
                  <a:ext cx="1239441" cy="322089"/>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TextBox 78">
                  <a:extLst>
                    <a:ext uri="{FF2B5EF4-FFF2-40B4-BE49-F238E27FC236}">
                      <a16:creationId xmlns:a16="http://schemas.microsoft.com/office/drawing/2014/main" id="{0A3C7DAC-BB1D-3714-ED27-18DD64CF5169}"/>
                    </a:ext>
                  </a:extLst>
                </p:cNvPr>
                <p:cNvSpPr txBox="1"/>
                <p:nvPr/>
              </p:nvSpPr>
              <p:spPr>
                <a:xfrm>
                  <a:off x="4190999" y="3346097"/>
                  <a:ext cx="1239442" cy="307777"/>
                </a:xfrm>
                <a:prstGeom prst="rect">
                  <a:avLst/>
                </a:prstGeom>
                <a:noFill/>
              </p:spPr>
              <p:txBody>
                <a:bodyPr wrap="none" rtlCol="0">
                  <a:spAutoFit/>
                </a:bodyPr>
                <a:lstStyle/>
                <a:p>
                  <a:r>
                    <a:rPr lang="en-GB" sz="1400" b="1" noProof="0">
                      <a:solidFill>
                        <a:schemeClr val="bg1"/>
                      </a:solidFill>
                    </a:rPr>
                    <a:t>Image Store</a:t>
                  </a:r>
                </a:p>
              </p:txBody>
            </p:sp>
          </p:grpSp>
          <p:grpSp>
            <p:nvGrpSpPr>
              <p:cNvPr id="68" name="Group 67">
                <a:extLst>
                  <a:ext uri="{FF2B5EF4-FFF2-40B4-BE49-F238E27FC236}">
                    <a16:creationId xmlns:a16="http://schemas.microsoft.com/office/drawing/2014/main" id="{7CB66EBA-B51C-2EFD-0A10-6445E13BAB63}"/>
                  </a:ext>
                </a:extLst>
              </p:cNvPr>
              <p:cNvGrpSpPr/>
              <p:nvPr/>
            </p:nvGrpSpPr>
            <p:grpSpPr>
              <a:xfrm>
                <a:off x="3317236" y="2808961"/>
                <a:ext cx="1689308" cy="324000"/>
                <a:chOff x="4190999" y="3862755"/>
                <a:chExt cx="1689308" cy="324000"/>
              </a:xfrm>
            </p:grpSpPr>
            <p:sp>
              <p:nvSpPr>
                <p:cNvPr id="76" name="Rectangle: Rounded Corners 75">
                  <a:extLst>
                    <a:ext uri="{FF2B5EF4-FFF2-40B4-BE49-F238E27FC236}">
                      <a16:creationId xmlns:a16="http://schemas.microsoft.com/office/drawing/2014/main" id="{561F831E-185B-9624-9DF3-0854C97FF031}"/>
                    </a:ext>
                  </a:extLst>
                </p:cNvPr>
                <p:cNvSpPr/>
                <p:nvPr/>
              </p:nvSpPr>
              <p:spPr>
                <a:xfrm>
                  <a:off x="4190999" y="3862755"/>
                  <a:ext cx="1645921" cy="324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7" name="TextBox 76">
                  <a:extLst>
                    <a:ext uri="{FF2B5EF4-FFF2-40B4-BE49-F238E27FC236}">
                      <a16:creationId xmlns:a16="http://schemas.microsoft.com/office/drawing/2014/main" id="{A214BCF7-7BF9-6573-DCB4-AF83E07DCBE1}"/>
                    </a:ext>
                  </a:extLst>
                </p:cNvPr>
                <p:cNvSpPr txBox="1"/>
                <p:nvPr/>
              </p:nvSpPr>
              <p:spPr>
                <a:xfrm>
                  <a:off x="4190999" y="3870866"/>
                  <a:ext cx="1689308" cy="307777"/>
                </a:xfrm>
                <a:prstGeom prst="rect">
                  <a:avLst/>
                </a:prstGeom>
                <a:noFill/>
              </p:spPr>
              <p:txBody>
                <a:bodyPr wrap="square" rtlCol="0">
                  <a:spAutoFit/>
                </a:bodyPr>
                <a:lstStyle/>
                <a:p>
                  <a:r>
                    <a:rPr lang="en-GB" sz="1400" b="1" noProof="0">
                      <a:solidFill>
                        <a:schemeClr val="bg1"/>
                      </a:solidFill>
                    </a:rPr>
                    <a:t>Image Processor</a:t>
                  </a:r>
                </a:p>
              </p:txBody>
            </p:sp>
          </p:grpSp>
          <p:grpSp>
            <p:nvGrpSpPr>
              <p:cNvPr id="69" name="Group 68">
                <a:extLst>
                  <a:ext uri="{FF2B5EF4-FFF2-40B4-BE49-F238E27FC236}">
                    <a16:creationId xmlns:a16="http://schemas.microsoft.com/office/drawing/2014/main" id="{941534FE-B057-69C0-40FF-A9A0EAC6AA6A}"/>
                  </a:ext>
                </a:extLst>
              </p:cNvPr>
              <p:cNvGrpSpPr/>
              <p:nvPr/>
            </p:nvGrpSpPr>
            <p:grpSpPr>
              <a:xfrm>
                <a:off x="4585332" y="1969529"/>
                <a:ext cx="377825" cy="324000"/>
                <a:chOff x="4516120" y="4284619"/>
                <a:chExt cx="377825" cy="324000"/>
              </a:xfrm>
            </p:grpSpPr>
            <p:sp>
              <p:nvSpPr>
                <p:cNvPr id="74" name="Rectangle: Rounded Corners 73">
                  <a:extLst>
                    <a:ext uri="{FF2B5EF4-FFF2-40B4-BE49-F238E27FC236}">
                      <a16:creationId xmlns:a16="http://schemas.microsoft.com/office/drawing/2014/main" id="{616C4A84-883A-C60E-A633-256DD7391324}"/>
                    </a:ext>
                  </a:extLst>
                </p:cNvPr>
                <p:cNvSpPr/>
                <p:nvPr/>
              </p:nvSpPr>
              <p:spPr>
                <a:xfrm>
                  <a:off x="4516120" y="4284619"/>
                  <a:ext cx="377825" cy="324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TextBox 74">
                  <a:extLst>
                    <a:ext uri="{FF2B5EF4-FFF2-40B4-BE49-F238E27FC236}">
                      <a16:creationId xmlns:a16="http://schemas.microsoft.com/office/drawing/2014/main" id="{3B332FFE-B230-2FE9-DD80-01AC416603DF}"/>
                    </a:ext>
                  </a:extLst>
                </p:cNvPr>
                <p:cNvSpPr txBox="1"/>
                <p:nvPr/>
              </p:nvSpPr>
              <p:spPr>
                <a:xfrm>
                  <a:off x="4522312" y="4294646"/>
                  <a:ext cx="364013" cy="307777"/>
                </a:xfrm>
                <a:prstGeom prst="rect">
                  <a:avLst/>
                </a:prstGeom>
                <a:noFill/>
              </p:spPr>
              <p:txBody>
                <a:bodyPr wrap="square" rtlCol="0">
                  <a:spAutoFit/>
                </a:bodyPr>
                <a:lstStyle/>
                <a:p>
                  <a:r>
                    <a:rPr lang="en-GB" sz="1400" b="1" noProof="0">
                      <a:solidFill>
                        <a:schemeClr val="bg1"/>
                      </a:solidFill>
                    </a:rPr>
                    <a:t>UI</a:t>
                  </a:r>
                  <a:endParaRPr lang="en-GB" b="1" noProof="0">
                    <a:solidFill>
                      <a:schemeClr val="bg1"/>
                    </a:solidFill>
                  </a:endParaRPr>
                </a:p>
              </p:txBody>
            </p:sp>
          </p:grpSp>
          <p:sp>
            <p:nvSpPr>
              <p:cNvPr id="70" name="TextBox 69">
                <a:extLst>
                  <a:ext uri="{FF2B5EF4-FFF2-40B4-BE49-F238E27FC236}">
                    <a16:creationId xmlns:a16="http://schemas.microsoft.com/office/drawing/2014/main" id="{89640877-EEF1-BB73-79BD-2D9777E9A23B}"/>
                  </a:ext>
                </a:extLst>
              </p:cNvPr>
              <p:cNvSpPr txBox="1"/>
              <p:nvPr/>
            </p:nvSpPr>
            <p:spPr>
              <a:xfrm>
                <a:off x="4917440" y="1786704"/>
                <a:ext cx="343364" cy="646331"/>
              </a:xfrm>
              <a:prstGeom prst="rect">
                <a:avLst/>
              </a:prstGeom>
              <a:noFill/>
            </p:spPr>
            <p:txBody>
              <a:bodyPr wrap="none" rtlCol="0">
                <a:spAutoFit/>
              </a:bodyPr>
              <a:lstStyle/>
              <a:p>
                <a:r>
                  <a:rPr lang="en-GB" sz="3600" b="1" noProof="0">
                    <a:solidFill>
                      <a:schemeClr val="tx2"/>
                    </a:solidFill>
                  </a:rPr>
                  <a:t>:</a:t>
                </a:r>
              </a:p>
            </p:txBody>
          </p:sp>
          <p:sp>
            <p:nvSpPr>
              <p:cNvPr id="71" name="TextBox 70">
                <a:extLst>
                  <a:ext uri="{FF2B5EF4-FFF2-40B4-BE49-F238E27FC236}">
                    <a16:creationId xmlns:a16="http://schemas.microsoft.com/office/drawing/2014/main" id="{067C6C73-3041-A49B-7DDD-EBB13193F173}"/>
                  </a:ext>
                </a:extLst>
              </p:cNvPr>
              <p:cNvSpPr txBox="1"/>
              <p:nvPr/>
            </p:nvSpPr>
            <p:spPr>
              <a:xfrm>
                <a:off x="4911062" y="2637449"/>
                <a:ext cx="343364" cy="646331"/>
              </a:xfrm>
              <a:prstGeom prst="rect">
                <a:avLst/>
              </a:prstGeom>
              <a:noFill/>
            </p:spPr>
            <p:txBody>
              <a:bodyPr wrap="none" rtlCol="0">
                <a:spAutoFit/>
              </a:bodyPr>
              <a:lstStyle/>
              <a:p>
                <a:r>
                  <a:rPr lang="en-GB" sz="3600" b="1" noProof="0">
                    <a:solidFill>
                      <a:schemeClr val="tx2"/>
                    </a:solidFill>
                  </a:rPr>
                  <a:t>:</a:t>
                </a:r>
              </a:p>
            </p:txBody>
          </p:sp>
          <p:sp>
            <p:nvSpPr>
              <p:cNvPr id="72" name="TextBox 71">
                <a:extLst>
                  <a:ext uri="{FF2B5EF4-FFF2-40B4-BE49-F238E27FC236}">
                    <a16:creationId xmlns:a16="http://schemas.microsoft.com/office/drawing/2014/main" id="{A39ECDF0-7BEA-EE00-333C-82B9AD73F10C}"/>
                  </a:ext>
                </a:extLst>
              </p:cNvPr>
              <p:cNvSpPr txBox="1"/>
              <p:nvPr/>
            </p:nvSpPr>
            <p:spPr>
              <a:xfrm>
                <a:off x="4911062" y="2217216"/>
                <a:ext cx="343364" cy="646331"/>
              </a:xfrm>
              <a:prstGeom prst="rect">
                <a:avLst/>
              </a:prstGeom>
              <a:noFill/>
            </p:spPr>
            <p:txBody>
              <a:bodyPr wrap="none" rtlCol="0">
                <a:spAutoFit/>
              </a:bodyPr>
              <a:lstStyle/>
              <a:p>
                <a:r>
                  <a:rPr lang="en-GB" sz="3600" b="1" noProof="0">
                    <a:solidFill>
                      <a:schemeClr val="tx2"/>
                    </a:solidFill>
                  </a:rPr>
                  <a:t>:</a:t>
                </a:r>
              </a:p>
            </p:txBody>
          </p:sp>
          <p:pic>
            <p:nvPicPr>
              <p:cNvPr id="73" name="Picture 72">
                <a:extLst>
                  <a:ext uri="{FF2B5EF4-FFF2-40B4-BE49-F238E27FC236}">
                    <a16:creationId xmlns:a16="http://schemas.microsoft.com/office/drawing/2014/main" id="{5D89BAB1-F9AB-A85C-2BA6-EBA45969EC0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844394" y="2520961"/>
                <a:ext cx="1224000" cy="1224000"/>
              </a:xfrm>
              <a:prstGeom prst="rect">
                <a:avLst/>
              </a:prstGeom>
            </p:spPr>
          </p:pic>
        </p:grpSp>
        <p:sp>
          <p:nvSpPr>
            <p:cNvPr id="91" name="Rectangle: Rounded Corners 90">
              <a:extLst>
                <a:ext uri="{FF2B5EF4-FFF2-40B4-BE49-F238E27FC236}">
                  <a16:creationId xmlns:a16="http://schemas.microsoft.com/office/drawing/2014/main" id="{F0662AF8-A432-883A-6BA0-2442969C1787}"/>
                </a:ext>
              </a:extLst>
            </p:cNvPr>
            <p:cNvSpPr/>
            <p:nvPr/>
          </p:nvSpPr>
          <p:spPr>
            <a:xfrm>
              <a:off x="5267182" y="4847322"/>
              <a:ext cx="868761"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Simple</a:t>
              </a:r>
            </a:p>
          </p:txBody>
        </p:sp>
        <p:sp>
          <p:nvSpPr>
            <p:cNvPr id="92" name="Rectangle: Rounded Corners 91">
              <a:extLst>
                <a:ext uri="{FF2B5EF4-FFF2-40B4-BE49-F238E27FC236}">
                  <a16:creationId xmlns:a16="http://schemas.microsoft.com/office/drawing/2014/main" id="{6E9EAE02-D803-C6C6-1236-E483FAA13A24}"/>
                </a:ext>
              </a:extLst>
            </p:cNvPr>
            <p:cNvSpPr/>
            <p:nvPr/>
          </p:nvSpPr>
          <p:spPr>
            <a:xfrm>
              <a:off x="5272917" y="5266305"/>
              <a:ext cx="1392573"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Compression</a:t>
              </a:r>
            </a:p>
          </p:txBody>
        </p:sp>
        <p:sp>
          <p:nvSpPr>
            <p:cNvPr id="94" name="Rectangle: Rounded Corners 93">
              <a:extLst>
                <a:ext uri="{FF2B5EF4-FFF2-40B4-BE49-F238E27FC236}">
                  <a16:creationId xmlns:a16="http://schemas.microsoft.com/office/drawing/2014/main" id="{7D289C63-469E-B102-229F-88CF8634B3AC}"/>
                </a:ext>
              </a:extLst>
            </p:cNvPr>
            <p:cNvSpPr/>
            <p:nvPr/>
          </p:nvSpPr>
          <p:spPr>
            <a:xfrm>
              <a:off x="5267182" y="5701056"/>
              <a:ext cx="935373"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Manual</a:t>
              </a:r>
            </a:p>
          </p:txBody>
        </p:sp>
        <p:sp>
          <p:nvSpPr>
            <p:cNvPr id="95" name="Rectangle: Rounded Corners 94">
              <a:extLst>
                <a:ext uri="{FF2B5EF4-FFF2-40B4-BE49-F238E27FC236}">
                  <a16:creationId xmlns:a16="http://schemas.microsoft.com/office/drawing/2014/main" id="{2AA52CE1-E88F-B3A2-B7C5-60C254776257}"/>
                </a:ext>
              </a:extLst>
            </p:cNvPr>
            <p:cNvSpPr/>
            <p:nvPr/>
          </p:nvSpPr>
          <p:spPr>
            <a:xfrm>
              <a:off x="6380721" y="5703509"/>
              <a:ext cx="1119805" cy="340794"/>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schemeClr val="tx1"/>
                  </a:solidFill>
                </a:rPr>
                <a:t>No Cache</a:t>
              </a:r>
            </a:p>
          </p:txBody>
        </p:sp>
      </p:grpSp>
      <p:sp>
        <p:nvSpPr>
          <p:cNvPr id="123" name="Arrow: Right 122">
            <a:extLst>
              <a:ext uri="{FF2B5EF4-FFF2-40B4-BE49-F238E27FC236}">
                <a16:creationId xmlns:a16="http://schemas.microsoft.com/office/drawing/2014/main" id="{05465833-2D95-91F8-B10D-3FADA90EFB16}"/>
              </a:ext>
            </a:extLst>
          </p:cNvPr>
          <p:cNvSpPr/>
          <p:nvPr/>
        </p:nvSpPr>
        <p:spPr>
          <a:xfrm rot="10800000">
            <a:off x="8002061" y="2307448"/>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4" name="Arrow: Right 123">
            <a:extLst>
              <a:ext uri="{FF2B5EF4-FFF2-40B4-BE49-F238E27FC236}">
                <a16:creationId xmlns:a16="http://schemas.microsoft.com/office/drawing/2014/main" id="{3B86A7DF-5357-4629-70C9-F9FEE586F411}"/>
              </a:ext>
            </a:extLst>
          </p:cNvPr>
          <p:cNvSpPr/>
          <p:nvPr/>
        </p:nvSpPr>
        <p:spPr>
          <a:xfrm rot="10800000">
            <a:off x="7436759" y="3997090"/>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5" name="Arrow: Right 124">
            <a:extLst>
              <a:ext uri="{FF2B5EF4-FFF2-40B4-BE49-F238E27FC236}">
                <a16:creationId xmlns:a16="http://schemas.microsoft.com/office/drawing/2014/main" id="{CFCD98B2-0A97-F60A-4397-9F703C540410}"/>
              </a:ext>
            </a:extLst>
          </p:cNvPr>
          <p:cNvSpPr/>
          <p:nvPr/>
        </p:nvSpPr>
        <p:spPr>
          <a:xfrm rot="10800000">
            <a:off x="7618217" y="5771177"/>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4" name="Position Fluo">
            <a:extLst>
              <a:ext uri="{FF2B5EF4-FFF2-40B4-BE49-F238E27FC236}">
                <a16:creationId xmlns:a16="http://schemas.microsoft.com/office/drawing/2014/main" id="{0537952A-D693-0315-FC5E-4C069C12CA7C}"/>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20" name="Group 19">
            <a:extLst>
              <a:ext uri="{FF2B5EF4-FFF2-40B4-BE49-F238E27FC236}">
                <a16:creationId xmlns:a16="http://schemas.microsoft.com/office/drawing/2014/main" id="{2224E391-9F7A-8270-0A31-A3D81922C0CE}"/>
              </a:ext>
            </a:extLst>
          </p:cNvPr>
          <p:cNvGrpSpPr/>
          <p:nvPr/>
        </p:nvGrpSpPr>
        <p:grpSpPr>
          <a:xfrm>
            <a:off x="10278334" y="0"/>
            <a:ext cx="987657" cy="297132"/>
            <a:chOff x="10278334" y="0"/>
            <a:chExt cx="987657" cy="297132"/>
          </a:xfrm>
        </p:grpSpPr>
        <p:grpSp>
          <p:nvGrpSpPr>
            <p:cNvPr id="21" name="Group 20">
              <a:extLst>
                <a:ext uri="{FF2B5EF4-FFF2-40B4-BE49-F238E27FC236}">
                  <a16:creationId xmlns:a16="http://schemas.microsoft.com/office/drawing/2014/main" id="{E075519A-CA07-F4D2-C287-BEF4E851BA30}"/>
                </a:ext>
              </a:extLst>
            </p:cNvPr>
            <p:cNvGrpSpPr/>
            <p:nvPr/>
          </p:nvGrpSpPr>
          <p:grpSpPr>
            <a:xfrm>
              <a:off x="10278334" y="0"/>
              <a:ext cx="336385" cy="294592"/>
              <a:chOff x="10278334" y="0"/>
              <a:chExt cx="336385" cy="294592"/>
            </a:xfrm>
          </p:grpSpPr>
          <p:sp>
            <p:nvSpPr>
              <p:cNvPr id="35" name="Rectangle 34">
                <a:extLst>
                  <a:ext uri="{FF2B5EF4-FFF2-40B4-BE49-F238E27FC236}">
                    <a16:creationId xmlns:a16="http://schemas.microsoft.com/office/drawing/2014/main" id="{E9C1362A-CCB3-93BB-FEB3-E8D738EC0B41}"/>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21221C18-63A5-3084-1759-C5C9EF9900D5}"/>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20D2B346-51E5-8B6E-0D9D-A80C5EA1F324}"/>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25" name="Group 24">
              <a:extLst>
                <a:ext uri="{FF2B5EF4-FFF2-40B4-BE49-F238E27FC236}">
                  <a16:creationId xmlns:a16="http://schemas.microsoft.com/office/drawing/2014/main" id="{ABBAF8C1-65D4-1E3C-5CE9-923D65A52791}"/>
                </a:ext>
              </a:extLst>
            </p:cNvPr>
            <p:cNvGrpSpPr/>
            <p:nvPr/>
          </p:nvGrpSpPr>
          <p:grpSpPr>
            <a:xfrm>
              <a:off x="10605240" y="0"/>
              <a:ext cx="336385" cy="297132"/>
              <a:chOff x="10289176" y="0"/>
              <a:chExt cx="336385" cy="297132"/>
            </a:xfrm>
          </p:grpSpPr>
          <p:sp>
            <p:nvSpPr>
              <p:cNvPr id="31" name="Rectangle 30">
                <a:extLst>
                  <a:ext uri="{FF2B5EF4-FFF2-40B4-BE49-F238E27FC236}">
                    <a16:creationId xmlns:a16="http://schemas.microsoft.com/office/drawing/2014/main" id="{AD16F3ED-D213-1C0A-2896-74DCF6AC837A}"/>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2" name="Group 31">
                <a:extLst>
                  <a:ext uri="{FF2B5EF4-FFF2-40B4-BE49-F238E27FC236}">
                    <a16:creationId xmlns:a16="http://schemas.microsoft.com/office/drawing/2014/main" id="{0097759C-5F42-E29F-CBED-124E4BB12636}"/>
                  </a:ext>
                </a:extLst>
              </p:cNvPr>
              <p:cNvGrpSpPr/>
              <p:nvPr/>
            </p:nvGrpSpPr>
            <p:grpSpPr>
              <a:xfrm>
                <a:off x="10289176" y="81688"/>
                <a:ext cx="336385" cy="215444"/>
                <a:chOff x="5178425" y="855322"/>
                <a:chExt cx="336385" cy="215444"/>
              </a:xfrm>
            </p:grpSpPr>
            <p:sp>
              <p:nvSpPr>
                <p:cNvPr id="33" name="Oval 32">
                  <a:extLst>
                    <a:ext uri="{FF2B5EF4-FFF2-40B4-BE49-F238E27FC236}">
                      <a16:creationId xmlns:a16="http://schemas.microsoft.com/office/drawing/2014/main" id="{BF485A07-2067-6644-CD1A-6C94300DA1FD}"/>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E6CE52D5-DFB9-9DF0-2A30-3CF8C1432290}"/>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26" name="Group 25">
              <a:extLst>
                <a:ext uri="{FF2B5EF4-FFF2-40B4-BE49-F238E27FC236}">
                  <a16:creationId xmlns:a16="http://schemas.microsoft.com/office/drawing/2014/main" id="{EAA38E78-43DA-E0E7-A448-12BCB31741EE}"/>
                </a:ext>
              </a:extLst>
            </p:cNvPr>
            <p:cNvGrpSpPr/>
            <p:nvPr/>
          </p:nvGrpSpPr>
          <p:grpSpPr>
            <a:xfrm>
              <a:off x="10929606" y="0"/>
              <a:ext cx="336385" cy="297132"/>
              <a:chOff x="10880361" y="0"/>
              <a:chExt cx="336385" cy="297132"/>
            </a:xfrm>
          </p:grpSpPr>
          <p:sp>
            <p:nvSpPr>
              <p:cNvPr id="27" name="Rectangle 26">
                <a:extLst>
                  <a:ext uri="{FF2B5EF4-FFF2-40B4-BE49-F238E27FC236}">
                    <a16:creationId xmlns:a16="http://schemas.microsoft.com/office/drawing/2014/main" id="{9A1D1377-E36E-C5FD-A287-512699C1F8F0}"/>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8" name="Group 27">
                <a:extLst>
                  <a:ext uri="{FF2B5EF4-FFF2-40B4-BE49-F238E27FC236}">
                    <a16:creationId xmlns:a16="http://schemas.microsoft.com/office/drawing/2014/main" id="{C0543336-CA05-C20D-9877-97E811A53407}"/>
                  </a:ext>
                </a:extLst>
              </p:cNvPr>
              <p:cNvGrpSpPr/>
              <p:nvPr/>
            </p:nvGrpSpPr>
            <p:grpSpPr>
              <a:xfrm>
                <a:off x="10880361" y="81688"/>
                <a:ext cx="336385" cy="215444"/>
                <a:chOff x="5180965" y="851650"/>
                <a:chExt cx="336385" cy="215444"/>
              </a:xfrm>
            </p:grpSpPr>
            <p:sp>
              <p:nvSpPr>
                <p:cNvPr id="29" name="Oval 28">
                  <a:extLst>
                    <a:ext uri="{FF2B5EF4-FFF2-40B4-BE49-F238E27FC236}">
                      <a16:creationId xmlns:a16="http://schemas.microsoft.com/office/drawing/2014/main" id="{81A9E02B-80CB-6F78-04A8-62E35DA2B717}"/>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E9556A5B-FB4A-0411-9937-D0A5F7C3BC22}"/>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
        <p:nvSpPr>
          <p:cNvPr id="40" name="TextBox 39">
            <a:extLst>
              <a:ext uri="{FF2B5EF4-FFF2-40B4-BE49-F238E27FC236}">
                <a16:creationId xmlns:a16="http://schemas.microsoft.com/office/drawing/2014/main" id="{3F5F3706-5D92-F3A8-A443-EAA33B1EB52F}"/>
              </a:ext>
            </a:extLst>
          </p:cNvPr>
          <p:cNvSpPr txBox="1"/>
          <p:nvPr/>
        </p:nvSpPr>
        <p:spPr>
          <a:xfrm>
            <a:off x="6625080" y="1308130"/>
            <a:ext cx="428901" cy="923330"/>
          </a:xfrm>
          <a:prstGeom prst="rect">
            <a:avLst/>
          </a:prstGeom>
          <a:noFill/>
        </p:spPr>
        <p:txBody>
          <a:bodyPr wrap="square" rtlCol="0">
            <a:spAutoFit/>
          </a:bodyPr>
          <a:lstStyle/>
          <a:p>
            <a:r>
              <a:rPr lang="en-GB" sz="5400" dirty="0">
                <a:solidFill>
                  <a:srgbClr val="FF4755"/>
                </a:solidFill>
              </a:rPr>
              <a:t>}</a:t>
            </a:r>
          </a:p>
        </p:txBody>
      </p:sp>
      <p:sp>
        <p:nvSpPr>
          <p:cNvPr id="97" name="TextBox 96">
            <a:extLst>
              <a:ext uri="{FF2B5EF4-FFF2-40B4-BE49-F238E27FC236}">
                <a16:creationId xmlns:a16="http://schemas.microsoft.com/office/drawing/2014/main" id="{8B3E5DB9-5F2C-00F0-40E8-72CDB4F77FBD}"/>
              </a:ext>
            </a:extLst>
          </p:cNvPr>
          <p:cNvSpPr txBox="1"/>
          <p:nvPr/>
        </p:nvSpPr>
        <p:spPr>
          <a:xfrm>
            <a:off x="6621411" y="3009836"/>
            <a:ext cx="428901" cy="923330"/>
          </a:xfrm>
          <a:prstGeom prst="rect">
            <a:avLst/>
          </a:prstGeom>
          <a:noFill/>
        </p:spPr>
        <p:txBody>
          <a:bodyPr wrap="square" rtlCol="0">
            <a:spAutoFit/>
          </a:bodyPr>
          <a:lstStyle/>
          <a:p>
            <a:r>
              <a:rPr lang="en-GB" sz="5400" dirty="0">
                <a:solidFill>
                  <a:srgbClr val="FF4755"/>
                </a:solidFill>
              </a:rPr>
              <a:t>}</a:t>
            </a:r>
          </a:p>
        </p:txBody>
      </p:sp>
      <p:sp>
        <p:nvSpPr>
          <p:cNvPr id="98" name="TextBox 97">
            <a:extLst>
              <a:ext uri="{FF2B5EF4-FFF2-40B4-BE49-F238E27FC236}">
                <a16:creationId xmlns:a16="http://schemas.microsoft.com/office/drawing/2014/main" id="{94A839E9-AD1A-5E2D-0E9E-3AC75A0ABD0B}"/>
              </a:ext>
            </a:extLst>
          </p:cNvPr>
          <p:cNvSpPr txBox="1"/>
          <p:nvPr/>
        </p:nvSpPr>
        <p:spPr>
          <a:xfrm>
            <a:off x="6617742" y="4711542"/>
            <a:ext cx="428901" cy="923330"/>
          </a:xfrm>
          <a:prstGeom prst="rect">
            <a:avLst/>
          </a:prstGeom>
          <a:noFill/>
        </p:spPr>
        <p:txBody>
          <a:bodyPr wrap="square" rtlCol="0">
            <a:spAutoFit/>
          </a:bodyPr>
          <a:lstStyle/>
          <a:p>
            <a:r>
              <a:rPr lang="en-GB" sz="5400" dirty="0">
                <a:solidFill>
                  <a:srgbClr val="FF4755"/>
                </a:solidFill>
              </a:rPr>
              <a:t>}</a:t>
            </a:r>
          </a:p>
        </p:txBody>
      </p:sp>
    </p:spTree>
    <p:extLst>
      <p:ext uri="{BB962C8B-B14F-4D97-AF65-F5344CB8AC3E}">
        <p14:creationId xmlns:p14="http://schemas.microsoft.com/office/powerpoint/2010/main" val="129908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anim calcmode="lin" valueType="num">
                                      <p:cBhvr>
                                        <p:cTn id="8" dur="500" fill="hold"/>
                                        <p:tgtEl>
                                          <p:spTgt spid="96"/>
                                        </p:tgtEl>
                                        <p:attrNameLst>
                                          <p:attrName>ppt_x</p:attrName>
                                        </p:attrNameLst>
                                      </p:cBhvr>
                                      <p:tavLst>
                                        <p:tav tm="0">
                                          <p:val>
                                            <p:strVal val="#ppt_x"/>
                                          </p:val>
                                        </p:tav>
                                        <p:tav tm="100000">
                                          <p:val>
                                            <p:strVal val="#ppt_x"/>
                                          </p:val>
                                        </p:tav>
                                      </p:tavLst>
                                    </p:anim>
                                    <p:anim calcmode="lin" valueType="num">
                                      <p:cBhvr>
                                        <p:cTn id="9" dur="500" fill="hold"/>
                                        <p:tgtEl>
                                          <p:spTgt spid="9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15"/>
                                        </p:tgtEl>
                                        <p:attrNameLst>
                                          <p:attrName>style.visibility</p:attrName>
                                        </p:attrNameLst>
                                      </p:cBhvr>
                                      <p:to>
                                        <p:strVal val="visible"/>
                                      </p:to>
                                    </p:set>
                                    <p:animEffect transition="in" filter="fade">
                                      <p:cBhvr>
                                        <p:cTn id="13" dur="500"/>
                                        <p:tgtEl>
                                          <p:spTgt spid="115"/>
                                        </p:tgtEl>
                                      </p:cBhvr>
                                    </p:animEffect>
                                    <p:anim calcmode="lin" valueType="num">
                                      <p:cBhvr>
                                        <p:cTn id="14" dur="500" fill="hold"/>
                                        <p:tgtEl>
                                          <p:spTgt spid="115"/>
                                        </p:tgtEl>
                                        <p:attrNameLst>
                                          <p:attrName>ppt_x</p:attrName>
                                        </p:attrNameLst>
                                      </p:cBhvr>
                                      <p:tavLst>
                                        <p:tav tm="0">
                                          <p:val>
                                            <p:strVal val="#ppt_x"/>
                                          </p:val>
                                        </p:tav>
                                        <p:tav tm="100000">
                                          <p:val>
                                            <p:strVal val="#ppt_x"/>
                                          </p:val>
                                        </p:tav>
                                      </p:tavLst>
                                    </p:anim>
                                    <p:anim calcmode="lin" valueType="num">
                                      <p:cBhvr>
                                        <p:cTn id="15" dur="500" fill="hold"/>
                                        <p:tgtEl>
                                          <p:spTgt spid="1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116"/>
                                        </p:tgtEl>
                                        <p:attrNameLst>
                                          <p:attrName>style.visibility</p:attrName>
                                        </p:attrNameLst>
                                      </p:cBhvr>
                                      <p:to>
                                        <p:strVal val="visible"/>
                                      </p:to>
                                    </p:set>
                                    <p:animEffect transition="in" filter="fade">
                                      <p:cBhvr>
                                        <p:cTn id="19" dur="500"/>
                                        <p:tgtEl>
                                          <p:spTgt spid="116"/>
                                        </p:tgtEl>
                                      </p:cBhvr>
                                    </p:animEffect>
                                    <p:anim calcmode="lin" valueType="num">
                                      <p:cBhvr>
                                        <p:cTn id="20" dur="500" fill="hold"/>
                                        <p:tgtEl>
                                          <p:spTgt spid="116"/>
                                        </p:tgtEl>
                                        <p:attrNameLst>
                                          <p:attrName>ppt_x</p:attrName>
                                        </p:attrNameLst>
                                      </p:cBhvr>
                                      <p:tavLst>
                                        <p:tav tm="0">
                                          <p:val>
                                            <p:strVal val="#ppt_x"/>
                                          </p:val>
                                        </p:tav>
                                        <p:tav tm="100000">
                                          <p:val>
                                            <p:strVal val="#ppt_x"/>
                                          </p:val>
                                        </p:tav>
                                      </p:tavLst>
                                    </p:anim>
                                    <p:anim calcmode="lin" valueType="num">
                                      <p:cBhvr>
                                        <p:cTn id="21"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wipe(right)">
                                      <p:cBhvr>
                                        <p:cTn id="26" dur="500"/>
                                        <p:tgtEl>
                                          <p:spTgt spid="40"/>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97"/>
                                        </p:tgtEl>
                                        <p:attrNameLst>
                                          <p:attrName>style.visibility</p:attrName>
                                        </p:attrNameLst>
                                      </p:cBhvr>
                                      <p:to>
                                        <p:strVal val="visible"/>
                                      </p:to>
                                    </p:set>
                                    <p:animEffect transition="in" filter="wipe(right)">
                                      <p:cBhvr>
                                        <p:cTn id="29" dur="500"/>
                                        <p:tgtEl>
                                          <p:spTgt spid="97"/>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98"/>
                                        </p:tgtEl>
                                        <p:attrNameLst>
                                          <p:attrName>style.visibility</p:attrName>
                                        </p:attrNameLst>
                                      </p:cBhvr>
                                      <p:to>
                                        <p:strVal val="visible"/>
                                      </p:to>
                                    </p:set>
                                    <p:animEffect transition="in" filter="wipe(right)">
                                      <p:cBhvr>
                                        <p:cTn id="32" dur="500"/>
                                        <p:tgtEl>
                                          <p:spTgt spid="9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23"/>
                                        </p:tgtEl>
                                        <p:attrNameLst>
                                          <p:attrName>style.visibility</p:attrName>
                                        </p:attrNameLst>
                                      </p:cBhvr>
                                      <p:to>
                                        <p:strVal val="visible"/>
                                      </p:to>
                                    </p:set>
                                    <p:animEffect transition="in" filter="wipe(right)">
                                      <p:cBhvr>
                                        <p:cTn id="37" dur="500"/>
                                        <p:tgtEl>
                                          <p:spTgt spid="123"/>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124"/>
                                        </p:tgtEl>
                                        <p:attrNameLst>
                                          <p:attrName>style.visibility</p:attrName>
                                        </p:attrNameLst>
                                      </p:cBhvr>
                                      <p:to>
                                        <p:strVal val="visible"/>
                                      </p:to>
                                    </p:set>
                                    <p:animEffect transition="in" filter="wipe(right)">
                                      <p:cBhvr>
                                        <p:cTn id="40" dur="500"/>
                                        <p:tgtEl>
                                          <p:spTgt spid="124"/>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125"/>
                                        </p:tgtEl>
                                        <p:attrNameLst>
                                          <p:attrName>style.visibility</p:attrName>
                                        </p:attrNameLst>
                                      </p:cBhvr>
                                      <p:to>
                                        <p:strVal val="visible"/>
                                      </p:to>
                                    </p:set>
                                    <p:animEffect transition="in" filter="wipe(right)">
                                      <p:cBhvr>
                                        <p:cTn id="43"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P spid="125" grpId="0" animBg="1"/>
      <p:bldP spid="40" grpId="0"/>
      <p:bldP spid="97" grpId="0"/>
      <p:bldP spid="9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170F-AE57-6A9C-43B8-238D3C7C83D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2CCD0F3-BD29-9B7C-E758-A17DD052715D}"/>
              </a:ext>
            </a:extLst>
          </p:cNvPr>
          <p:cNvSpPr>
            <a:spLocks noGrp="1"/>
          </p:cNvSpPr>
          <p:nvPr>
            <p:ph type="title"/>
          </p:nvPr>
        </p:nvSpPr>
        <p:spPr/>
        <p:txBody>
          <a:bodyPr/>
          <a:lstStyle/>
          <a:p>
            <a:r>
              <a:rPr lang="en-GB" noProof="0" dirty="0"/>
              <a:t>Results Analysis</a:t>
            </a:r>
          </a:p>
        </p:txBody>
      </p:sp>
      <p:graphicFrame>
        <p:nvGraphicFramePr>
          <p:cNvPr id="13" name="Segnaposto contenuto 12">
            <a:extLst>
              <a:ext uri="{FF2B5EF4-FFF2-40B4-BE49-F238E27FC236}">
                <a16:creationId xmlns:a16="http://schemas.microsoft.com/office/drawing/2014/main" id="{6940171A-523B-2129-22E7-0A8BDEFD5B59}"/>
              </a:ext>
            </a:extLst>
          </p:cNvPr>
          <p:cNvGraphicFramePr>
            <a:graphicFrameLocks noGrp="1"/>
          </p:cNvGraphicFramePr>
          <p:nvPr>
            <p:ph idx="1"/>
            <p:extLst>
              <p:ext uri="{D42A27DB-BD31-4B8C-83A1-F6EECF244321}">
                <p14:modId xmlns:p14="http://schemas.microsoft.com/office/powerpoint/2010/main" val="3799760080"/>
              </p:ext>
            </p:extLst>
          </p:nvPr>
        </p:nvGraphicFramePr>
        <p:xfrm>
          <a:off x="75190" y="1590750"/>
          <a:ext cx="3894138" cy="4673748"/>
        </p:xfrm>
        <a:graphic>
          <a:graphicData uri="http://schemas.openxmlformats.org/drawingml/2006/chart">
            <c:chart xmlns:c="http://schemas.openxmlformats.org/drawingml/2006/chart" xmlns:r="http://schemas.openxmlformats.org/officeDocument/2006/relationships" r:id="rId3"/>
          </a:graphicData>
        </a:graphic>
      </p:graphicFrame>
      <p:sp>
        <p:nvSpPr>
          <p:cNvPr id="4" name="Segnaposto data 3">
            <a:extLst>
              <a:ext uri="{FF2B5EF4-FFF2-40B4-BE49-F238E27FC236}">
                <a16:creationId xmlns:a16="http://schemas.microsoft.com/office/drawing/2014/main" id="{E4974EE0-D360-71A9-F8A6-240299701C7B}"/>
              </a:ext>
            </a:extLst>
          </p:cNvPr>
          <p:cNvSpPr>
            <a:spLocks noGrp="1"/>
          </p:cNvSpPr>
          <p:nvPr>
            <p:ph type="dt" sz="half" idx="10"/>
          </p:nvPr>
        </p:nvSpPr>
        <p:spPr/>
        <p:txBody>
          <a:bodyPr/>
          <a:lstStyle/>
          <a:p>
            <a:r>
              <a:rPr lang="en-GB" noProof="0"/>
              <a:t>POLITECNICO DI MILANO</a:t>
            </a:r>
          </a:p>
        </p:txBody>
      </p:sp>
      <p:sp>
        <p:nvSpPr>
          <p:cNvPr id="5" name="Segnaposto piè di pagina 4">
            <a:extLst>
              <a:ext uri="{FF2B5EF4-FFF2-40B4-BE49-F238E27FC236}">
                <a16:creationId xmlns:a16="http://schemas.microsoft.com/office/drawing/2014/main" id="{EE8C41D6-8253-B1CC-AE6B-16D09FF708A2}"/>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6" name="Segnaposto numero diapositiva 5">
            <a:extLst>
              <a:ext uri="{FF2B5EF4-FFF2-40B4-BE49-F238E27FC236}">
                <a16:creationId xmlns:a16="http://schemas.microsoft.com/office/drawing/2014/main" id="{25433E9F-1171-8771-92DC-A3CDF7690625}"/>
              </a:ext>
            </a:extLst>
          </p:cNvPr>
          <p:cNvSpPr>
            <a:spLocks noGrp="1"/>
          </p:cNvSpPr>
          <p:nvPr>
            <p:ph type="sldNum" sz="quarter" idx="12"/>
          </p:nvPr>
        </p:nvSpPr>
        <p:spPr/>
        <p:txBody>
          <a:bodyPr/>
          <a:lstStyle/>
          <a:p>
            <a:fld id="{3135EEA2-8D42-4D46-95A6-66E65FDC5EB1}" type="slidenum">
              <a:rPr lang="en-GB" noProof="0" smtClean="0"/>
              <a:pPr/>
              <a:t>24</a:t>
            </a:fld>
            <a:endParaRPr lang="en-GB" noProof="0"/>
          </a:p>
        </p:txBody>
      </p:sp>
      <p:graphicFrame>
        <p:nvGraphicFramePr>
          <p:cNvPr id="3" name="!!JVM">
            <a:extLst>
              <a:ext uri="{FF2B5EF4-FFF2-40B4-BE49-F238E27FC236}">
                <a16:creationId xmlns:a16="http://schemas.microsoft.com/office/drawing/2014/main" id="{4AE53967-9C7F-2590-33DA-3A9C9D2BD95D}"/>
              </a:ext>
            </a:extLst>
          </p:cNvPr>
          <p:cNvGraphicFramePr>
            <a:graphicFrameLocks/>
          </p:cNvGraphicFramePr>
          <p:nvPr>
            <p:extLst>
              <p:ext uri="{D42A27DB-BD31-4B8C-83A1-F6EECF244321}">
                <p14:modId xmlns:p14="http://schemas.microsoft.com/office/powerpoint/2010/main" val="654576739"/>
              </p:ext>
            </p:extLst>
          </p:nvPr>
        </p:nvGraphicFramePr>
        <p:xfrm>
          <a:off x="4099214" y="1590750"/>
          <a:ext cx="3894138" cy="467374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Segnaposto contenuto 12">
            <a:extLst>
              <a:ext uri="{FF2B5EF4-FFF2-40B4-BE49-F238E27FC236}">
                <a16:creationId xmlns:a16="http://schemas.microsoft.com/office/drawing/2014/main" id="{E9448159-160D-F0BD-DD5D-A61BC1B7B4A4}"/>
              </a:ext>
            </a:extLst>
          </p:cNvPr>
          <p:cNvGraphicFramePr>
            <a:graphicFrameLocks/>
          </p:cNvGraphicFramePr>
          <p:nvPr>
            <p:extLst>
              <p:ext uri="{D42A27DB-BD31-4B8C-83A1-F6EECF244321}">
                <p14:modId xmlns:p14="http://schemas.microsoft.com/office/powerpoint/2010/main" val="2307338197"/>
              </p:ext>
            </p:extLst>
          </p:nvPr>
        </p:nvGraphicFramePr>
        <p:xfrm>
          <a:off x="8123239" y="1590750"/>
          <a:ext cx="3894138" cy="4673747"/>
        </p:xfrm>
        <a:graphic>
          <a:graphicData uri="http://schemas.openxmlformats.org/drawingml/2006/chart">
            <c:chart xmlns:c="http://schemas.openxmlformats.org/drawingml/2006/chart" xmlns:r="http://schemas.openxmlformats.org/officeDocument/2006/relationships" r:id="rId5"/>
          </a:graphicData>
        </a:graphic>
      </p:graphicFrame>
      <p:grpSp>
        <p:nvGrpSpPr>
          <p:cNvPr id="11" name="Group 10">
            <a:extLst>
              <a:ext uri="{FF2B5EF4-FFF2-40B4-BE49-F238E27FC236}">
                <a16:creationId xmlns:a16="http://schemas.microsoft.com/office/drawing/2014/main" id="{151E1C57-05BF-7E42-F4F1-0E21CCAB716D}"/>
              </a:ext>
            </a:extLst>
          </p:cNvPr>
          <p:cNvGrpSpPr/>
          <p:nvPr/>
        </p:nvGrpSpPr>
        <p:grpSpPr>
          <a:xfrm>
            <a:off x="13047595" y="1781809"/>
            <a:ext cx="3138927" cy="1545206"/>
            <a:chOff x="13047595" y="1781809"/>
            <a:chExt cx="3138927" cy="1545206"/>
          </a:xfrm>
        </p:grpSpPr>
        <p:grpSp>
          <p:nvGrpSpPr>
            <p:cNvPr id="28" name="Group 27">
              <a:extLst>
                <a:ext uri="{FF2B5EF4-FFF2-40B4-BE49-F238E27FC236}">
                  <a16:creationId xmlns:a16="http://schemas.microsoft.com/office/drawing/2014/main" id="{463C06F3-5214-A0A1-A002-A5BC857E46B8}"/>
                </a:ext>
              </a:extLst>
            </p:cNvPr>
            <p:cNvGrpSpPr/>
            <p:nvPr/>
          </p:nvGrpSpPr>
          <p:grpSpPr>
            <a:xfrm>
              <a:off x="13047595" y="1781809"/>
              <a:ext cx="3138927" cy="369332"/>
              <a:chOff x="9725660" y="1781809"/>
              <a:chExt cx="3138927" cy="369332"/>
            </a:xfrm>
          </p:grpSpPr>
          <p:sp>
            <p:nvSpPr>
              <p:cNvPr id="32" name="Rectangle 31">
                <a:extLst>
                  <a:ext uri="{FF2B5EF4-FFF2-40B4-BE49-F238E27FC236}">
                    <a16:creationId xmlns:a16="http://schemas.microsoft.com/office/drawing/2014/main" id="{A6B88536-D2F7-A342-2B48-175C0350A743}"/>
                  </a:ext>
                </a:extLst>
              </p:cNvPr>
              <p:cNvSpPr>
                <a:spLocks noChangeAspect="1"/>
              </p:cNvSpPr>
              <p:nvPr/>
            </p:nvSpPr>
            <p:spPr>
              <a:xfrm>
                <a:off x="9725660" y="1781809"/>
                <a:ext cx="360000" cy="360000"/>
              </a:xfrm>
              <a:prstGeom prst="rect">
                <a:avLst/>
              </a:prstGeom>
              <a:solidFill>
                <a:srgbClr val="FF47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3" name="TextBox 32">
                <a:extLst>
                  <a:ext uri="{FF2B5EF4-FFF2-40B4-BE49-F238E27FC236}">
                    <a16:creationId xmlns:a16="http://schemas.microsoft.com/office/drawing/2014/main" id="{215CC0A9-2185-3086-07EE-B3FACB492E71}"/>
                  </a:ext>
                </a:extLst>
              </p:cNvPr>
              <p:cNvSpPr txBox="1"/>
              <p:nvPr/>
            </p:nvSpPr>
            <p:spPr>
              <a:xfrm>
                <a:off x="10160000" y="1781809"/>
                <a:ext cx="2704587" cy="369332"/>
              </a:xfrm>
              <a:prstGeom prst="rect">
                <a:avLst/>
              </a:prstGeom>
              <a:noFill/>
            </p:spPr>
            <p:txBody>
              <a:bodyPr wrap="none" rtlCol="0">
                <a:spAutoFit/>
              </a:bodyPr>
              <a:lstStyle/>
              <a:p>
                <a:r>
                  <a:rPr lang="en-GB" noProof="0"/>
                  <a:t>External Lib &amp; No Cache</a:t>
                </a:r>
              </a:p>
            </p:txBody>
          </p:sp>
        </p:grpSp>
        <p:grpSp>
          <p:nvGrpSpPr>
            <p:cNvPr id="29" name="Group 28">
              <a:extLst>
                <a:ext uri="{FF2B5EF4-FFF2-40B4-BE49-F238E27FC236}">
                  <a16:creationId xmlns:a16="http://schemas.microsoft.com/office/drawing/2014/main" id="{ABC86560-34C1-BA57-F213-A7D77A311750}"/>
                </a:ext>
              </a:extLst>
            </p:cNvPr>
            <p:cNvGrpSpPr/>
            <p:nvPr/>
          </p:nvGrpSpPr>
          <p:grpSpPr>
            <a:xfrm>
              <a:off x="13047595" y="2369746"/>
              <a:ext cx="2337425" cy="369332"/>
              <a:chOff x="9725660" y="2369746"/>
              <a:chExt cx="2337425" cy="369332"/>
            </a:xfrm>
          </p:grpSpPr>
          <p:sp>
            <p:nvSpPr>
              <p:cNvPr id="30" name="Rectangle 29">
                <a:extLst>
                  <a:ext uri="{FF2B5EF4-FFF2-40B4-BE49-F238E27FC236}">
                    <a16:creationId xmlns:a16="http://schemas.microsoft.com/office/drawing/2014/main" id="{2E549791-EFD8-1986-CB24-7C8A76B694C8}"/>
                  </a:ext>
                </a:extLst>
              </p:cNvPr>
              <p:cNvSpPr>
                <a:spLocks noChangeAspect="1"/>
              </p:cNvSpPr>
              <p:nvPr/>
            </p:nvSpPr>
            <p:spPr>
              <a:xfrm>
                <a:off x="9725660" y="2369746"/>
                <a:ext cx="360000" cy="360000"/>
              </a:xfrm>
              <a:prstGeom prst="rect">
                <a:avLst/>
              </a:prstGeom>
              <a:solidFill>
                <a:srgbClr val="98DB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1" name="TextBox 30">
                <a:extLst>
                  <a:ext uri="{FF2B5EF4-FFF2-40B4-BE49-F238E27FC236}">
                    <a16:creationId xmlns:a16="http://schemas.microsoft.com/office/drawing/2014/main" id="{7BC3F45D-1E8C-0413-6288-972AF30DB2D0}"/>
                  </a:ext>
                </a:extLst>
              </p:cNvPr>
              <p:cNvSpPr txBox="1"/>
              <p:nvPr/>
            </p:nvSpPr>
            <p:spPr>
              <a:xfrm>
                <a:off x="10160000" y="2369746"/>
                <a:ext cx="1903085" cy="369332"/>
              </a:xfrm>
              <a:prstGeom prst="rect">
                <a:avLst/>
              </a:prstGeom>
              <a:noFill/>
            </p:spPr>
            <p:txBody>
              <a:bodyPr wrap="none" rtlCol="0">
                <a:spAutoFit/>
              </a:bodyPr>
              <a:lstStyle/>
              <a:p>
                <a:r>
                  <a:rPr lang="en-GB" noProof="0"/>
                  <a:t>Manual &amp; Cache</a:t>
                </a:r>
              </a:p>
            </p:txBody>
          </p:sp>
        </p:grpSp>
        <p:grpSp>
          <p:nvGrpSpPr>
            <p:cNvPr id="8" name="Group 7">
              <a:extLst>
                <a:ext uri="{FF2B5EF4-FFF2-40B4-BE49-F238E27FC236}">
                  <a16:creationId xmlns:a16="http://schemas.microsoft.com/office/drawing/2014/main" id="{8D8D36AB-24C0-5149-CB5A-0970A40C2C1B}"/>
                </a:ext>
              </a:extLst>
            </p:cNvPr>
            <p:cNvGrpSpPr/>
            <p:nvPr/>
          </p:nvGrpSpPr>
          <p:grpSpPr>
            <a:xfrm>
              <a:off x="13047595" y="2957683"/>
              <a:ext cx="2678865" cy="369332"/>
              <a:chOff x="9725660" y="2369746"/>
              <a:chExt cx="2678865" cy="369332"/>
            </a:xfrm>
          </p:grpSpPr>
          <p:sp>
            <p:nvSpPr>
              <p:cNvPr id="9" name="Rectangle 8">
                <a:extLst>
                  <a:ext uri="{FF2B5EF4-FFF2-40B4-BE49-F238E27FC236}">
                    <a16:creationId xmlns:a16="http://schemas.microsoft.com/office/drawing/2014/main" id="{EB812C13-C60C-E999-C866-E0358D05BC3D}"/>
                  </a:ext>
                </a:extLst>
              </p:cNvPr>
              <p:cNvSpPr>
                <a:spLocks noChangeAspect="1"/>
              </p:cNvSpPr>
              <p:nvPr/>
            </p:nvSpPr>
            <p:spPr>
              <a:xfrm>
                <a:off x="9725660" y="2369746"/>
                <a:ext cx="360000" cy="360000"/>
              </a:xfrm>
              <a:prstGeom prst="rect">
                <a:avLst/>
              </a:prstGeom>
              <a:solidFill>
                <a:srgbClr val="0083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 name="TextBox 9">
                <a:extLst>
                  <a:ext uri="{FF2B5EF4-FFF2-40B4-BE49-F238E27FC236}">
                    <a16:creationId xmlns:a16="http://schemas.microsoft.com/office/drawing/2014/main" id="{EFB3CE6E-6B25-4FBA-FB98-8DDF8EEBBBD8}"/>
                  </a:ext>
                </a:extLst>
              </p:cNvPr>
              <p:cNvSpPr txBox="1"/>
              <p:nvPr/>
            </p:nvSpPr>
            <p:spPr>
              <a:xfrm>
                <a:off x="10160000" y="2369746"/>
                <a:ext cx="2244525" cy="369332"/>
              </a:xfrm>
              <a:prstGeom prst="rect">
                <a:avLst/>
              </a:prstGeom>
              <a:noFill/>
            </p:spPr>
            <p:txBody>
              <a:bodyPr wrap="none" rtlCol="0">
                <a:spAutoFit/>
              </a:bodyPr>
              <a:lstStyle/>
              <a:p>
                <a:r>
                  <a:rPr lang="en-GB" noProof="0"/>
                  <a:t>Manual &amp; No Cache</a:t>
                </a:r>
              </a:p>
            </p:txBody>
          </p:sp>
        </p:grpSp>
      </p:grpSp>
      <p:grpSp>
        <p:nvGrpSpPr>
          <p:cNvPr id="40" name="Group 39">
            <a:extLst>
              <a:ext uri="{FF2B5EF4-FFF2-40B4-BE49-F238E27FC236}">
                <a16:creationId xmlns:a16="http://schemas.microsoft.com/office/drawing/2014/main" id="{07FD7807-F167-816C-7487-2253F5094776}"/>
              </a:ext>
            </a:extLst>
          </p:cNvPr>
          <p:cNvGrpSpPr/>
          <p:nvPr/>
        </p:nvGrpSpPr>
        <p:grpSpPr>
          <a:xfrm>
            <a:off x="871556" y="6264497"/>
            <a:ext cx="2510790" cy="458322"/>
            <a:chOff x="871556" y="6264497"/>
            <a:chExt cx="2510790" cy="458322"/>
          </a:xfrm>
        </p:grpSpPr>
        <p:sp>
          <p:nvSpPr>
            <p:cNvPr id="41" name="Arrow: Right 40">
              <a:extLst>
                <a:ext uri="{FF2B5EF4-FFF2-40B4-BE49-F238E27FC236}">
                  <a16:creationId xmlns:a16="http://schemas.microsoft.com/office/drawing/2014/main" id="{FA3253EA-9D34-87BD-D959-D6959D27C18A}"/>
                </a:ext>
              </a:extLst>
            </p:cNvPr>
            <p:cNvSpPr/>
            <p:nvPr/>
          </p:nvSpPr>
          <p:spPr>
            <a:xfrm rot="16200000">
              <a:off x="749075" y="6386978"/>
              <a:ext cx="458322"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2" name="Arrow: Right 41">
              <a:extLst>
                <a:ext uri="{FF2B5EF4-FFF2-40B4-BE49-F238E27FC236}">
                  <a16:creationId xmlns:a16="http://schemas.microsoft.com/office/drawing/2014/main" id="{3FEA9EE8-5CA5-4FC4-D42B-6B0495385140}"/>
                </a:ext>
              </a:extLst>
            </p:cNvPr>
            <p:cNvSpPr/>
            <p:nvPr/>
          </p:nvSpPr>
          <p:spPr>
            <a:xfrm rot="16200000">
              <a:off x="1846355" y="6386978"/>
              <a:ext cx="458322"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Arrow: Right 42">
              <a:extLst>
                <a:ext uri="{FF2B5EF4-FFF2-40B4-BE49-F238E27FC236}">
                  <a16:creationId xmlns:a16="http://schemas.microsoft.com/office/drawing/2014/main" id="{CF96D790-E24E-B40E-D5DD-7918FAA80FB2}"/>
                </a:ext>
              </a:extLst>
            </p:cNvPr>
            <p:cNvSpPr/>
            <p:nvPr/>
          </p:nvSpPr>
          <p:spPr>
            <a:xfrm rot="16200000">
              <a:off x="3046505" y="6386978"/>
              <a:ext cx="458322"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44" name="Group 43">
            <a:extLst>
              <a:ext uri="{FF2B5EF4-FFF2-40B4-BE49-F238E27FC236}">
                <a16:creationId xmlns:a16="http://schemas.microsoft.com/office/drawing/2014/main" id="{BB4D7891-40D7-CABC-F189-9D0DEE2EA74E}"/>
              </a:ext>
            </a:extLst>
          </p:cNvPr>
          <p:cNvGrpSpPr/>
          <p:nvPr/>
        </p:nvGrpSpPr>
        <p:grpSpPr>
          <a:xfrm>
            <a:off x="1915579" y="1132428"/>
            <a:ext cx="8311125" cy="558587"/>
            <a:chOff x="1915579" y="1132428"/>
            <a:chExt cx="8311125" cy="558587"/>
          </a:xfrm>
        </p:grpSpPr>
        <p:sp>
          <p:nvSpPr>
            <p:cNvPr id="45" name="Arrow: Right 44">
              <a:extLst>
                <a:ext uri="{FF2B5EF4-FFF2-40B4-BE49-F238E27FC236}">
                  <a16:creationId xmlns:a16="http://schemas.microsoft.com/office/drawing/2014/main" id="{97ECFD04-058B-EFBE-7102-14C260E780A8}"/>
                </a:ext>
              </a:extLst>
            </p:cNvPr>
            <p:cNvSpPr/>
            <p:nvPr/>
          </p:nvSpPr>
          <p:spPr>
            <a:xfrm rot="5400000">
              <a:off x="1793098" y="1355174"/>
              <a:ext cx="458322"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Arrow: Right 45">
              <a:extLst>
                <a:ext uri="{FF2B5EF4-FFF2-40B4-BE49-F238E27FC236}">
                  <a16:creationId xmlns:a16="http://schemas.microsoft.com/office/drawing/2014/main" id="{9E419477-35B8-3C93-5A05-23FEA4DC4CF3}"/>
                </a:ext>
              </a:extLst>
            </p:cNvPr>
            <p:cNvSpPr/>
            <p:nvPr/>
          </p:nvSpPr>
          <p:spPr>
            <a:xfrm rot="5400000">
              <a:off x="5866839" y="1316894"/>
              <a:ext cx="458322"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7" name="Arrow: Right 46">
              <a:extLst>
                <a:ext uri="{FF2B5EF4-FFF2-40B4-BE49-F238E27FC236}">
                  <a16:creationId xmlns:a16="http://schemas.microsoft.com/office/drawing/2014/main" id="{6F503447-649E-A0AC-5172-85B98976BE29}"/>
                </a:ext>
              </a:extLst>
            </p:cNvPr>
            <p:cNvSpPr/>
            <p:nvPr/>
          </p:nvSpPr>
          <p:spPr>
            <a:xfrm rot="5400000">
              <a:off x="9890863" y="1254909"/>
              <a:ext cx="458322"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50" name="Arrow: Right 49">
            <a:extLst>
              <a:ext uri="{FF2B5EF4-FFF2-40B4-BE49-F238E27FC236}">
                <a16:creationId xmlns:a16="http://schemas.microsoft.com/office/drawing/2014/main" id="{59147E8D-5510-EBF4-BDFA-E204ECDF31D2}"/>
              </a:ext>
            </a:extLst>
          </p:cNvPr>
          <p:cNvSpPr/>
          <p:nvPr/>
        </p:nvSpPr>
        <p:spPr>
          <a:xfrm>
            <a:off x="13933" y="2141809"/>
            <a:ext cx="901139"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Position Fluo">
            <a:extLst>
              <a:ext uri="{FF2B5EF4-FFF2-40B4-BE49-F238E27FC236}">
                <a16:creationId xmlns:a16="http://schemas.microsoft.com/office/drawing/2014/main" id="{DEA4219E-3634-E997-661B-1473A35AE240}"/>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49" name="Group 48">
            <a:extLst>
              <a:ext uri="{FF2B5EF4-FFF2-40B4-BE49-F238E27FC236}">
                <a16:creationId xmlns:a16="http://schemas.microsoft.com/office/drawing/2014/main" id="{BB0B86B4-7A22-668E-42A1-058BA38A0D02}"/>
              </a:ext>
            </a:extLst>
          </p:cNvPr>
          <p:cNvGrpSpPr/>
          <p:nvPr/>
        </p:nvGrpSpPr>
        <p:grpSpPr>
          <a:xfrm>
            <a:off x="10278334" y="0"/>
            <a:ext cx="987657" cy="297132"/>
            <a:chOff x="10278334" y="0"/>
            <a:chExt cx="987657" cy="297132"/>
          </a:xfrm>
        </p:grpSpPr>
        <p:grpSp>
          <p:nvGrpSpPr>
            <p:cNvPr id="51" name="Group 50">
              <a:extLst>
                <a:ext uri="{FF2B5EF4-FFF2-40B4-BE49-F238E27FC236}">
                  <a16:creationId xmlns:a16="http://schemas.microsoft.com/office/drawing/2014/main" id="{C4390261-54B3-B793-6750-254DCCE51BC7}"/>
                </a:ext>
              </a:extLst>
            </p:cNvPr>
            <p:cNvGrpSpPr/>
            <p:nvPr/>
          </p:nvGrpSpPr>
          <p:grpSpPr>
            <a:xfrm>
              <a:off x="10278334" y="0"/>
              <a:ext cx="336385" cy="294592"/>
              <a:chOff x="10278334" y="0"/>
              <a:chExt cx="336385" cy="294592"/>
            </a:xfrm>
          </p:grpSpPr>
          <p:sp>
            <p:nvSpPr>
              <p:cNvPr id="62" name="Rectangle 61">
                <a:extLst>
                  <a:ext uri="{FF2B5EF4-FFF2-40B4-BE49-F238E27FC236}">
                    <a16:creationId xmlns:a16="http://schemas.microsoft.com/office/drawing/2014/main" id="{B92E82B7-7C78-1087-C13C-C89606E41448}"/>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Oval 62">
                <a:extLst>
                  <a:ext uri="{FF2B5EF4-FFF2-40B4-BE49-F238E27FC236}">
                    <a16:creationId xmlns:a16="http://schemas.microsoft.com/office/drawing/2014/main" id="{0DD8A1FC-53C0-09A8-EF93-68A7CBAA1128}"/>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BBC837AB-BE59-79E1-4795-16CB96DA4FCC}"/>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52" name="Group 51">
              <a:extLst>
                <a:ext uri="{FF2B5EF4-FFF2-40B4-BE49-F238E27FC236}">
                  <a16:creationId xmlns:a16="http://schemas.microsoft.com/office/drawing/2014/main" id="{E89E0410-9F41-8C76-29A6-E4D5CDFC026E}"/>
                </a:ext>
              </a:extLst>
            </p:cNvPr>
            <p:cNvGrpSpPr/>
            <p:nvPr/>
          </p:nvGrpSpPr>
          <p:grpSpPr>
            <a:xfrm>
              <a:off x="10605240" y="0"/>
              <a:ext cx="336385" cy="297132"/>
              <a:chOff x="10289176" y="0"/>
              <a:chExt cx="336385" cy="297132"/>
            </a:xfrm>
          </p:grpSpPr>
          <p:sp>
            <p:nvSpPr>
              <p:cNvPr id="58" name="Rectangle 57">
                <a:extLst>
                  <a:ext uri="{FF2B5EF4-FFF2-40B4-BE49-F238E27FC236}">
                    <a16:creationId xmlns:a16="http://schemas.microsoft.com/office/drawing/2014/main" id="{C9AFB220-922B-B2A3-9B5F-3244BC436FD7}"/>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9" name="Group 58">
                <a:extLst>
                  <a:ext uri="{FF2B5EF4-FFF2-40B4-BE49-F238E27FC236}">
                    <a16:creationId xmlns:a16="http://schemas.microsoft.com/office/drawing/2014/main" id="{0C095085-C7AE-BFAE-58BC-88FD15AE0352}"/>
                  </a:ext>
                </a:extLst>
              </p:cNvPr>
              <p:cNvGrpSpPr/>
              <p:nvPr/>
            </p:nvGrpSpPr>
            <p:grpSpPr>
              <a:xfrm>
                <a:off x="10289176" y="81688"/>
                <a:ext cx="336385" cy="215444"/>
                <a:chOff x="5178425" y="855322"/>
                <a:chExt cx="336385" cy="215444"/>
              </a:xfrm>
            </p:grpSpPr>
            <p:sp>
              <p:nvSpPr>
                <p:cNvPr id="60" name="Oval 59">
                  <a:extLst>
                    <a:ext uri="{FF2B5EF4-FFF2-40B4-BE49-F238E27FC236}">
                      <a16:creationId xmlns:a16="http://schemas.microsoft.com/office/drawing/2014/main" id="{3862EF3C-3B6E-A883-8D97-C5C524EFC69C}"/>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TextBox 60">
                  <a:extLst>
                    <a:ext uri="{FF2B5EF4-FFF2-40B4-BE49-F238E27FC236}">
                      <a16:creationId xmlns:a16="http://schemas.microsoft.com/office/drawing/2014/main" id="{A6F6AEF0-4458-6712-6CD7-11239BFE5BA4}"/>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53" name="Group 52">
              <a:extLst>
                <a:ext uri="{FF2B5EF4-FFF2-40B4-BE49-F238E27FC236}">
                  <a16:creationId xmlns:a16="http://schemas.microsoft.com/office/drawing/2014/main" id="{2987708F-E65F-9C0D-D2DD-6ABE0FD0809D}"/>
                </a:ext>
              </a:extLst>
            </p:cNvPr>
            <p:cNvGrpSpPr/>
            <p:nvPr/>
          </p:nvGrpSpPr>
          <p:grpSpPr>
            <a:xfrm>
              <a:off x="10929606" y="0"/>
              <a:ext cx="336385" cy="297132"/>
              <a:chOff x="10880361" y="0"/>
              <a:chExt cx="336385" cy="297132"/>
            </a:xfrm>
          </p:grpSpPr>
          <p:sp>
            <p:nvSpPr>
              <p:cNvPr id="54" name="Rectangle 53">
                <a:extLst>
                  <a:ext uri="{FF2B5EF4-FFF2-40B4-BE49-F238E27FC236}">
                    <a16:creationId xmlns:a16="http://schemas.microsoft.com/office/drawing/2014/main" id="{15948C82-FDA4-C659-DAC9-9D13F6359273}"/>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5" name="Group 54">
                <a:extLst>
                  <a:ext uri="{FF2B5EF4-FFF2-40B4-BE49-F238E27FC236}">
                    <a16:creationId xmlns:a16="http://schemas.microsoft.com/office/drawing/2014/main" id="{2ED6FB18-DCB7-BA66-2C6E-4215726DA86A}"/>
                  </a:ext>
                </a:extLst>
              </p:cNvPr>
              <p:cNvGrpSpPr/>
              <p:nvPr/>
            </p:nvGrpSpPr>
            <p:grpSpPr>
              <a:xfrm>
                <a:off x="10880361" y="81688"/>
                <a:ext cx="336385" cy="215444"/>
                <a:chOff x="5180965" y="851650"/>
                <a:chExt cx="336385" cy="215444"/>
              </a:xfrm>
            </p:grpSpPr>
            <p:sp>
              <p:nvSpPr>
                <p:cNvPr id="56" name="Oval 55">
                  <a:extLst>
                    <a:ext uri="{FF2B5EF4-FFF2-40B4-BE49-F238E27FC236}">
                      <a16:creationId xmlns:a16="http://schemas.microsoft.com/office/drawing/2014/main" id="{A1BA7440-F400-0C6D-8219-AC462F2DA7B6}"/>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6E2866C0-2CB3-6EA5-5CE6-CB27C5E59EE6}"/>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329229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44"/>
                                        </p:tgtEl>
                                        <p:attrNameLst>
                                          <p:attrName>style.visibility</p:attrName>
                                        </p:attrNameLst>
                                      </p:cBhvr>
                                      <p:to>
                                        <p:strVal val="hidden"/>
                                      </p:to>
                                    </p:set>
                                  </p:childTnLst>
                                </p:cTn>
                              </p:par>
                              <p:par>
                                <p:cTn id="12" presetID="22" presetClass="entr" presetSubtype="4" fill="hold" nodeType="with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down)">
                                      <p:cBhvr>
                                        <p:cTn id="14" dur="500"/>
                                        <p:tgtEl>
                                          <p:spTgt spid="4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0"/>
                                        </p:tgtEl>
                                        <p:attrNameLst>
                                          <p:attrName>style.visibility</p:attrName>
                                        </p:attrNameLst>
                                      </p:cBhvr>
                                      <p:to>
                                        <p:strVal val="hidden"/>
                                      </p:to>
                                    </p:set>
                                  </p:childTnLst>
                                </p:cTn>
                              </p:par>
                              <p:par>
                                <p:cTn id="19" presetID="22" presetClass="entr" presetSubtype="8"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wipe(left)">
                                      <p:cBhvr>
                                        <p:cTn id="2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685B1-CDAD-A129-2CD5-58B80C2B1C5C}"/>
            </a:ext>
          </a:extLst>
        </p:cNvPr>
        <p:cNvGrpSpPr/>
        <p:nvPr/>
      </p:nvGrpSpPr>
      <p:grpSpPr>
        <a:xfrm>
          <a:off x="0" y="0"/>
          <a:ext cx="0" cy="0"/>
          <a:chOff x="0" y="0"/>
          <a:chExt cx="0" cy="0"/>
        </a:xfrm>
      </p:grpSpPr>
      <p:graphicFrame>
        <p:nvGraphicFramePr>
          <p:cNvPr id="13" name="Segnaposto contenuto 12">
            <a:extLst>
              <a:ext uri="{FF2B5EF4-FFF2-40B4-BE49-F238E27FC236}">
                <a16:creationId xmlns:a16="http://schemas.microsoft.com/office/drawing/2014/main" id="{8091E023-6E1B-9855-DF73-5B08CB71815C}"/>
              </a:ext>
            </a:extLst>
          </p:cNvPr>
          <p:cNvGraphicFramePr>
            <a:graphicFrameLocks noGrp="1"/>
          </p:cNvGraphicFramePr>
          <p:nvPr>
            <p:ph idx="1"/>
            <p:extLst>
              <p:ext uri="{D42A27DB-BD31-4B8C-83A1-F6EECF244321}">
                <p14:modId xmlns:p14="http://schemas.microsoft.com/office/powerpoint/2010/main" val="2415403021"/>
              </p:ext>
            </p:extLst>
          </p:nvPr>
        </p:nvGraphicFramePr>
        <p:xfrm>
          <a:off x="1526613" y="833985"/>
          <a:ext cx="6480000" cy="5842800"/>
        </p:xfrm>
        <a:graphic>
          <a:graphicData uri="http://schemas.openxmlformats.org/drawingml/2006/chart">
            <c:chart xmlns:c="http://schemas.openxmlformats.org/drawingml/2006/chart" xmlns:r="http://schemas.openxmlformats.org/officeDocument/2006/relationships" r:id="rId3"/>
          </a:graphicData>
        </a:graphic>
      </p:graphicFrame>
      <p:sp>
        <p:nvSpPr>
          <p:cNvPr id="4" name="Segnaposto data 3">
            <a:extLst>
              <a:ext uri="{FF2B5EF4-FFF2-40B4-BE49-F238E27FC236}">
                <a16:creationId xmlns:a16="http://schemas.microsoft.com/office/drawing/2014/main" id="{45943374-63B4-DCE2-B361-499CCD0F9644}"/>
              </a:ext>
            </a:extLst>
          </p:cNvPr>
          <p:cNvSpPr>
            <a:spLocks noGrp="1"/>
          </p:cNvSpPr>
          <p:nvPr>
            <p:ph type="dt" sz="half" idx="10"/>
          </p:nvPr>
        </p:nvSpPr>
        <p:spPr/>
        <p:txBody>
          <a:bodyPr/>
          <a:lstStyle/>
          <a:p>
            <a:r>
              <a:rPr lang="en-GB" noProof="0"/>
              <a:t>POLITECNICO DI MILANO</a:t>
            </a:r>
          </a:p>
        </p:txBody>
      </p:sp>
      <p:sp>
        <p:nvSpPr>
          <p:cNvPr id="5" name="Segnaposto piè di pagina 4">
            <a:extLst>
              <a:ext uri="{FF2B5EF4-FFF2-40B4-BE49-F238E27FC236}">
                <a16:creationId xmlns:a16="http://schemas.microsoft.com/office/drawing/2014/main" id="{AE0FBEFA-5E6E-1EF2-7A85-E32525086F7D}"/>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6" name="Segnaposto numero diapositiva 5">
            <a:extLst>
              <a:ext uri="{FF2B5EF4-FFF2-40B4-BE49-F238E27FC236}">
                <a16:creationId xmlns:a16="http://schemas.microsoft.com/office/drawing/2014/main" id="{713FC77C-8D9F-6929-E41F-27B43B7435B0}"/>
              </a:ext>
            </a:extLst>
          </p:cNvPr>
          <p:cNvSpPr>
            <a:spLocks noGrp="1"/>
          </p:cNvSpPr>
          <p:nvPr>
            <p:ph type="sldNum" sz="quarter" idx="12"/>
          </p:nvPr>
        </p:nvSpPr>
        <p:spPr/>
        <p:txBody>
          <a:bodyPr/>
          <a:lstStyle/>
          <a:p>
            <a:fld id="{3135EEA2-8D42-4D46-95A6-66E65FDC5EB1}" type="slidenum">
              <a:rPr lang="en-GB" noProof="0" smtClean="0"/>
              <a:pPr/>
              <a:t>25</a:t>
            </a:fld>
            <a:endParaRPr lang="en-GB" noProof="0"/>
          </a:p>
        </p:txBody>
      </p:sp>
      <p:sp>
        <p:nvSpPr>
          <p:cNvPr id="8" name="Arrow: Right 7">
            <a:extLst>
              <a:ext uri="{FF2B5EF4-FFF2-40B4-BE49-F238E27FC236}">
                <a16:creationId xmlns:a16="http://schemas.microsoft.com/office/drawing/2014/main" id="{0F0AF205-3000-4B33-3AFB-36F448B51A92}"/>
              </a:ext>
            </a:extLst>
          </p:cNvPr>
          <p:cNvSpPr/>
          <p:nvPr/>
        </p:nvSpPr>
        <p:spPr>
          <a:xfrm>
            <a:off x="848433" y="2156386"/>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 name="Arrow: Right 8">
            <a:extLst>
              <a:ext uri="{FF2B5EF4-FFF2-40B4-BE49-F238E27FC236}">
                <a16:creationId xmlns:a16="http://schemas.microsoft.com/office/drawing/2014/main" id="{59F78755-EB67-487E-2E9C-FEBA07406D47}"/>
              </a:ext>
            </a:extLst>
          </p:cNvPr>
          <p:cNvSpPr/>
          <p:nvPr/>
        </p:nvSpPr>
        <p:spPr>
          <a:xfrm rot="5400000">
            <a:off x="4195113" y="4763674"/>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3" name="Picture 22">
            <a:extLst>
              <a:ext uri="{FF2B5EF4-FFF2-40B4-BE49-F238E27FC236}">
                <a16:creationId xmlns:a16="http://schemas.microsoft.com/office/drawing/2014/main" id="{9D181996-90E6-5C6B-FE0A-5EC26FFC035F}"/>
              </a:ext>
            </a:extLst>
          </p:cNvPr>
          <p:cNvPicPr>
            <a:picLocks noChangeAspect="1"/>
          </p:cNvPicPr>
          <p:nvPr/>
        </p:nvPicPr>
        <p:blipFill>
          <a:blip r:embed="rId4"/>
          <a:srcRect r="8400"/>
          <a:stretch>
            <a:fillRect/>
          </a:stretch>
        </p:blipFill>
        <p:spPr>
          <a:xfrm>
            <a:off x="13400895" y="4301929"/>
            <a:ext cx="5215352" cy="1705302"/>
          </a:xfrm>
          <a:prstGeom prst="roundRect">
            <a:avLst>
              <a:gd name="adj" fmla="val 2396"/>
            </a:avLst>
          </a:prstGeom>
        </p:spPr>
      </p:pic>
      <p:grpSp>
        <p:nvGrpSpPr>
          <p:cNvPr id="10" name="Group 9">
            <a:extLst>
              <a:ext uri="{FF2B5EF4-FFF2-40B4-BE49-F238E27FC236}">
                <a16:creationId xmlns:a16="http://schemas.microsoft.com/office/drawing/2014/main" id="{D3793FC5-8540-3552-C822-689B9C40D41B}"/>
              </a:ext>
            </a:extLst>
          </p:cNvPr>
          <p:cNvGrpSpPr/>
          <p:nvPr/>
        </p:nvGrpSpPr>
        <p:grpSpPr>
          <a:xfrm>
            <a:off x="8525829" y="1781809"/>
            <a:ext cx="3138927" cy="1545206"/>
            <a:chOff x="13047595" y="1781809"/>
            <a:chExt cx="3138927" cy="1545206"/>
          </a:xfrm>
        </p:grpSpPr>
        <p:grpSp>
          <p:nvGrpSpPr>
            <p:cNvPr id="22" name="Group 21">
              <a:extLst>
                <a:ext uri="{FF2B5EF4-FFF2-40B4-BE49-F238E27FC236}">
                  <a16:creationId xmlns:a16="http://schemas.microsoft.com/office/drawing/2014/main" id="{E908CD5C-8780-5624-1B9E-56830BDE5782}"/>
                </a:ext>
              </a:extLst>
            </p:cNvPr>
            <p:cNvGrpSpPr/>
            <p:nvPr/>
          </p:nvGrpSpPr>
          <p:grpSpPr>
            <a:xfrm>
              <a:off x="13047595" y="1781809"/>
              <a:ext cx="3138927" cy="369332"/>
              <a:chOff x="9725660" y="1781809"/>
              <a:chExt cx="3138927" cy="369332"/>
            </a:xfrm>
          </p:grpSpPr>
          <p:sp>
            <p:nvSpPr>
              <p:cNvPr id="51" name="Rectangle 50">
                <a:extLst>
                  <a:ext uri="{FF2B5EF4-FFF2-40B4-BE49-F238E27FC236}">
                    <a16:creationId xmlns:a16="http://schemas.microsoft.com/office/drawing/2014/main" id="{AE1A2609-16AE-F915-2F99-491DE70ADF48}"/>
                  </a:ext>
                </a:extLst>
              </p:cNvPr>
              <p:cNvSpPr>
                <a:spLocks noChangeAspect="1"/>
              </p:cNvSpPr>
              <p:nvPr/>
            </p:nvSpPr>
            <p:spPr>
              <a:xfrm>
                <a:off x="9725660" y="1781809"/>
                <a:ext cx="360000" cy="360000"/>
              </a:xfrm>
              <a:prstGeom prst="rect">
                <a:avLst/>
              </a:prstGeom>
              <a:solidFill>
                <a:srgbClr val="FF47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2" name="TextBox 51">
                <a:extLst>
                  <a:ext uri="{FF2B5EF4-FFF2-40B4-BE49-F238E27FC236}">
                    <a16:creationId xmlns:a16="http://schemas.microsoft.com/office/drawing/2014/main" id="{9CC4038E-D5E1-8C82-3C32-53A141AEDF5F}"/>
                  </a:ext>
                </a:extLst>
              </p:cNvPr>
              <p:cNvSpPr txBox="1"/>
              <p:nvPr/>
            </p:nvSpPr>
            <p:spPr>
              <a:xfrm>
                <a:off x="10160000" y="1781809"/>
                <a:ext cx="2704587" cy="369332"/>
              </a:xfrm>
              <a:prstGeom prst="rect">
                <a:avLst/>
              </a:prstGeom>
              <a:noFill/>
            </p:spPr>
            <p:txBody>
              <a:bodyPr wrap="none" rtlCol="0">
                <a:spAutoFit/>
              </a:bodyPr>
              <a:lstStyle/>
              <a:p>
                <a:r>
                  <a:rPr lang="en-GB" noProof="0"/>
                  <a:t>External Lib &amp; No Cache</a:t>
                </a:r>
              </a:p>
            </p:txBody>
          </p:sp>
        </p:grpSp>
        <p:grpSp>
          <p:nvGrpSpPr>
            <p:cNvPr id="24" name="Group 23">
              <a:extLst>
                <a:ext uri="{FF2B5EF4-FFF2-40B4-BE49-F238E27FC236}">
                  <a16:creationId xmlns:a16="http://schemas.microsoft.com/office/drawing/2014/main" id="{DE3F6012-8A3B-AA79-212C-89194F6F8178}"/>
                </a:ext>
              </a:extLst>
            </p:cNvPr>
            <p:cNvGrpSpPr/>
            <p:nvPr/>
          </p:nvGrpSpPr>
          <p:grpSpPr>
            <a:xfrm>
              <a:off x="13047595" y="2369746"/>
              <a:ext cx="2337425" cy="369332"/>
              <a:chOff x="9725660" y="2369746"/>
              <a:chExt cx="2337425" cy="369332"/>
            </a:xfrm>
          </p:grpSpPr>
          <p:sp>
            <p:nvSpPr>
              <p:cNvPr id="49" name="Rectangle 48">
                <a:extLst>
                  <a:ext uri="{FF2B5EF4-FFF2-40B4-BE49-F238E27FC236}">
                    <a16:creationId xmlns:a16="http://schemas.microsoft.com/office/drawing/2014/main" id="{9DCFAFE4-AE8B-D8BA-40A9-BFFB7EEF26BA}"/>
                  </a:ext>
                </a:extLst>
              </p:cNvPr>
              <p:cNvSpPr>
                <a:spLocks noChangeAspect="1"/>
              </p:cNvSpPr>
              <p:nvPr/>
            </p:nvSpPr>
            <p:spPr>
              <a:xfrm>
                <a:off x="9725660" y="2369746"/>
                <a:ext cx="360000" cy="360000"/>
              </a:xfrm>
              <a:prstGeom prst="rect">
                <a:avLst/>
              </a:prstGeom>
              <a:solidFill>
                <a:srgbClr val="98DB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0" name="TextBox 49">
                <a:extLst>
                  <a:ext uri="{FF2B5EF4-FFF2-40B4-BE49-F238E27FC236}">
                    <a16:creationId xmlns:a16="http://schemas.microsoft.com/office/drawing/2014/main" id="{CF831E41-133A-17B5-7A28-328998004ECB}"/>
                  </a:ext>
                </a:extLst>
              </p:cNvPr>
              <p:cNvSpPr txBox="1"/>
              <p:nvPr/>
            </p:nvSpPr>
            <p:spPr>
              <a:xfrm>
                <a:off x="10160000" y="2369746"/>
                <a:ext cx="1903085" cy="369332"/>
              </a:xfrm>
              <a:prstGeom prst="rect">
                <a:avLst/>
              </a:prstGeom>
              <a:noFill/>
            </p:spPr>
            <p:txBody>
              <a:bodyPr wrap="none" rtlCol="0">
                <a:spAutoFit/>
              </a:bodyPr>
              <a:lstStyle/>
              <a:p>
                <a:r>
                  <a:rPr lang="en-GB" noProof="0"/>
                  <a:t>Manual &amp; Cache</a:t>
                </a:r>
              </a:p>
            </p:txBody>
          </p:sp>
        </p:grpSp>
        <p:grpSp>
          <p:nvGrpSpPr>
            <p:cNvPr id="46" name="Group 45">
              <a:extLst>
                <a:ext uri="{FF2B5EF4-FFF2-40B4-BE49-F238E27FC236}">
                  <a16:creationId xmlns:a16="http://schemas.microsoft.com/office/drawing/2014/main" id="{A591399B-26DB-818A-07F4-CABA839EA52C}"/>
                </a:ext>
              </a:extLst>
            </p:cNvPr>
            <p:cNvGrpSpPr/>
            <p:nvPr/>
          </p:nvGrpSpPr>
          <p:grpSpPr>
            <a:xfrm>
              <a:off x="13047595" y="2957683"/>
              <a:ext cx="2678865" cy="369332"/>
              <a:chOff x="9725660" y="2369746"/>
              <a:chExt cx="2678865" cy="369332"/>
            </a:xfrm>
          </p:grpSpPr>
          <p:sp>
            <p:nvSpPr>
              <p:cNvPr id="47" name="Rectangle 46">
                <a:extLst>
                  <a:ext uri="{FF2B5EF4-FFF2-40B4-BE49-F238E27FC236}">
                    <a16:creationId xmlns:a16="http://schemas.microsoft.com/office/drawing/2014/main" id="{1B80C4F4-760E-D6F1-02A1-51067B375E1B}"/>
                  </a:ext>
                </a:extLst>
              </p:cNvPr>
              <p:cNvSpPr>
                <a:spLocks noChangeAspect="1"/>
              </p:cNvSpPr>
              <p:nvPr/>
            </p:nvSpPr>
            <p:spPr>
              <a:xfrm>
                <a:off x="9725660" y="2369746"/>
                <a:ext cx="360000" cy="360000"/>
              </a:xfrm>
              <a:prstGeom prst="rect">
                <a:avLst/>
              </a:prstGeom>
              <a:solidFill>
                <a:srgbClr val="0083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TextBox 47">
                <a:extLst>
                  <a:ext uri="{FF2B5EF4-FFF2-40B4-BE49-F238E27FC236}">
                    <a16:creationId xmlns:a16="http://schemas.microsoft.com/office/drawing/2014/main" id="{BE165B62-CB5E-15C5-DE6A-D336F3A4046F}"/>
                  </a:ext>
                </a:extLst>
              </p:cNvPr>
              <p:cNvSpPr txBox="1"/>
              <p:nvPr/>
            </p:nvSpPr>
            <p:spPr>
              <a:xfrm>
                <a:off x="10160000" y="2369746"/>
                <a:ext cx="2244525" cy="369332"/>
              </a:xfrm>
              <a:prstGeom prst="rect">
                <a:avLst/>
              </a:prstGeom>
              <a:noFill/>
            </p:spPr>
            <p:txBody>
              <a:bodyPr wrap="none" rtlCol="0">
                <a:spAutoFit/>
              </a:bodyPr>
              <a:lstStyle/>
              <a:p>
                <a:r>
                  <a:rPr lang="en-GB" noProof="0" dirty="0"/>
                  <a:t>Manual &amp; No Cache</a:t>
                </a:r>
              </a:p>
            </p:txBody>
          </p:sp>
        </p:grpSp>
      </p:grpSp>
      <p:graphicFrame>
        <p:nvGraphicFramePr>
          <p:cNvPr id="53" name="!!JVM">
            <a:extLst>
              <a:ext uri="{FF2B5EF4-FFF2-40B4-BE49-F238E27FC236}">
                <a16:creationId xmlns:a16="http://schemas.microsoft.com/office/drawing/2014/main" id="{3006B06A-F3F1-163F-1EDD-D4BED34067E8}"/>
              </a:ext>
            </a:extLst>
          </p:cNvPr>
          <p:cNvGraphicFramePr>
            <a:graphicFrameLocks/>
          </p:cNvGraphicFramePr>
          <p:nvPr>
            <p:extLst>
              <p:ext uri="{D42A27DB-BD31-4B8C-83A1-F6EECF244321}">
                <p14:modId xmlns:p14="http://schemas.microsoft.com/office/powerpoint/2010/main" val="2549335361"/>
              </p:ext>
            </p:extLst>
          </p:nvPr>
        </p:nvGraphicFramePr>
        <p:xfrm>
          <a:off x="4099214" y="-6041682"/>
          <a:ext cx="3894138" cy="467374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4" name="Segnaposto contenuto 12">
            <a:extLst>
              <a:ext uri="{FF2B5EF4-FFF2-40B4-BE49-F238E27FC236}">
                <a16:creationId xmlns:a16="http://schemas.microsoft.com/office/drawing/2014/main" id="{2363968F-8F58-04EA-EC9D-B4011D319B1A}"/>
              </a:ext>
            </a:extLst>
          </p:cNvPr>
          <p:cNvGraphicFramePr>
            <a:graphicFrameLocks/>
          </p:cNvGraphicFramePr>
          <p:nvPr>
            <p:extLst>
              <p:ext uri="{D42A27DB-BD31-4B8C-83A1-F6EECF244321}">
                <p14:modId xmlns:p14="http://schemas.microsoft.com/office/powerpoint/2010/main" val="849334461"/>
              </p:ext>
            </p:extLst>
          </p:nvPr>
        </p:nvGraphicFramePr>
        <p:xfrm>
          <a:off x="8123239" y="8966910"/>
          <a:ext cx="3894138" cy="4673747"/>
        </p:xfrm>
        <a:graphic>
          <a:graphicData uri="http://schemas.openxmlformats.org/drawingml/2006/chart">
            <c:chart xmlns:c="http://schemas.openxmlformats.org/drawingml/2006/chart" xmlns:r="http://schemas.openxmlformats.org/officeDocument/2006/relationships" r:id="rId6"/>
          </a:graphicData>
        </a:graphic>
      </p:graphicFrame>
      <p:sp>
        <p:nvSpPr>
          <p:cNvPr id="55" name="Position Fluo">
            <a:extLst>
              <a:ext uri="{FF2B5EF4-FFF2-40B4-BE49-F238E27FC236}">
                <a16:creationId xmlns:a16="http://schemas.microsoft.com/office/drawing/2014/main" id="{51DE580E-0771-AED2-0229-233A8742DD17}"/>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56" name="Group 55">
            <a:extLst>
              <a:ext uri="{FF2B5EF4-FFF2-40B4-BE49-F238E27FC236}">
                <a16:creationId xmlns:a16="http://schemas.microsoft.com/office/drawing/2014/main" id="{2D625BC9-EFC1-2FCF-9603-78EE6C3990D1}"/>
              </a:ext>
            </a:extLst>
          </p:cNvPr>
          <p:cNvGrpSpPr/>
          <p:nvPr/>
        </p:nvGrpSpPr>
        <p:grpSpPr>
          <a:xfrm>
            <a:off x="10278334" y="0"/>
            <a:ext cx="987657" cy="297132"/>
            <a:chOff x="10278334" y="0"/>
            <a:chExt cx="987657" cy="297132"/>
          </a:xfrm>
        </p:grpSpPr>
        <p:grpSp>
          <p:nvGrpSpPr>
            <p:cNvPr id="57" name="Group 56">
              <a:extLst>
                <a:ext uri="{FF2B5EF4-FFF2-40B4-BE49-F238E27FC236}">
                  <a16:creationId xmlns:a16="http://schemas.microsoft.com/office/drawing/2014/main" id="{B8872257-D621-693E-5F23-C08077581E66}"/>
                </a:ext>
              </a:extLst>
            </p:cNvPr>
            <p:cNvGrpSpPr/>
            <p:nvPr/>
          </p:nvGrpSpPr>
          <p:grpSpPr>
            <a:xfrm>
              <a:off x="10278334" y="0"/>
              <a:ext cx="336385" cy="294592"/>
              <a:chOff x="10278334" y="0"/>
              <a:chExt cx="336385" cy="294592"/>
            </a:xfrm>
          </p:grpSpPr>
          <p:sp>
            <p:nvSpPr>
              <p:cNvPr id="68" name="Rectangle 67">
                <a:extLst>
                  <a:ext uri="{FF2B5EF4-FFF2-40B4-BE49-F238E27FC236}">
                    <a16:creationId xmlns:a16="http://schemas.microsoft.com/office/drawing/2014/main" id="{19EED74B-5FC2-8427-4709-45FF86D31C39}"/>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Oval 68">
                <a:extLst>
                  <a:ext uri="{FF2B5EF4-FFF2-40B4-BE49-F238E27FC236}">
                    <a16:creationId xmlns:a16="http://schemas.microsoft.com/office/drawing/2014/main" id="{EA3BD06C-7264-5EBA-3774-62FA323AA2A6}"/>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TextBox 69">
                <a:extLst>
                  <a:ext uri="{FF2B5EF4-FFF2-40B4-BE49-F238E27FC236}">
                    <a16:creationId xmlns:a16="http://schemas.microsoft.com/office/drawing/2014/main" id="{C9CB6BCF-B032-8E64-C630-44F3C08CC317}"/>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58" name="Group 57">
              <a:extLst>
                <a:ext uri="{FF2B5EF4-FFF2-40B4-BE49-F238E27FC236}">
                  <a16:creationId xmlns:a16="http://schemas.microsoft.com/office/drawing/2014/main" id="{1319F934-1406-7C6E-BCD4-3E9DC2390DD0}"/>
                </a:ext>
              </a:extLst>
            </p:cNvPr>
            <p:cNvGrpSpPr/>
            <p:nvPr/>
          </p:nvGrpSpPr>
          <p:grpSpPr>
            <a:xfrm>
              <a:off x="10605240" y="0"/>
              <a:ext cx="336385" cy="297132"/>
              <a:chOff x="10289176" y="0"/>
              <a:chExt cx="336385" cy="297132"/>
            </a:xfrm>
          </p:grpSpPr>
          <p:sp>
            <p:nvSpPr>
              <p:cNvPr id="64" name="Rectangle 63">
                <a:extLst>
                  <a:ext uri="{FF2B5EF4-FFF2-40B4-BE49-F238E27FC236}">
                    <a16:creationId xmlns:a16="http://schemas.microsoft.com/office/drawing/2014/main" id="{72BB241C-FA51-79E4-E171-86739F08104C}"/>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5" name="Group 64">
                <a:extLst>
                  <a:ext uri="{FF2B5EF4-FFF2-40B4-BE49-F238E27FC236}">
                    <a16:creationId xmlns:a16="http://schemas.microsoft.com/office/drawing/2014/main" id="{886A0E48-71C7-CFB5-B9BE-25375D7E0C1F}"/>
                  </a:ext>
                </a:extLst>
              </p:cNvPr>
              <p:cNvGrpSpPr/>
              <p:nvPr/>
            </p:nvGrpSpPr>
            <p:grpSpPr>
              <a:xfrm>
                <a:off x="10289176" y="81688"/>
                <a:ext cx="336385" cy="215444"/>
                <a:chOff x="5178425" y="855322"/>
                <a:chExt cx="336385" cy="215444"/>
              </a:xfrm>
            </p:grpSpPr>
            <p:sp>
              <p:nvSpPr>
                <p:cNvPr id="66" name="Oval 65">
                  <a:extLst>
                    <a:ext uri="{FF2B5EF4-FFF2-40B4-BE49-F238E27FC236}">
                      <a16:creationId xmlns:a16="http://schemas.microsoft.com/office/drawing/2014/main" id="{C2ECB0A1-0CA9-1C99-91EA-13BF8B52827A}"/>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TextBox 66">
                  <a:extLst>
                    <a:ext uri="{FF2B5EF4-FFF2-40B4-BE49-F238E27FC236}">
                      <a16:creationId xmlns:a16="http://schemas.microsoft.com/office/drawing/2014/main" id="{52C318B3-D18C-E2A7-D023-615612B36E7D}"/>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59" name="Group 58">
              <a:extLst>
                <a:ext uri="{FF2B5EF4-FFF2-40B4-BE49-F238E27FC236}">
                  <a16:creationId xmlns:a16="http://schemas.microsoft.com/office/drawing/2014/main" id="{B3E6030B-5508-FCFD-D6FE-42204645EEA0}"/>
                </a:ext>
              </a:extLst>
            </p:cNvPr>
            <p:cNvGrpSpPr/>
            <p:nvPr/>
          </p:nvGrpSpPr>
          <p:grpSpPr>
            <a:xfrm>
              <a:off x="10929606" y="0"/>
              <a:ext cx="336385" cy="297132"/>
              <a:chOff x="10880361" y="0"/>
              <a:chExt cx="336385" cy="297132"/>
            </a:xfrm>
          </p:grpSpPr>
          <p:sp>
            <p:nvSpPr>
              <p:cNvPr id="60" name="Rectangle 59">
                <a:extLst>
                  <a:ext uri="{FF2B5EF4-FFF2-40B4-BE49-F238E27FC236}">
                    <a16:creationId xmlns:a16="http://schemas.microsoft.com/office/drawing/2014/main" id="{6F24E757-940A-0E71-0457-FD36D019B4E0}"/>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1" name="Group 60">
                <a:extLst>
                  <a:ext uri="{FF2B5EF4-FFF2-40B4-BE49-F238E27FC236}">
                    <a16:creationId xmlns:a16="http://schemas.microsoft.com/office/drawing/2014/main" id="{61E7B5FB-9490-69E5-7BDE-3BBAC07A5FEC}"/>
                  </a:ext>
                </a:extLst>
              </p:cNvPr>
              <p:cNvGrpSpPr/>
              <p:nvPr/>
            </p:nvGrpSpPr>
            <p:grpSpPr>
              <a:xfrm>
                <a:off x="10880361" y="81688"/>
                <a:ext cx="336385" cy="215444"/>
                <a:chOff x="5180965" y="851650"/>
                <a:chExt cx="336385" cy="215444"/>
              </a:xfrm>
            </p:grpSpPr>
            <p:sp>
              <p:nvSpPr>
                <p:cNvPr id="62" name="Oval 61">
                  <a:extLst>
                    <a:ext uri="{FF2B5EF4-FFF2-40B4-BE49-F238E27FC236}">
                      <a16:creationId xmlns:a16="http://schemas.microsoft.com/office/drawing/2014/main" id="{5B450CC9-380E-07AA-1F36-047CB41F69AA}"/>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Box 62">
                  <a:extLst>
                    <a:ext uri="{FF2B5EF4-FFF2-40B4-BE49-F238E27FC236}">
                      <a16:creationId xmlns:a16="http://schemas.microsoft.com/office/drawing/2014/main" id="{D4D090DE-16FC-5185-FA93-131876F49B8B}"/>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
        <p:nvSpPr>
          <p:cNvPr id="11" name="Titolo 1">
            <a:extLst>
              <a:ext uri="{FF2B5EF4-FFF2-40B4-BE49-F238E27FC236}">
                <a16:creationId xmlns:a16="http://schemas.microsoft.com/office/drawing/2014/main" id="{431950B1-BBC9-CB65-9EFA-F13074007BBA}"/>
              </a:ext>
            </a:extLst>
          </p:cNvPr>
          <p:cNvSpPr>
            <a:spLocks noGrp="1"/>
          </p:cNvSpPr>
          <p:nvPr>
            <p:ph type="title"/>
          </p:nvPr>
        </p:nvSpPr>
        <p:spPr>
          <a:xfrm>
            <a:off x="334963" y="-7515950"/>
            <a:ext cx="11522075" cy="839788"/>
          </a:xfrm>
        </p:spPr>
        <p:txBody>
          <a:bodyPr/>
          <a:lstStyle/>
          <a:p>
            <a:r>
              <a:rPr lang="en-GB" noProof="0" dirty="0"/>
              <a:t>Results Analysis</a:t>
            </a:r>
          </a:p>
        </p:txBody>
      </p:sp>
    </p:spTree>
    <p:extLst>
      <p:ext uri="{BB962C8B-B14F-4D97-AF65-F5344CB8AC3E}">
        <p14:creationId xmlns:p14="http://schemas.microsoft.com/office/powerpoint/2010/main" val="38797622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E557F-4CB7-C3F2-DB52-ED50EF80FB8B}"/>
            </a:ext>
          </a:extLst>
        </p:cNvPr>
        <p:cNvGrpSpPr/>
        <p:nvPr/>
      </p:nvGrpSpPr>
      <p:grpSpPr>
        <a:xfrm>
          <a:off x="0" y="0"/>
          <a:ext cx="0" cy="0"/>
          <a:chOff x="0" y="0"/>
          <a:chExt cx="0" cy="0"/>
        </a:xfrm>
      </p:grpSpPr>
      <p:graphicFrame>
        <p:nvGraphicFramePr>
          <p:cNvPr id="13" name="Segnaposto contenuto 12">
            <a:extLst>
              <a:ext uri="{FF2B5EF4-FFF2-40B4-BE49-F238E27FC236}">
                <a16:creationId xmlns:a16="http://schemas.microsoft.com/office/drawing/2014/main" id="{A7649C14-BF9D-EDE7-A040-C9FEFE18B936}"/>
              </a:ext>
            </a:extLst>
          </p:cNvPr>
          <p:cNvGraphicFramePr>
            <a:graphicFrameLocks noGrp="1"/>
          </p:cNvGraphicFramePr>
          <p:nvPr>
            <p:ph idx="1"/>
            <p:extLst>
              <p:ext uri="{D42A27DB-BD31-4B8C-83A1-F6EECF244321}">
                <p14:modId xmlns:p14="http://schemas.microsoft.com/office/powerpoint/2010/main" val="555707930"/>
              </p:ext>
            </p:extLst>
          </p:nvPr>
        </p:nvGraphicFramePr>
        <p:xfrm>
          <a:off x="0" y="833985"/>
          <a:ext cx="6480000" cy="5842800"/>
        </p:xfrm>
        <a:graphic>
          <a:graphicData uri="http://schemas.openxmlformats.org/drawingml/2006/chart">
            <c:chart xmlns:c="http://schemas.openxmlformats.org/drawingml/2006/chart" xmlns:r="http://schemas.openxmlformats.org/officeDocument/2006/relationships" r:id="rId3"/>
          </a:graphicData>
        </a:graphic>
      </p:graphicFrame>
      <p:sp>
        <p:nvSpPr>
          <p:cNvPr id="4" name="Segnaposto data 3">
            <a:extLst>
              <a:ext uri="{FF2B5EF4-FFF2-40B4-BE49-F238E27FC236}">
                <a16:creationId xmlns:a16="http://schemas.microsoft.com/office/drawing/2014/main" id="{427F3B11-5C5F-B430-4937-E6BE51F4C2FB}"/>
              </a:ext>
            </a:extLst>
          </p:cNvPr>
          <p:cNvSpPr>
            <a:spLocks noGrp="1"/>
          </p:cNvSpPr>
          <p:nvPr>
            <p:ph type="dt" sz="half" idx="10"/>
          </p:nvPr>
        </p:nvSpPr>
        <p:spPr/>
        <p:txBody>
          <a:bodyPr/>
          <a:lstStyle/>
          <a:p>
            <a:r>
              <a:rPr lang="en-GB" noProof="0"/>
              <a:t>POLITECNICO DI MILANO</a:t>
            </a:r>
          </a:p>
        </p:txBody>
      </p:sp>
      <p:sp>
        <p:nvSpPr>
          <p:cNvPr id="5" name="Segnaposto piè di pagina 4">
            <a:extLst>
              <a:ext uri="{FF2B5EF4-FFF2-40B4-BE49-F238E27FC236}">
                <a16:creationId xmlns:a16="http://schemas.microsoft.com/office/drawing/2014/main" id="{983C0BD1-94B0-3AFC-543E-B93CC9A29C36}"/>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6" name="Segnaposto numero diapositiva 5">
            <a:extLst>
              <a:ext uri="{FF2B5EF4-FFF2-40B4-BE49-F238E27FC236}">
                <a16:creationId xmlns:a16="http://schemas.microsoft.com/office/drawing/2014/main" id="{CE90CC6C-38A5-52FF-C44F-B1371EF3DEE6}"/>
              </a:ext>
            </a:extLst>
          </p:cNvPr>
          <p:cNvSpPr>
            <a:spLocks noGrp="1"/>
          </p:cNvSpPr>
          <p:nvPr>
            <p:ph type="sldNum" sz="quarter" idx="12"/>
          </p:nvPr>
        </p:nvSpPr>
        <p:spPr/>
        <p:txBody>
          <a:bodyPr/>
          <a:lstStyle/>
          <a:p>
            <a:fld id="{3135EEA2-8D42-4D46-95A6-66E65FDC5EB1}" type="slidenum">
              <a:rPr lang="en-GB" noProof="0" smtClean="0"/>
              <a:pPr/>
              <a:t>26</a:t>
            </a:fld>
            <a:endParaRPr lang="en-GB" noProof="0"/>
          </a:p>
        </p:txBody>
      </p:sp>
      <p:pic>
        <p:nvPicPr>
          <p:cNvPr id="22" name="Picture 21">
            <a:extLst>
              <a:ext uri="{FF2B5EF4-FFF2-40B4-BE49-F238E27FC236}">
                <a16:creationId xmlns:a16="http://schemas.microsoft.com/office/drawing/2014/main" id="{6E1F55E4-60FE-5C4F-B2F1-89B077FFE063}"/>
              </a:ext>
            </a:extLst>
          </p:cNvPr>
          <p:cNvPicPr>
            <a:picLocks noChangeAspect="1"/>
          </p:cNvPicPr>
          <p:nvPr/>
        </p:nvPicPr>
        <p:blipFill>
          <a:blip r:embed="rId4"/>
          <a:srcRect r="8400"/>
          <a:stretch>
            <a:fillRect/>
          </a:stretch>
        </p:blipFill>
        <p:spPr>
          <a:xfrm>
            <a:off x="6673490" y="4301929"/>
            <a:ext cx="5215352" cy="1705302"/>
          </a:xfrm>
          <a:prstGeom prst="roundRect">
            <a:avLst>
              <a:gd name="adj" fmla="val 2396"/>
            </a:avLst>
          </a:prstGeom>
        </p:spPr>
      </p:pic>
      <p:grpSp>
        <p:nvGrpSpPr>
          <p:cNvPr id="26" name="Group 25">
            <a:extLst>
              <a:ext uri="{FF2B5EF4-FFF2-40B4-BE49-F238E27FC236}">
                <a16:creationId xmlns:a16="http://schemas.microsoft.com/office/drawing/2014/main" id="{066F7743-1E9A-828C-180B-57271932B4D2}"/>
              </a:ext>
            </a:extLst>
          </p:cNvPr>
          <p:cNvGrpSpPr/>
          <p:nvPr/>
        </p:nvGrpSpPr>
        <p:grpSpPr>
          <a:xfrm>
            <a:off x="7919429" y="5394960"/>
            <a:ext cx="1969611" cy="1059216"/>
            <a:chOff x="7919429" y="5394960"/>
            <a:chExt cx="1969611" cy="1059216"/>
          </a:xfrm>
        </p:grpSpPr>
        <p:sp>
          <p:nvSpPr>
            <p:cNvPr id="24" name="Arrow: Right 23">
              <a:extLst>
                <a:ext uri="{FF2B5EF4-FFF2-40B4-BE49-F238E27FC236}">
                  <a16:creationId xmlns:a16="http://schemas.microsoft.com/office/drawing/2014/main" id="{390D340F-C52E-94DD-2297-421C740983FE}"/>
                </a:ext>
              </a:extLst>
            </p:cNvPr>
            <p:cNvSpPr/>
            <p:nvPr/>
          </p:nvSpPr>
          <p:spPr>
            <a:xfrm rot="16200000">
              <a:off x="8528315" y="5664200"/>
              <a:ext cx="75184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5" name="Rectangle: Rounded Corners 24">
              <a:extLst>
                <a:ext uri="{FF2B5EF4-FFF2-40B4-BE49-F238E27FC236}">
                  <a16:creationId xmlns:a16="http://schemas.microsoft.com/office/drawing/2014/main" id="{C0C981DC-24CD-6C1D-42F7-B08D23244ACB}"/>
                </a:ext>
              </a:extLst>
            </p:cNvPr>
            <p:cNvSpPr/>
            <p:nvPr/>
          </p:nvSpPr>
          <p:spPr>
            <a:xfrm>
              <a:off x="7919429" y="6048257"/>
              <a:ext cx="1969611" cy="405919"/>
            </a:xfrm>
            <a:prstGeom prst="roundRect">
              <a:avLst>
                <a:gd name="adj" fmla="val 50000"/>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Read-Write Lock</a:t>
              </a:r>
            </a:p>
          </p:txBody>
        </p:sp>
      </p:grpSp>
      <p:grpSp>
        <p:nvGrpSpPr>
          <p:cNvPr id="54" name="Group 53">
            <a:extLst>
              <a:ext uri="{FF2B5EF4-FFF2-40B4-BE49-F238E27FC236}">
                <a16:creationId xmlns:a16="http://schemas.microsoft.com/office/drawing/2014/main" id="{1754D9D1-D059-62C7-7D12-48BD46C69CDD}"/>
              </a:ext>
            </a:extLst>
          </p:cNvPr>
          <p:cNvGrpSpPr/>
          <p:nvPr/>
        </p:nvGrpSpPr>
        <p:grpSpPr>
          <a:xfrm>
            <a:off x="6805183" y="1781809"/>
            <a:ext cx="3138927" cy="1545206"/>
            <a:chOff x="13047595" y="1781809"/>
            <a:chExt cx="3138927" cy="1545206"/>
          </a:xfrm>
        </p:grpSpPr>
        <p:grpSp>
          <p:nvGrpSpPr>
            <p:cNvPr id="55" name="Group 54">
              <a:extLst>
                <a:ext uri="{FF2B5EF4-FFF2-40B4-BE49-F238E27FC236}">
                  <a16:creationId xmlns:a16="http://schemas.microsoft.com/office/drawing/2014/main" id="{05775160-9EB8-708B-2888-C10650F2BE92}"/>
                </a:ext>
              </a:extLst>
            </p:cNvPr>
            <p:cNvGrpSpPr/>
            <p:nvPr/>
          </p:nvGrpSpPr>
          <p:grpSpPr>
            <a:xfrm>
              <a:off x="13047595" y="1781809"/>
              <a:ext cx="3138927" cy="369332"/>
              <a:chOff x="9725660" y="1781809"/>
              <a:chExt cx="3138927" cy="369332"/>
            </a:xfrm>
          </p:grpSpPr>
          <p:sp>
            <p:nvSpPr>
              <p:cNvPr id="62" name="Rectangle 61">
                <a:extLst>
                  <a:ext uri="{FF2B5EF4-FFF2-40B4-BE49-F238E27FC236}">
                    <a16:creationId xmlns:a16="http://schemas.microsoft.com/office/drawing/2014/main" id="{3CA7B706-2444-85AD-4A1C-65F0F9A08EB3}"/>
                  </a:ext>
                </a:extLst>
              </p:cNvPr>
              <p:cNvSpPr>
                <a:spLocks noChangeAspect="1"/>
              </p:cNvSpPr>
              <p:nvPr/>
            </p:nvSpPr>
            <p:spPr>
              <a:xfrm>
                <a:off x="9725660" y="1781809"/>
                <a:ext cx="360000" cy="360000"/>
              </a:xfrm>
              <a:prstGeom prst="rect">
                <a:avLst/>
              </a:prstGeom>
              <a:solidFill>
                <a:srgbClr val="FF47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TextBox 62">
                <a:extLst>
                  <a:ext uri="{FF2B5EF4-FFF2-40B4-BE49-F238E27FC236}">
                    <a16:creationId xmlns:a16="http://schemas.microsoft.com/office/drawing/2014/main" id="{910C534A-DADB-84AE-E7AC-4374259502A1}"/>
                  </a:ext>
                </a:extLst>
              </p:cNvPr>
              <p:cNvSpPr txBox="1"/>
              <p:nvPr/>
            </p:nvSpPr>
            <p:spPr>
              <a:xfrm>
                <a:off x="10160000" y="1781809"/>
                <a:ext cx="2704587" cy="369332"/>
              </a:xfrm>
              <a:prstGeom prst="rect">
                <a:avLst/>
              </a:prstGeom>
              <a:noFill/>
            </p:spPr>
            <p:txBody>
              <a:bodyPr wrap="none" rtlCol="0">
                <a:spAutoFit/>
              </a:bodyPr>
              <a:lstStyle/>
              <a:p>
                <a:r>
                  <a:rPr lang="en-GB" noProof="0"/>
                  <a:t>External Lib &amp; No Cache</a:t>
                </a:r>
              </a:p>
            </p:txBody>
          </p:sp>
        </p:grpSp>
        <p:grpSp>
          <p:nvGrpSpPr>
            <p:cNvPr id="56" name="Group 55">
              <a:extLst>
                <a:ext uri="{FF2B5EF4-FFF2-40B4-BE49-F238E27FC236}">
                  <a16:creationId xmlns:a16="http://schemas.microsoft.com/office/drawing/2014/main" id="{D08667CE-B12D-A4C3-FE5F-71BE3DC877AE}"/>
                </a:ext>
              </a:extLst>
            </p:cNvPr>
            <p:cNvGrpSpPr/>
            <p:nvPr/>
          </p:nvGrpSpPr>
          <p:grpSpPr>
            <a:xfrm>
              <a:off x="13047595" y="2369746"/>
              <a:ext cx="2337425" cy="369332"/>
              <a:chOff x="9725660" y="2369746"/>
              <a:chExt cx="2337425" cy="369332"/>
            </a:xfrm>
          </p:grpSpPr>
          <p:sp>
            <p:nvSpPr>
              <p:cNvPr id="60" name="Rectangle 59">
                <a:extLst>
                  <a:ext uri="{FF2B5EF4-FFF2-40B4-BE49-F238E27FC236}">
                    <a16:creationId xmlns:a16="http://schemas.microsoft.com/office/drawing/2014/main" id="{7A643C49-BDF7-9950-BB2D-D0D530797257}"/>
                  </a:ext>
                </a:extLst>
              </p:cNvPr>
              <p:cNvSpPr>
                <a:spLocks noChangeAspect="1"/>
              </p:cNvSpPr>
              <p:nvPr/>
            </p:nvSpPr>
            <p:spPr>
              <a:xfrm>
                <a:off x="9725660" y="2369746"/>
                <a:ext cx="360000" cy="360000"/>
              </a:xfrm>
              <a:prstGeom prst="rect">
                <a:avLst/>
              </a:prstGeom>
              <a:solidFill>
                <a:srgbClr val="98DB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1" name="TextBox 60">
                <a:extLst>
                  <a:ext uri="{FF2B5EF4-FFF2-40B4-BE49-F238E27FC236}">
                    <a16:creationId xmlns:a16="http://schemas.microsoft.com/office/drawing/2014/main" id="{66CE3F8A-3A34-6055-F013-9E3F8374C730}"/>
                  </a:ext>
                </a:extLst>
              </p:cNvPr>
              <p:cNvSpPr txBox="1"/>
              <p:nvPr/>
            </p:nvSpPr>
            <p:spPr>
              <a:xfrm>
                <a:off x="10160000" y="2369746"/>
                <a:ext cx="1903085" cy="369332"/>
              </a:xfrm>
              <a:prstGeom prst="rect">
                <a:avLst/>
              </a:prstGeom>
              <a:noFill/>
            </p:spPr>
            <p:txBody>
              <a:bodyPr wrap="none" rtlCol="0">
                <a:spAutoFit/>
              </a:bodyPr>
              <a:lstStyle/>
              <a:p>
                <a:r>
                  <a:rPr lang="en-GB" noProof="0"/>
                  <a:t>Manual &amp; Cache</a:t>
                </a:r>
              </a:p>
            </p:txBody>
          </p:sp>
        </p:grpSp>
        <p:grpSp>
          <p:nvGrpSpPr>
            <p:cNvPr id="57" name="Group 56">
              <a:extLst>
                <a:ext uri="{FF2B5EF4-FFF2-40B4-BE49-F238E27FC236}">
                  <a16:creationId xmlns:a16="http://schemas.microsoft.com/office/drawing/2014/main" id="{A08B0666-3DB9-8029-F39A-8B657C6A5CE8}"/>
                </a:ext>
              </a:extLst>
            </p:cNvPr>
            <p:cNvGrpSpPr/>
            <p:nvPr/>
          </p:nvGrpSpPr>
          <p:grpSpPr>
            <a:xfrm>
              <a:off x="13047595" y="2957683"/>
              <a:ext cx="2678865" cy="369332"/>
              <a:chOff x="9725660" y="2369746"/>
              <a:chExt cx="2678865" cy="369332"/>
            </a:xfrm>
          </p:grpSpPr>
          <p:sp>
            <p:nvSpPr>
              <p:cNvPr id="58" name="Rectangle 57">
                <a:extLst>
                  <a:ext uri="{FF2B5EF4-FFF2-40B4-BE49-F238E27FC236}">
                    <a16:creationId xmlns:a16="http://schemas.microsoft.com/office/drawing/2014/main" id="{D1A772DB-89A3-BC7A-A8D8-690865C943D9}"/>
                  </a:ext>
                </a:extLst>
              </p:cNvPr>
              <p:cNvSpPr>
                <a:spLocks noChangeAspect="1"/>
              </p:cNvSpPr>
              <p:nvPr/>
            </p:nvSpPr>
            <p:spPr>
              <a:xfrm>
                <a:off x="9725660" y="2369746"/>
                <a:ext cx="360000" cy="360000"/>
              </a:xfrm>
              <a:prstGeom prst="rect">
                <a:avLst/>
              </a:prstGeom>
              <a:solidFill>
                <a:srgbClr val="0083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9" name="TextBox 58">
                <a:extLst>
                  <a:ext uri="{FF2B5EF4-FFF2-40B4-BE49-F238E27FC236}">
                    <a16:creationId xmlns:a16="http://schemas.microsoft.com/office/drawing/2014/main" id="{0F95C00E-7EF1-0D22-C28F-3B6BE5A4B762}"/>
                  </a:ext>
                </a:extLst>
              </p:cNvPr>
              <p:cNvSpPr txBox="1"/>
              <p:nvPr/>
            </p:nvSpPr>
            <p:spPr>
              <a:xfrm>
                <a:off x="10160000" y="2369746"/>
                <a:ext cx="2244525" cy="369332"/>
              </a:xfrm>
              <a:prstGeom prst="rect">
                <a:avLst/>
              </a:prstGeom>
              <a:noFill/>
            </p:spPr>
            <p:txBody>
              <a:bodyPr wrap="none" rtlCol="0">
                <a:spAutoFit/>
              </a:bodyPr>
              <a:lstStyle/>
              <a:p>
                <a:r>
                  <a:rPr lang="en-GB" noProof="0" dirty="0"/>
                  <a:t>Manual &amp; No Cache</a:t>
                </a:r>
              </a:p>
            </p:txBody>
          </p:sp>
        </p:grpSp>
      </p:grpSp>
      <p:sp>
        <p:nvSpPr>
          <p:cNvPr id="66" name="Position Fluo">
            <a:extLst>
              <a:ext uri="{FF2B5EF4-FFF2-40B4-BE49-F238E27FC236}">
                <a16:creationId xmlns:a16="http://schemas.microsoft.com/office/drawing/2014/main" id="{74C7E8BC-0EE7-5A49-DA36-F1CF5C9C908C}"/>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67" name="Group 66">
            <a:extLst>
              <a:ext uri="{FF2B5EF4-FFF2-40B4-BE49-F238E27FC236}">
                <a16:creationId xmlns:a16="http://schemas.microsoft.com/office/drawing/2014/main" id="{FED88E01-6BFD-51D3-A1BF-6F0AB18003FA}"/>
              </a:ext>
            </a:extLst>
          </p:cNvPr>
          <p:cNvGrpSpPr/>
          <p:nvPr/>
        </p:nvGrpSpPr>
        <p:grpSpPr>
          <a:xfrm>
            <a:off x="10278334" y="0"/>
            <a:ext cx="987657" cy="297132"/>
            <a:chOff x="10278334" y="0"/>
            <a:chExt cx="987657" cy="297132"/>
          </a:xfrm>
        </p:grpSpPr>
        <p:grpSp>
          <p:nvGrpSpPr>
            <p:cNvPr id="68" name="Group 67">
              <a:extLst>
                <a:ext uri="{FF2B5EF4-FFF2-40B4-BE49-F238E27FC236}">
                  <a16:creationId xmlns:a16="http://schemas.microsoft.com/office/drawing/2014/main" id="{B2DFCB1A-B398-C358-53E1-1195B91DFBB3}"/>
                </a:ext>
              </a:extLst>
            </p:cNvPr>
            <p:cNvGrpSpPr/>
            <p:nvPr/>
          </p:nvGrpSpPr>
          <p:grpSpPr>
            <a:xfrm>
              <a:off x="10278334" y="0"/>
              <a:ext cx="336385" cy="294592"/>
              <a:chOff x="10278334" y="0"/>
              <a:chExt cx="336385" cy="294592"/>
            </a:xfrm>
          </p:grpSpPr>
          <p:sp>
            <p:nvSpPr>
              <p:cNvPr id="79" name="Rectangle 78">
                <a:extLst>
                  <a:ext uri="{FF2B5EF4-FFF2-40B4-BE49-F238E27FC236}">
                    <a16:creationId xmlns:a16="http://schemas.microsoft.com/office/drawing/2014/main" id="{A8668593-6B77-B018-4ACF-D92ED2C2A282}"/>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Oval 79">
                <a:extLst>
                  <a:ext uri="{FF2B5EF4-FFF2-40B4-BE49-F238E27FC236}">
                    <a16:creationId xmlns:a16="http://schemas.microsoft.com/office/drawing/2014/main" id="{0DFB67D6-BF87-6D2C-CF62-517E728A82D1}"/>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a:extLst>
                  <a:ext uri="{FF2B5EF4-FFF2-40B4-BE49-F238E27FC236}">
                    <a16:creationId xmlns:a16="http://schemas.microsoft.com/office/drawing/2014/main" id="{CDD5F483-BEE4-94DC-7124-7539718370BF}"/>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69" name="Group 68">
              <a:extLst>
                <a:ext uri="{FF2B5EF4-FFF2-40B4-BE49-F238E27FC236}">
                  <a16:creationId xmlns:a16="http://schemas.microsoft.com/office/drawing/2014/main" id="{D57DCDE6-96C4-F27F-0950-AAC6A708F67C}"/>
                </a:ext>
              </a:extLst>
            </p:cNvPr>
            <p:cNvGrpSpPr/>
            <p:nvPr/>
          </p:nvGrpSpPr>
          <p:grpSpPr>
            <a:xfrm>
              <a:off x="10605240" y="0"/>
              <a:ext cx="336385" cy="297132"/>
              <a:chOff x="10289176" y="0"/>
              <a:chExt cx="336385" cy="297132"/>
            </a:xfrm>
          </p:grpSpPr>
          <p:sp>
            <p:nvSpPr>
              <p:cNvPr id="75" name="Rectangle 74">
                <a:extLst>
                  <a:ext uri="{FF2B5EF4-FFF2-40B4-BE49-F238E27FC236}">
                    <a16:creationId xmlns:a16="http://schemas.microsoft.com/office/drawing/2014/main" id="{49C63087-B8BB-12CA-1C10-B538C28F8FAA}"/>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6" name="Group 75">
                <a:extLst>
                  <a:ext uri="{FF2B5EF4-FFF2-40B4-BE49-F238E27FC236}">
                    <a16:creationId xmlns:a16="http://schemas.microsoft.com/office/drawing/2014/main" id="{FA434857-41E8-284C-8529-C85B79EEAB82}"/>
                  </a:ext>
                </a:extLst>
              </p:cNvPr>
              <p:cNvGrpSpPr/>
              <p:nvPr/>
            </p:nvGrpSpPr>
            <p:grpSpPr>
              <a:xfrm>
                <a:off x="10289176" y="81688"/>
                <a:ext cx="336385" cy="215444"/>
                <a:chOff x="5178425" y="855322"/>
                <a:chExt cx="336385" cy="215444"/>
              </a:xfrm>
            </p:grpSpPr>
            <p:sp>
              <p:nvSpPr>
                <p:cNvPr id="77" name="Oval 76">
                  <a:extLst>
                    <a:ext uri="{FF2B5EF4-FFF2-40B4-BE49-F238E27FC236}">
                      <a16:creationId xmlns:a16="http://schemas.microsoft.com/office/drawing/2014/main" id="{A055B017-A0EC-EA7C-6878-C6720B806DAC}"/>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extBox 77">
                  <a:extLst>
                    <a:ext uri="{FF2B5EF4-FFF2-40B4-BE49-F238E27FC236}">
                      <a16:creationId xmlns:a16="http://schemas.microsoft.com/office/drawing/2014/main" id="{57F56927-E494-B581-7D6F-CDF6E65E1634}"/>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70" name="Group 69">
              <a:extLst>
                <a:ext uri="{FF2B5EF4-FFF2-40B4-BE49-F238E27FC236}">
                  <a16:creationId xmlns:a16="http://schemas.microsoft.com/office/drawing/2014/main" id="{377D84DC-BFE6-4259-F245-3E7DEFCB76CC}"/>
                </a:ext>
              </a:extLst>
            </p:cNvPr>
            <p:cNvGrpSpPr/>
            <p:nvPr/>
          </p:nvGrpSpPr>
          <p:grpSpPr>
            <a:xfrm>
              <a:off x="10929606" y="0"/>
              <a:ext cx="336385" cy="297132"/>
              <a:chOff x="10880361" y="0"/>
              <a:chExt cx="336385" cy="297132"/>
            </a:xfrm>
          </p:grpSpPr>
          <p:sp>
            <p:nvSpPr>
              <p:cNvPr id="71" name="Rectangle 70">
                <a:extLst>
                  <a:ext uri="{FF2B5EF4-FFF2-40B4-BE49-F238E27FC236}">
                    <a16:creationId xmlns:a16="http://schemas.microsoft.com/office/drawing/2014/main" id="{79A9C31F-756C-8CE2-E690-F9540B52BBC0}"/>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2" name="Group 71">
                <a:extLst>
                  <a:ext uri="{FF2B5EF4-FFF2-40B4-BE49-F238E27FC236}">
                    <a16:creationId xmlns:a16="http://schemas.microsoft.com/office/drawing/2014/main" id="{6BE4E805-4719-9784-E0F4-1100B7D17BF8}"/>
                  </a:ext>
                </a:extLst>
              </p:cNvPr>
              <p:cNvGrpSpPr/>
              <p:nvPr/>
            </p:nvGrpSpPr>
            <p:grpSpPr>
              <a:xfrm>
                <a:off x="10880361" y="81688"/>
                <a:ext cx="336385" cy="215444"/>
                <a:chOff x="5180965" y="851650"/>
                <a:chExt cx="336385" cy="215444"/>
              </a:xfrm>
            </p:grpSpPr>
            <p:sp>
              <p:nvSpPr>
                <p:cNvPr id="73" name="Oval 72">
                  <a:extLst>
                    <a:ext uri="{FF2B5EF4-FFF2-40B4-BE49-F238E27FC236}">
                      <a16:creationId xmlns:a16="http://schemas.microsoft.com/office/drawing/2014/main" id="{D777DFEA-F548-B603-7658-09D8CE155992}"/>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Box 73">
                  <a:extLst>
                    <a:ext uri="{FF2B5EF4-FFF2-40B4-BE49-F238E27FC236}">
                      <a16:creationId xmlns:a16="http://schemas.microsoft.com/office/drawing/2014/main" id="{9D926540-14A7-7C20-8C33-52BE1E64407A}"/>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7024954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30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060B-D99D-4A0D-61BE-9B6A657B932E}"/>
            </a:ext>
          </a:extLst>
        </p:cNvPr>
        <p:cNvGrpSpPr/>
        <p:nvPr/>
      </p:nvGrpSpPr>
      <p:grpSpPr>
        <a:xfrm>
          <a:off x="0" y="0"/>
          <a:ext cx="0" cy="0"/>
          <a:chOff x="0" y="0"/>
          <a:chExt cx="0" cy="0"/>
        </a:xfrm>
      </p:grpSpPr>
      <p:sp>
        <p:nvSpPr>
          <p:cNvPr id="4" name="Segnaposto data 3">
            <a:extLst>
              <a:ext uri="{FF2B5EF4-FFF2-40B4-BE49-F238E27FC236}">
                <a16:creationId xmlns:a16="http://schemas.microsoft.com/office/drawing/2014/main" id="{EA2B8566-2A07-13E2-5279-A3F70A6BA4EC}"/>
              </a:ext>
            </a:extLst>
          </p:cNvPr>
          <p:cNvSpPr>
            <a:spLocks noGrp="1"/>
          </p:cNvSpPr>
          <p:nvPr>
            <p:ph type="dt" sz="half" idx="10"/>
          </p:nvPr>
        </p:nvSpPr>
        <p:spPr/>
        <p:txBody>
          <a:bodyPr/>
          <a:lstStyle/>
          <a:p>
            <a:r>
              <a:rPr lang="en-GB" noProof="0"/>
              <a:t>POLITECNICO DI MILANO</a:t>
            </a:r>
          </a:p>
        </p:txBody>
      </p:sp>
      <p:sp>
        <p:nvSpPr>
          <p:cNvPr id="5" name="Segnaposto piè di pagina 4">
            <a:extLst>
              <a:ext uri="{FF2B5EF4-FFF2-40B4-BE49-F238E27FC236}">
                <a16:creationId xmlns:a16="http://schemas.microsoft.com/office/drawing/2014/main" id="{49D38134-F0A4-F156-38C7-E9C801E0600F}"/>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6" name="Segnaposto numero diapositiva 5">
            <a:extLst>
              <a:ext uri="{FF2B5EF4-FFF2-40B4-BE49-F238E27FC236}">
                <a16:creationId xmlns:a16="http://schemas.microsoft.com/office/drawing/2014/main" id="{46B9D413-4979-54E7-54A9-01911BDCFD5C}"/>
              </a:ext>
            </a:extLst>
          </p:cNvPr>
          <p:cNvSpPr>
            <a:spLocks noGrp="1"/>
          </p:cNvSpPr>
          <p:nvPr>
            <p:ph type="sldNum" sz="quarter" idx="12"/>
          </p:nvPr>
        </p:nvSpPr>
        <p:spPr/>
        <p:txBody>
          <a:bodyPr/>
          <a:lstStyle/>
          <a:p>
            <a:fld id="{3135EEA2-8D42-4D46-95A6-66E65FDC5EB1}" type="slidenum">
              <a:rPr lang="en-GB" noProof="0" smtClean="0"/>
              <a:pPr/>
              <a:t>27</a:t>
            </a:fld>
            <a:endParaRPr lang="en-GB" noProof="0"/>
          </a:p>
        </p:txBody>
      </p:sp>
      <p:pic>
        <p:nvPicPr>
          <p:cNvPr id="9" name="Picture 8">
            <a:extLst>
              <a:ext uri="{FF2B5EF4-FFF2-40B4-BE49-F238E27FC236}">
                <a16:creationId xmlns:a16="http://schemas.microsoft.com/office/drawing/2014/main" id="{49D8D5C7-4B1D-E05F-CFFF-EFEFA975068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75821" y="1232693"/>
            <a:ext cx="4552841" cy="5419350"/>
          </a:xfrm>
          <a:prstGeom prst="rect">
            <a:avLst/>
          </a:prstGeom>
        </p:spPr>
      </p:pic>
      <p:pic>
        <p:nvPicPr>
          <p:cNvPr id="24" name="Picture 23">
            <a:extLst>
              <a:ext uri="{FF2B5EF4-FFF2-40B4-BE49-F238E27FC236}">
                <a16:creationId xmlns:a16="http://schemas.microsoft.com/office/drawing/2014/main" id="{787D579F-5404-DE05-7890-774A48AC51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738237" y="1232692"/>
            <a:ext cx="4541917" cy="5400000"/>
          </a:xfrm>
          <a:prstGeom prst="rect">
            <a:avLst/>
          </a:prstGeom>
        </p:spPr>
      </p:pic>
      <p:grpSp>
        <p:nvGrpSpPr>
          <p:cNvPr id="23" name="!!Legend">
            <a:extLst>
              <a:ext uri="{FF2B5EF4-FFF2-40B4-BE49-F238E27FC236}">
                <a16:creationId xmlns:a16="http://schemas.microsoft.com/office/drawing/2014/main" id="{62884FA1-9DAC-9579-91EA-CF7D5176C77C}"/>
              </a:ext>
            </a:extLst>
          </p:cNvPr>
          <p:cNvGrpSpPr/>
          <p:nvPr/>
        </p:nvGrpSpPr>
        <p:grpSpPr>
          <a:xfrm>
            <a:off x="9602957" y="668143"/>
            <a:ext cx="2423160" cy="1320800"/>
            <a:chOff x="12446000" y="2143760"/>
            <a:chExt cx="2423160" cy="1320800"/>
          </a:xfrm>
        </p:grpSpPr>
        <p:sp>
          <p:nvSpPr>
            <p:cNvPr id="22" name="Rectangle 21">
              <a:extLst>
                <a:ext uri="{FF2B5EF4-FFF2-40B4-BE49-F238E27FC236}">
                  <a16:creationId xmlns:a16="http://schemas.microsoft.com/office/drawing/2014/main" id="{53A1BBA1-E406-109A-73E8-1F38931239A5}"/>
                </a:ext>
              </a:extLst>
            </p:cNvPr>
            <p:cNvSpPr/>
            <p:nvPr/>
          </p:nvSpPr>
          <p:spPr>
            <a:xfrm>
              <a:off x="12446000" y="2143760"/>
              <a:ext cx="2423160" cy="1320800"/>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11" name="Group 10">
              <a:extLst>
                <a:ext uri="{FF2B5EF4-FFF2-40B4-BE49-F238E27FC236}">
                  <a16:creationId xmlns:a16="http://schemas.microsoft.com/office/drawing/2014/main" id="{47E336CC-21D6-B0C4-8DA4-CB0C42925232}"/>
                </a:ext>
              </a:extLst>
            </p:cNvPr>
            <p:cNvGrpSpPr/>
            <p:nvPr/>
          </p:nvGrpSpPr>
          <p:grpSpPr>
            <a:xfrm>
              <a:off x="12483617" y="2188513"/>
              <a:ext cx="2353697" cy="1240487"/>
              <a:chOff x="13047595" y="1781809"/>
              <a:chExt cx="3138927" cy="1545206"/>
            </a:xfrm>
          </p:grpSpPr>
          <p:grpSp>
            <p:nvGrpSpPr>
              <p:cNvPr id="12" name="Group 11">
                <a:extLst>
                  <a:ext uri="{FF2B5EF4-FFF2-40B4-BE49-F238E27FC236}">
                    <a16:creationId xmlns:a16="http://schemas.microsoft.com/office/drawing/2014/main" id="{804775E6-6F5A-ADB9-EB14-F79F9DA2DC1A}"/>
                  </a:ext>
                </a:extLst>
              </p:cNvPr>
              <p:cNvGrpSpPr/>
              <p:nvPr/>
            </p:nvGrpSpPr>
            <p:grpSpPr>
              <a:xfrm>
                <a:off x="13047595" y="1781809"/>
                <a:ext cx="3138927" cy="369332"/>
                <a:chOff x="9725660" y="1781809"/>
                <a:chExt cx="3138927" cy="369332"/>
              </a:xfrm>
            </p:grpSpPr>
            <p:sp>
              <p:nvSpPr>
                <p:cNvPr id="20" name="Rectangle 19">
                  <a:extLst>
                    <a:ext uri="{FF2B5EF4-FFF2-40B4-BE49-F238E27FC236}">
                      <a16:creationId xmlns:a16="http://schemas.microsoft.com/office/drawing/2014/main" id="{B3516FF1-2219-32C6-6BA9-004F45B85CF9}"/>
                    </a:ext>
                  </a:extLst>
                </p:cNvPr>
                <p:cNvSpPr>
                  <a:spLocks/>
                </p:cNvSpPr>
                <p:nvPr/>
              </p:nvSpPr>
              <p:spPr>
                <a:xfrm>
                  <a:off x="9725660" y="1809523"/>
                  <a:ext cx="336071" cy="313902"/>
                </a:xfrm>
                <a:prstGeom prst="rect">
                  <a:avLst/>
                </a:prstGeom>
                <a:solidFill>
                  <a:srgbClr val="FF47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TextBox 20">
                  <a:extLst>
                    <a:ext uri="{FF2B5EF4-FFF2-40B4-BE49-F238E27FC236}">
                      <a16:creationId xmlns:a16="http://schemas.microsoft.com/office/drawing/2014/main" id="{1E0A35EC-CD71-5E72-E117-CFA9D31544D8}"/>
                    </a:ext>
                  </a:extLst>
                </p:cNvPr>
                <p:cNvSpPr txBox="1"/>
                <p:nvPr/>
              </p:nvSpPr>
              <p:spPr>
                <a:xfrm>
                  <a:off x="10160000" y="1781809"/>
                  <a:ext cx="2704587" cy="369332"/>
                </a:xfrm>
                <a:prstGeom prst="rect">
                  <a:avLst/>
                </a:prstGeom>
                <a:noFill/>
              </p:spPr>
              <p:txBody>
                <a:bodyPr wrap="none" rtlCol="0">
                  <a:spAutoFit/>
                </a:bodyPr>
                <a:lstStyle/>
                <a:p>
                  <a:r>
                    <a:rPr lang="en-GB" sz="1400" noProof="0"/>
                    <a:t>External Lib &amp; No Cache</a:t>
                  </a:r>
                </a:p>
              </p:txBody>
            </p:sp>
          </p:grpSp>
          <p:grpSp>
            <p:nvGrpSpPr>
              <p:cNvPr id="14" name="Group 13">
                <a:extLst>
                  <a:ext uri="{FF2B5EF4-FFF2-40B4-BE49-F238E27FC236}">
                    <a16:creationId xmlns:a16="http://schemas.microsoft.com/office/drawing/2014/main" id="{E3830ADE-09F1-3AB7-F82F-5699009294BA}"/>
                  </a:ext>
                </a:extLst>
              </p:cNvPr>
              <p:cNvGrpSpPr/>
              <p:nvPr/>
            </p:nvGrpSpPr>
            <p:grpSpPr>
              <a:xfrm>
                <a:off x="13047595" y="2369746"/>
                <a:ext cx="2337425" cy="369332"/>
                <a:chOff x="9725660" y="2369746"/>
                <a:chExt cx="2337425" cy="369332"/>
              </a:xfrm>
            </p:grpSpPr>
            <p:sp>
              <p:nvSpPr>
                <p:cNvPr id="18" name="Rectangle 17">
                  <a:extLst>
                    <a:ext uri="{FF2B5EF4-FFF2-40B4-BE49-F238E27FC236}">
                      <a16:creationId xmlns:a16="http://schemas.microsoft.com/office/drawing/2014/main" id="{2BB565D6-C3A6-6487-BB26-CF01E511C498}"/>
                    </a:ext>
                  </a:extLst>
                </p:cNvPr>
                <p:cNvSpPr>
                  <a:spLocks/>
                </p:cNvSpPr>
                <p:nvPr/>
              </p:nvSpPr>
              <p:spPr>
                <a:xfrm>
                  <a:off x="9725660" y="2397460"/>
                  <a:ext cx="336071" cy="313902"/>
                </a:xfrm>
                <a:prstGeom prst="rect">
                  <a:avLst/>
                </a:prstGeom>
                <a:solidFill>
                  <a:srgbClr val="98DB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9" name="TextBox 18">
                  <a:extLst>
                    <a:ext uri="{FF2B5EF4-FFF2-40B4-BE49-F238E27FC236}">
                      <a16:creationId xmlns:a16="http://schemas.microsoft.com/office/drawing/2014/main" id="{359460F7-6CD1-5194-8670-63B933D47639}"/>
                    </a:ext>
                  </a:extLst>
                </p:cNvPr>
                <p:cNvSpPr txBox="1"/>
                <p:nvPr/>
              </p:nvSpPr>
              <p:spPr>
                <a:xfrm>
                  <a:off x="10160000" y="2369746"/>
                  <a:ext cx="1903085" cy="369332"/>
                </a:xfrm>
                <a:prstGeom prst="rect">
                  <a:avLst/>
                </a:prstGeom>
                <a:noFill/>
              </p:spPr>
              <p:txBody>
                <a:bodyPr wrap="none" rtlCol="0">
                  <a:spAutoFit/>
                </a:bodyPr>
                <a:lstStyle/>
                <a:p>
                  <a:r>
                    <a:rPr lang="en-GB" sz="1400" noProof="0"/>
                    <a:t>Manual &amp; Cache</a:t>
                  </a:r>
                </a:p>
              </p:txBody>
            </p:sp>
          </p:grpSp>
          <p:grpSp>
            <p:nvGrpSpPr>
              <p:cNvPr id="15" name="Group 14">
                <a:extLst>
                  <a:ext uri="{FF2B5EF4-FFF2-40B4-BE49-F238E27FC236}">
                    <a16:creationId xmlns:a16="http://schemas.microsoft.com/office/drawing/2014/main" id="{B73E87BF-84AC-F07F-D027-C450C4315845}"/>
                  </a:ext>
                </a:extLst>
              </p:cNvPr>
              <p:cNvGrpSpPr/>
              <p:nvPr/>
            </p:nvGrpSpPr>
            <p:grpSpPr>
              <a:xfrm>
                <a:off x="13047595" y="2957683"/>
                <a:ext cx="2678865" cy="369332"/>
                <a:chOff x="9725660" y="2369746"/>
                <a:chExt cx="2678865" cy="369332"/>
              </a:xfrm>
            </p:grpSpPr>
            <p:sp>
              <p:nvSpPr>
                <p:cNvPr id="16" name="Rectangle 15">
                  <a:extLst>
                    <a:ext uri="{FF2B5EF4-FFF2-40B4-BE49-F238E27FC236}">
                      <a16:creationId xmlns:a16="http://schemas.microsoft.com/office/drawing/2014/main" id="{11534124-9312-7DA9-4CCB-AD5EBF1E9C35}"/>
                    </a:ext>
                  </a:extLst>
                </p:cNvPr>
                <p:cNvSpPr>
                  <a:spLocks/>
                </p:cNvSpPr>
                <p:nvPr/>
              </p:nvSpPr>
              <p:spPr>
                <a:xfrm>
                  <a:off x="9725660" y="2397460"/>
                  <a:ext cx="336071" cy="313902"/>
                </a:xfrm>
                <a:prstGeom prst="rect">
                  <a:avLst/>
                </a:prstGeom>
                <a:solidFill>
                  <a:srgbClr val="0083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extBox 16">
                  <a:extLst>
                    <a:ext uri="{FF2B5EF4-FFF2-40B4-BE49-F238E27FC236}">
                      <a16:creationId xmlns:a16="http://schemas.microsoft.com/office/drawing/2014/main" id="{81B00DF5-3A97-1F9A-3F94-B4CF55567596}"/>
                    </a:ext>
                  </a:extLst>
                </p:cNvPr>
                <p:cNvSpPr txBox="1"/>
                <p:nvPr/>
              </p:nvSpPr>
              <p:spPr>
                <a:xfrm>
                  <a:off x="10160000" y="2369746"/>
                  <a:ext cx="2244525" cy="369332"/>
                </a:xfrm>
                <a:prstGeom prst="rect">
                  <a:avLst/>
                </a:prstGeom>
                <a:noFill/>
              </p:spPr>
              <p:txBody>
                <a:bodyPr wrap="none" rtlCol="0">
                  <a:spAutoFit/>
                </a:bodyPr>
                <a:lstStyle/>
                <a:p>
                  <a:r>
                    <a:rPr lang="en-GB" sz="1400" noProof="0" dirty="0"/>
                    <a:t>Manual &amp; No Cache</a:t>
                  </a:r>
                </a:p>
              </p:txBody>
            </p:sp>
          </p:grpSp>
        </p:grpSp>
      </p:grpSp>
      <p:sp>
        <p:nvSpPr>
          <p:cNvPr id="40" name="Position Fluo">
            <a:extLst>
              <a:ext uri="{FF2B5EF4-FFF2-40B4-BE49-F238E27FC236}">
                <a16:creationId xmlns:a16="http://schemas.microsoft.com/office/drawing/2014/main" id="{C6F7E0AA-C141-F392-91B0-A492EDCDE403}"/>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41" name="Group 40">
            <a:extLst>
              <a:ext uri="{FF2B5EF4-FFF2-40B4-BE49-F238E27FC236}">
                <a16:creationId xmlns:a16="http://schemas.microsoft.com/office/drawing/2014/main" id="{A22445A8-CCC7-5377-48EE-F08C8B263F2C}"/>
              </a:ext>
            </a:extLst>
          </p:cNvPr>
          <p:cNvGrpSpPr/>
          <p:nvPr/>
        </p:nvGrpSpPr>
        <p:grpSpPr>
          <a:xfrm>
            <a:off x="10278334" y="0"/>
            <a:ext cx="987657" cy="297132"/>
            <a:chOff x="10278334" y="0"/>
            <a:chExt cx="987657" cy="297132"/>
          </a:xfrm>
        </p:grpSpPr>
        <p:grpSp>
          <p:nvGrpSpPr>
            <p:cNvPr id="42" name="Group 41">
              <a:extLst>
                <a:ext uri="{FF2B5EF4-FFF2-40B4-BE49-F238E27FC236}">
                  <a16:creationId xmlns:a16="http://schemas.microsoft.com/office/drawing/2014/main" id="{74EC600E-5B60-9978-2E51-996D8C9C6632}"/>
                </a:ext>
              </a:extLst>
            </p:cNvPr>
            <p:cNvGrpSpPr/>
            <p:nvPr/>
          </p:nvGrpSpPr>
          <p:grpSpPr>
            <a:xfrm>
              <a:off x="10278334" y="0"/>
              <a:ext cx="336385" cy="294592"/>
              <a:chOff x="10278334" y="0"/>
              <a:chExt cx="336385" cy="294592"/>
            </a:xfrm>
          </p:grpSpPr>
          <p:sp>
            <p:nvSpPr>
              <p:cNvPr id="53" name="Rectangle 52">
                <a:extLst>
                  <a:ext uri="{FF2B5EF4-FFF2-40B4-BE49-F238E27FC236}">
                    <a16:creationId xmlns:a16="http://schemas.microsoft.com/office/drawing/2014/main" id="{98A7A28E-2BEC-CE14-8C3A-D5901A1F4AE1}"/>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8E036D66-640C-930C-B256-70740864C575}"/>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TextBox 54">
                <a:extLst>
                  <a:ext uri="{FF2B5EF4-FFF2-40B4-BE49-F238E27FC236}">
                    <a16:creationId xmlns:a16="http://schemas.microsoft.com/office/drawing/2014/main" id="{76B7606B-E11A-8EB2-48A7-96958E777BA6}"/>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43" name="Group 42">
              <a:extLst>
                <a:ext uri="{FF2B5EF4-FFF2-40B4-BE49-F238E27FC236}">
                  <a16:creationId xmlns:a16="http://schemas.microsoft.com/office/drawing/2014/main" id="{DDFFB69A-86FF-0071-EB62-E19FD4578DBC}"/>
                </a:ext>
              </a:extLst>
            </p:cNvPr>
            <p:cNvGrpSpPr/>
            <p:nvPr/>
          </p:nvGrpSpPr>
          <p:grpSpPr>
            <a:xfrm>
              <a:off x="10605240" y="0"/>
              <a:ext cx="336385" cy="297132"/>
              <a:chOff x="10289176" y="0"/>
              <a:chExt cx="336385" cy="297132"/>
            </a:xfrm>
          </p:grpSpPr>
          <p:sp>
            <p:nvSpPr>
              <p:cNvPr id="49" name="Rectangle 48">
                <a:extLst>
                  <a:ext uri="{FF2B5EF4-FFF2-40B4-BE49-F238E27FC236}">
                    <a16:creationId xmlns:a16="http://schemas.microsoft.com/office/drawing/2014/main" id="{45180462-3D0A-3740-B54F-80BA56F3F52D}"/>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0" name="Group 49">
                <a:extLst>
                  <a:ext uri="{FF2B5EF4-FFF2-40B4-BE49-F238E27FC236}">
                    <a16:creationId xmlns:a16="http://schemas.microsoft.com/office/drawing/2014/main" id="{3BF89136-39F0-EE05-4DA9-A02B326CC101}"/>
                  </a:ext>
                </a:extLst>
              </p:cNvPr>
              <p:cNvGrpSpPr/>
              <p:nvPr/>
            </p:nvGrpSpPr>
            <p:grpSpPr>
              <a:xfrm>
                <a:off x="10289176" y="81688"/>
                <a:ext cx="336385" cy="215444"/>
                <a:chOff x="5178425" y="855322"/>
                <a:chExt cx="336385" cy="215444"/>
              </a:xfrm>
            </p:grpSpPr>
            <p:sp>
              <p:nvSpPr>
                <p:cNvPr id="51" name="Oval 50">
                  <a:extLst>
                    <a:ext uri="{FF2B5EF4-FFF2-40B4-BE49-F238E27FC236}">
                      <a16:creationId xmlns:a16="http://schemas.microsoft.com/office/drawing/2014/main" id="{ABF28807-2A4A-8BFB-83E8-025AA17D11DE}"/>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03642F72-53A2-A90E-4DA9-77D1D612A1E3}"/>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44" name="Group 43">
              <a:extLst>
                <a:ext uri="{FF2B5EF4-FFF2-40B4-BE49-F238E27FC236}">
                  <a16:creationId xmlns:a16="http://schemas.microsoft.com/office/drawing/2014/main" id="{18C0135C-5F34-E262-C97E-24CB76D2BE51}"/>
                </a:ext>
              </a:extLst>
            </p:cNvPr>
            <p:cNvGrpSpPr/>
            <p:nvPr/>
          </p:nvGrpSpPr>
          <p:grpSpPr>
            <a:xfrm>
              <a:off x="10929606" y="0"/>
              <a:ext cx="336385" cy="297132"/>
              <a:chOff x="10880361" y="0"/>
              <a:chExt cx="336385" cy="297132"/>
            </a:xfrm>
          </p:grpSpPr>
          <p:sp>
            <p:nvSpPr>
              <p:cNvPr id="45" name="Rectangle 44">
                <a:extLst>
                  <a:ext uri="{FF2B5EF4-FFF2-40B4-BE49-F238E27FC236}">
                    <a16:creationId xmlns:a16="http://schemas.microsoft.com/office/drawing/2014/main" id="{8BE0D5D6-A4F7-A45E-7F13-8C140ECCBFEE}"/>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6" name="Group 45">
                <a:extLst>
                  <a:ext uri="{FF2B5EF4-FFF2-40B4-BE49-F238E27FC236}">
                    <a16:creationId xmlns:a16="http://schemas.microsoft.com/office/drawing/2014/main" id="{6357902F-C5B8-F4F3-F748-04219BB4EADA}"/>
                  </a:ext>
                </a:extLst>
              </p:cNvPr>
              <p:cNvGrpSpPr/>
              <p:nvPr/>
            </p:nvGrpSpPr>
            <p:grpSpPr>
              <a:xfrm>
                <a:off x="10880361" y="81688"/>
                <a:ext cx="336385" cy="215444"/>
                <a:chOff x="5180965" y="851650"/>
                <a:chExt cx="336385" cy="215444"/>
              </a:xfrm>
            </p:grpSpPr>
            <p:sp>
              <p:nvSpPr>
                <p:cNvPr id="47" name="Oval 46">
                  <a:extLst>
                    <a:ext uri="{FF2B5EF4-FFF2-40B4-BE49-F238E27FC236}">
                      <a16:creationId xmlns:a16="http://schemas.microsoft.com/office/drawing/2014/main" id="{5069C2F5-7D07-2265-6DA8-2B762CF559DF}"/>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a:extLst>
                    <a:ext uri="{FF2B5EF4-FFF2-40B4-BE49-F238E27FC236}">
                      <a16:creationId xmlns:a16="http://schemas.microsoft.com/office/drawing/2014/main" id="{CD233603-0D88-9E37-F96F-E5CC7CE1F4CB}"/>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571911537"/>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778F-B050-C62F-D917-9470F253B7AA}"/>
            </a:ext>
          </a:extLst>
        </p:cNvPr>
        <p:cNvGrpSpPr/>
        <p:nvPr/>
      </p:nvGrpSpPr>
      <p:grpSpPr>
        <a:xfrm>
          <a:off x="0" y="0"/>
          <a:ext cx="0" cy="0"/>
          <a:chOff x="0" y="0"/>
          <a:chExt cx="0" cy="0"/>
        </a:xfrm>
      </p:grpSpPr>
      <p:sp>
        <p:nvSpPr>
          <p:cNvPr id="4" name="Segnaposto data 3">
            <a:extLst>
              <a:ext uri="{FF2B5EF4-FFF2-40B4-BE49-F238E27FC236}">
                <a16:creationId xmlns:a16="http://schemas.microsoft.com/office/drawing/2014/main" id="{54CF19F7-C403-3BFA-DD54-A710A74FDDA2}"/>
              </a:ext>
            </a:extLst>
          </p:cNvPr>
          <p:cNvSpPr>
            <a:spLocks noGrp="1"/>
          </p:cNvSpPr>
          <p:nvPr>
            <p:ph type="dt" sz="half" idx="10"/>
          </p:nvPr>
        </p:nvSpPr>
        <p:spPr/>
        <p:txBody>
          <a:bodyPr/>
          <a:lstStyle/>
          <a:p>
            <a:r>
              <a:rPr lang="en-GB" noProof="0"/>
              <a:t>POLITECNICO DI MILANO</a:t>
            </a:r>
          </a:p>
        </p:txBody>
      </p:sp>
      <p:sp>
        <p:nvSpPr>
          <p:cNvPr id="5" name="Segnaposto piè di pagina 4">
            <a:extLst>
              <a:ext uri="{FF2B5EF4-FFF2-40B4-BE49-F238E27FC236}">
                <a16:creationId xmlns:a16="http://schemas.microsoft.com/office/drawing/2014/main" id="{14F59CD1-3E5C-964F-42F1-A8A3372161EB}"/>
              </a:ext>
            </a:extLst>
          </p:cNvPr>
          <p:cNvSpPr>
            <a:spLocks noGrp="1"/>
          </p:cNvSpPr>
          <p:nvPr>
            <p:ph type="ftr" sz="quarter" idx="11"/>
          </p:nvPr>
        </p:nvSpPr>
        <p:spPr/>
        <p:txBody>
          <a:bodyPr/>
          <a:lstStyle/>
          <a:p>
            <a:r>
              <a:rPr lang="en-GB" noProof="0"/>
              <a:t>Marionette: Runtime Behavioural Configuration and A/B/n Testing for Microservices Systems 2025 / Prof. Matteo Camilli</a:t>
            </a:r>
          </a:p>
        </p:txBody>
      </p:sp>
      <p:sp>
        <p:nvSpPr>
          <p:cNvPr id="6" name="Segnaposto numero diapositiva 5">
            <a:extLst>
              <a:ext uri="{FF2B5EF4-FFF2-40B4-BE49-F238E27FC236}">
                <a16:creationId xmlns:a16="http://schemas.microsoft.com/office/drawing/2014/main" id="{EB13A8B5-DE5A-E971-88CB-7390193434D5}"/>
              </a:ext>
            </a:extLst>
          </p:cNvPr>
          <p:cNvSpPr>
            <a:spLocks noGrp="1"/>
          </p:cNvSpPr>
          <p:nvPr>
            <p:ph type="sldNum" sz="quarter" idx="12"/>
          </p:nvPr>
        </p:nvSpPr>
        <p:spPr/>
        <p:txBody>
          <a:bodyPr/>
          <a:lstStyle/>
          <a:p>
            <a:fld id="{3135EEA2-8D42-4D46-95A6-66E65FDC5EB1}" type="slidenum">
              <a:rPr lang="en-GB" noProof="0" smtClean="0"/>
              <a:pPr/>
              <a:t>28</a:t>
            </a:fld>
            <a:endParaRPr lang="en-GB" noProof="0"/>
          </a:p>
        </p:txBody>
      </p:sp>
      <p:pic>
        <p:nvPicPr>
          <p:cNvPr id="24" name="Picture 23">
            <a:extLst>
              <a:ext uri="{FF2B5EF4-FFF2-40B4-BE49-F238E27FC236}">
                <a16:creationId xmlns:a16="http://schemas.microsoft.com/office/drawing/2014/main" id="{B011864B-72DD-84FF-46B2-242DD4C3C021}"/>
              </a:ext>
            </a:extLst>
          </p:cNvPr>
          <p:cNvPicPr>
            <a:picLocks noChangeAspect="1"/>
          </p:cNvPicPr>
          <p:nvPr/>
        </p:nvPicPr>
        <p:blipFill>
          <a:blip r:embed="rId3">
            <a:extLst>
              <a:ext uri="{28A0092B-C50C-407E-A947-70E740481C1C}">
                <a14:useLocalDpi xmlns:a14="http://schemas.microsoft.com/office/drawing/2010/main" val="0"/>
              </a:ext>
            </a:extLst>
          </a:blip>
          <a:srcRect l="22942" r="19818"/>
          <a:stretch>
            <a:fillRect/>
          </a:stretch>
        </p:blipFill>
        <p:spPr>
          <a:xfrm>
            <a:off x="5537199" y="1232692"/>
            <a:ext cx="2599793" cy="5400000"/>
          </a:xfrm>
          <a:prstGeom prst="rect">
            <a:avLst/>
          </a:prstGeom>
        </p:spPr>
      </p:pic>
      <p:pic>
        <p:nvPicPr>
          <p:cNvPr id="9" name="Picture 8">
            <a:extLst>
              <a:ext uri="{FF2B5EF4-FFF2-40B4-BE49-F238E27FC236}">
                <a16:creationId xmlns:a16="http://schemas.microsoft.com/office/drawing/2014/main" id="{D7CD8763-894B-6704-8C2F-2C2800300196}"/>
              </a:ext>
            </a:extLst>
          </p:cNvPr>
          <p:cNvPicPr>
            <a:picLocks noChangeAspect="1"/>
          </p:cNvPicPr>
          <p:nvPr/>
        </p:nvPicPr>
        <p:blipFill>
          <a:blip r:embed="rId4">
            <a:extLst>
              <a:ext uri="{28A0092B-C50C-407E-A947-70E740481C1C}">
                <a14:useLocalDpi xmlns:a14="http://schemas.microsoft.com/office/drawing/2010/main" val="0"/>
              </a:ext>
            </a:extLst>
          </a:blip>
          <a:srcRect l="10749" r="12262"/>
          <a:stretch>
            <a:fillRect/>
          </a:stretch>
        </p:blipFill>
        <p:spPr>
          <a:xfrm>
            <a:off x="1767840" y="1232693"/>
            <a:ext cx="3505200" cy="5419350"/>
          </a:xfrm>
          <a:prstGeom prst="rect">
            <a:avLst/>
          </a:prstGeom>
        </p:spPr>
      </p:pic>
      <p:sp>
        <p:nvSpPr>
          <p:cNvPr id="40" name="Rectangle 39">
            <a:extLst>
              <a:ext uri="{FF2B5EF4-FFF2-40B4-BE49-F238E27FC236}">
                <a16:creationId xmlns:a16="http://schemas.microsoft.com/office/drawing/2014/main" id="{6CF2208B-072C-4E66-A2E4-C2C14B9DD15F}"/>
              </a:ext>
            </a:extLst>
          </p:cNvPr>
          <p:cNvSpPr/>
          <p:nvPr/>
        </p:nvSpPr>
        <p:spPr>
          <a:xfrm>
            <a:off x="1721582" y="3409649"/>
            <a:ext cx="1215342" cy="3223043"/>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1" name="Rectangle 40">
            <a:extLst>
              <a:ext uri="{FF2B5EF4-FFF2-40B4-BE49-F238E27FC236}">
                <a16:creationId xmlns:a16="http://schemas.microsoft.com/office/drawing/2014/main" id="{0D4D7864-7675-7C11-780E-5CCDD50586DF}"/>
              </a:ext>
            </a:extLst>
          </p:cNvPr>
          <p:cNvSpPr/>
          <p:nvPr/>
        </p:nvSpPr>
        <p:spPr>
          <a:xfrm>
            <a:off x="4399986" y="3409648"/>
            <a:ext cx="1215342" cy="3223043"/>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2" name="Rectangle 41">
            <a:extLst>
              <a:ext uri="{FF2B5EF4-FFF2-40B4-BE49-F238E27FC236}">
                <a16:creationId xmlns:a16="http://schemas.microsoft.com/office/drawing/2014/main" id="{2482695C-E712-4FC5-D149-75B656A9DDCB}"/>
              </a:ext>
            </a:extLst>
          </p:cNvPr>
          <p:cNvSpPr/>
          <p:nvPr/>
        </p:nvSpPr>
        <p:spPr>
          <a:xfrm>
            <a:off x="4988562" y="2407921"/>
            <a:ext cx="1215342" cy="4064000"/>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Rectangle 42">
            <a:extLst>
              <a:ext uri="{FF2B5EF4-FFF2-40B4-BE49-F238E27FC236}">
                <a16:creationId xmlns:a16="http://schemas.microsoft.com/office/drawing/2014/main" id="{7BA0165A-3BBF-5450-DA32-415F56E3C8BE}"/>
              </a:ext>
            </a:extLst>
          </p:cNvPr>
          <p:cNvSpPr/>
          <p:nvPr/>
        </p:nvSpPr>
        <p:spPr>
          <a:xfrm>
            <a:off x="7667312" y="2597597"/>
            <a:ext cx="1215342" cy="4064000"/>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Arrow: Right 44">
            <a:extLst>
              <a:ext uri="{FF2B5EF4-FFF2-40B4-BE49-F238E27FC236}">
                <a16:creationId xmlns:a16="http://schemas.microsoft.com/office/drawing/2014/main" id="{FEEA6F0B-A9EA-7392-AF92-674FE2B4117D}"/>
              </a:ext>
            </a:extLst>
          </p:cNvPr>
          <p:cNvSpPr/>
          <p:nvPr/>
        </p:nvSpPr>
        <p:spPr>
          <a:xfrm rot="5400000">
            <a:off x="2694061" y="1550204"/>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Arrow: Right 45">
            <a:extLst>
              <a:ext uri="{FF2B5EF4-FFF2-40B4-BE49-F238E27FC236}">
                <a16:creationId xmlns:a16="http://schemas.microsoft.com/office/drawing/2014/main" id="{8A4B0D1D-F284-EB9E-3DFF-6A6D6741B4F7}"/>
              </a:ext>
            </a:extLst>
          </p:cNvPr>
          <p:cNvSpPr/>
          <p:nvPr/>
        </p:nvSpPr>
        <p:spPr>
          <a:xfrm rot="5400000">
            <a:off x="5947747" y="4628614"/>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Arrow: Right 47">
            <a:extLst>
              <a:ext uri="{FF2B5EF4-FFF2-40B4-BE49-F238E27FC236}">
                <a16:creationId xmlns:a16="http://schemas.microsoft.com/office/drawing/2014/main" id="{AC647A81-5313-95E7-8930-0A7E31E442C2}"/>
              </a:ext>
            </a:extLst>
          </p:cNvPr>
          <p:cNvSpPr/>
          <p:nvPr/>
        </p:nvSpPr>
        <p:spPr>
          <a:xfrm rot="5400000">
            <a:off x="3233585" y="3057774"/>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0" name="Arrow: Right 49">
            <a:extLst>
              <a:ext uri="{FF2B5EF4-FFF2-40B4-BE49-F238E27FC236}">
                <a16:creationId xmlns:a16="http://schemas.microsoft.com/office/drawing/2014/main" id="{219D7128-0899-37A6-8458-90B388792905}"/>
              </a:ext>
            </a:extLst>
          </p:cNvPr>
          <p:cNvSpPr/>
          <p:nvPr/>
        </p:nvSpPr>
        <p:spPr>
          <a:xfrm rot="5400000">
            <a:off x="6525981" y="4628614"/>
            <a:ext cx="1356360" cy="213360"/>
          </a:xfrm>
          <a:prstGeom prst="rightArrow">
            <a:avLst/>
          </a:prstGeom>
          <a:gradFill flip="none" rotWithShape="1">
            <a:gsLst>
              <a:gs pos="30000">
                <a:srgbClr val="C00000">
                  <a:tint val="66000"/>
                  <a:satMod val="160000"/>
                </a:srgbClr>
              </a:gs>
              <a:gs pos="94000">
                <a:srgbClr val="C00000">
                  <a:tint val="44500"/>
                  <a:satMod val="160000"/>
                </a:srgbClr>
              </a:gs>
            </a:gsLst>
            <a:lin ang="108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51" name="!!Legend">
            <a:extLst>
              <a:ext uri="{FF2B5EF4-FFF2-40B4-BE49-F238E27FC236}">
                <a16:creationId xmlns:a16="http://schemas.microsoft.com/office/drawing/2014/main" id="{857EBBE9-5E6F-E833-D453-F35487943512}"/>
              </a:ext>
            </a:extLst>
          </p:cNvPr>
          <p:cNvGrpSpPr/>
          <p:nvPr/>
        </p:nvGrpSpPr>
        <p:grpSpPr>
          <a:xfrm>
            <a:off x="8525829" y="1781809"/>
            <a:ext cx="3138927" cy="1545206"/>
            <a:chOff x="13047595" y="1781809"/>
            <a:chExt cx="3138927" cy="1545206"/>
          </a:xfrm>
        </p:grpSpPr>
        <p:grpSp>
          <p:nvGrpSpPr>
            <p:cNvPr id="52" name="Group 51">
              <a:extLst>
                <a:ext uri="{FF2B5EF4-FFF2-40B4-BE49-F238E27FC236}">
                  <a16:creationId xmlns:a16="http://schemas.microsoft.com/office/drawing/2014/main" id="{13EC76F6-CD29-8902-1DB5-4F3BD1FDCDB9}"/>
                </a:ext>
              </a:extLst>
            </p:cNvPr>
            <p:cNvGrpSpPr/>
            <p:nvPr/>
          </p:nvGrpSpPr>
          <p:grpSpPr>
            <a:xfrm>
              <a:off x="13047595" y="1781809"/>
              <a:ext cx="3138927" cy="369332"/>
              <a:chOff x="9725660" y="1781809"/>
              <a:chExt cx="3138927" cy="369332"/>
            </a:xfrm>
          </p:grpSpPr>
          <p:sp>
            <p:nvSpPr>
              <p:cNvPr id="59" name="Rectangle 58">
                <a:extLst>
                  <a:ext uri="{FF2B5EF4-FFF2-40B4-BE49-F238E27FC236}">
                    <a16:creationId xmlns:a16="http://schemas.microsoft.com/office/drawing/2014/main" id="{BDAB027A-964B-DB4D-E5B5-B74A8D45DB8D}"/>
                  </a:ext>
                </a:extLst>
              </p:cNvPr>
              <p:cNvSpPr>
                <a:spLocks noChangeAspect="1"/>
              </p:cNvSpPr>
              <p:nvPr/>
            </p:nvSpPr>
            <p:spPr>
              <a:xfrm>
                <a:off x="9725660" y="1781809"/>
                <a:ext cx="360000" cy="360000"/>
              </a:xfrm>
              <a:prstGeom prst="rect">
                <a:avLst/>
              </a:prstGeom>
              <a:solidFill>
                <a:srgbClr val="FF47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TextBox 59">
                <a:extLst>
                  <a:ext uri="{FF2B5EF4-FFF2-40B4-BE49-F238E27FC236}">
                    <a16:creationId xmlns:a16="http://schemas.microsoft.com/office/drawing/2014/main" id="{C7D1A36C-2934-1FA7-E387-F05CD8D92B72}"/>
                  </a:ext>
                </a:extLst>
              </p:cNvPr>
              <p:cNvSpPr txBox="1"/>
              <p:nvPr/>
            </p:nvSpPr>
            <p:spPr>
              <a:xfrm>
                <a:off x="10160000" y="1781809"/>
                <a:ext cx="2704587" cy="369332"/>
              </a:xfrm>
              <a:prstGeom prst="rect">
                <a:avLst/>
              </a:prstGeom>
              <a:noFill/>
            </p:spPr>
            <p:txBody>
              <a:bodyPr wrap="none" rtlCol="0">
                <a:spAutoFit/>
              </a:bodyPr>
              <a:lstStyle/>
              <a:p>
                <a:r>
                  <a:rPr lang="en-GB" noProof="0"/>
                  <a:t>External Lib &amp; No Cache</a:t>
                </a:r>
              </a:p>
            </p:txBody>
          </p:sp>
        </p:grpSp>
        <p:grpSp>
          <p:nvGrpSpPr>
            <p:cNvPr id="53" name="Group 52">
              <a:extLst>
                <a:ext uri="{FF2B5EF4-FFF2-40B4-BE49-F238E27FC236}">
                  <a16:creationId xmlns:a16="http://schemas.microsoft.com/office/drawing/2014/main" id="{F5933A3F-1C2E-821A-2E3B-FC68EBA283BA}"/>
                </a:ext>
              </a:extLst>
            </p:cNvPr>
            <p:cNvGrpSpPr/>
            <p:nvPr/>
          </p:nvGrpSpPr>
          <p:grpSpPr>
            <a:xfrm>
              <a:off x="13047595" y="2369746"/>
              <a:ext cx="2337425" cy="369332"/>
              <a:chOff x="9725660" y="2369746"/>
              <a:chExt cx="2337425" cy="369332"/>
            </a:xfrm>
          </p:grpSpPr>
          <p:sp>
            <p:nvSpPr>
              <p:cNvPr id="57" name="Rectangle 56">
                <a:extLst>
                  <a:ext uri="{FF2B5EF4-FFF2-40B4-BE49-F238E27FC236}">
                    <a16:creationId xmlns:a16="http://schemas.microsoft.com/office/drawing/2014/main" id="{6E52E544-F644-FE19-849E-258C6F005768}"/>
                  </a:ext>
                </a:extLst>
              </p:cNvPr>
              <p:cNvSpPr>
                <a:spLocks noChangeAspect="1"/>
              </p:cNvSpPr>
              <p:nvPr/>
            </p:nvSpPr>
            <p:spPr>
              <a:xfrm>
                <a:off x="9725660" y="2369746"/>
                <a:ext cx="360000" cy="360000"/>
              </a:xfrm>
              <a:prstGeom prst="rect">
                <a:avLst/>
              </a:prstGeom>
              <a:solidFill>
                <a:srgbClr val="98DB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8" name="TextBox 57">
                <a:extLst>
                  <a:ext uri="{FF2B5EF4-FFF2-40B4-BE49-F238E27FC236}">
                    <a16:creationId xmlns:a16="http://schemas.microsoft.com/office/drawing/2014/main" id="{5570BD3C-0DC3-4DD6-DD37-257A67E81D16}"/>
                  </a:ext>
                </a:extLst>
              </p:cNvPr>
              <p:cNvSpPr txBox="1"/>
              <p:nvPr/>
            </p:nvSpPr>
            <p:spPr>
              <a:xfrm>
                <a:off x="10160000" y="2369746"/>
                <a:ext cx="1903085" cy="369332"/>
              </a:xfrm>
              <a:prstGeom prst="rect">
                <a:avLst/>
              </a:prstGeom>
              <a:noFill/>
            </p:spPr>
            <p:txBody>
              <a:bodyPr wrap="none" rtlCol="0">
                <a:spAutoFit/>
              </a:bodyPr>
              <a:lstStyle/>
              <a:p>
                <a:r>
                  <a:rPr lang="en-GB" noProof="0" dirty="0"/>
                  <a:t>Manual &amp; Cache</a:t>
                </a:r>
              </a:p>
            </p:txBody>
          </p:sp>
        </p:grpSp>
        <p:grpSp>
          <p:nvGrpSpPr>
            <p:cNvPr id="54" name="Group 53">
              <a:extLst>
                <a:ext uri="{FF2B5EF4-FFF2-40B4-BE49-F238E27FC236}">
                  <a16:creationId xmlns:a16="http://schemas.microsoft.com/office/drawing/2014/main" id="{3C838EC5-A570-E6C7-C7B1-FE76ACB9C6CF}"/>
                </a:ext>
              </a:extLst>
            </p:cNvPr>
            <p:cNvGrpSpPr/>
            <p:nvPr/>
          </p:nvGrpSpPr>
          <p:grpSpPr>
            <a:xfrm>
              <a:off x="13047595" y="2957683"/>
              <a:ext cx="2678865" cy="369332"/>
              <a:chOff x="9725660" y="2369746"/>
              <a:chExt cx="2678865" cy="369332"/>
            </a:xfrm>
          </p:grpSpPr>
          <p:sp>
            <p:nvSpPr>
              <p:cNvPr id="55" name="Rectangle 54">
                <a:extLst>
                  <a:ext uri="{FF2B5EF4-FFF2-40B4-BE49-F238E27FC236}">
                    <a16:creationId xmlns:a16="http://schemas.microsoft.com/office/drawing/2014/main" id="{9B18EC49-21FA-8C8F-FFC8-2023A4C1E8C4}"/>
                  </a:ext>
                </a:extLst>
              </p:cNvPr>
              <p:cNvSpPr>
                <a:spLocks noChangeAspect="1"/>
              </p:cNvSpPr>
              <p:nvPr/>
            </p:nvSpPr>
            <p:spPr>
              <a:xfrm>
                <a:off x="9725660" y="2369746"/>
                <a:ext cx="360000" cy="360000"/>
              </a:xfrm>
              <a:prstGeom prst="rect">
                <a:avLst/>
              </a:prstGeom>
              <a:solidFill>
                <a:srgbClr val="0083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6" name="TextBox 55">
                <a:extLst>
                  <a:ext uri="{FF2B5EF4-FFF2-40B4-BE49-F238E27FC236}">
                    <a16:creationId xmlns:a16="http://schemas.microsoft.com/office/drawing/2014/main" id="{EBAF3F3D-3908-A1A0-0BA0-1D64A065B25B}"/>
                  </a:ext>
                </a:extLst>
              </p:cNvPr>
              <p:cNvSpPr txBox="1"/>
              <p:nvPr/>
            </p:nvSpPr>
            <p:spPr>
              <a:xfrm>
                <a:off x="10160000" y="2369746"/>
                <a:ext cx="2244525" cy="369332"/>
              </a:xfrm>
              <a:prstGeom prst="rect">
                <a:avLst/>
              </a:prstGeom>
              <a:noFill/>
            </p:spPr>
            <p:txBody>
              <a:bodyPr wrap="none" rtlCol="0">
                <a:spAutoFit/>
              </a:bodyPr>
              <a:lstStyle/>
              <a:p>
                <a:r>
                  <a:rPr lang="en-GB" noProof="0" dirty="0"/>
                  <a:t>Manual &amp; No Cache</a:t>
                </a:r>
              </a:p>
            </p:txBody>
          </p:sp>
        </p:grpSp>
      </p:grpSp>
      <p:sp>
        <p:nvSpPr>
          <p:cNvPr id="61" name="Position Fluo">
            <a:extLst>
              <a:ext uri="{FF2B5EF4-FFF2-40B4-BE49-F238E27FC236}">
                <a16:creationId xmlns:a16="http://schemas.microsoft.com/office/drawing/2014/main" id="{2783EF18-75A0-9513-F18C-689901F62E3B}"/>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62" name="Group 61">
            <a:extLst>
              <a:ext uri="{FF2B5EF4-FFF2-40B4-BE49-F238E27FC236}">
                <a16:creationId xmlns:a16="http://schemas.microsoft.com/office/drawing/2014/main" id="{788D3598-7C50-6F0F-1D76-294AD55779B0}"/>
              </a:ext>
            </a:extLst>
          </p:cNvPr>
          <p:cNvGrpSpPr/>
          <p:nvPr/>
        </p:nvGrpSpPr>
        <p:grpSpPr>
          <a:xfrm>
            <a:off x="10278334" y="0"/>
            <a:ext cx="987657" cy="297132"/>
            <a:chOff x="10278334" y="0"/>
            <a:chExt cx="987657" cy="297132"/>
          </a:xfrm>
        </p:grpSpPr>
        <p:grpSp>
          <p:nvGrpSpPr>
            <p:cNvPr id="63" name="Group 62">
              <a:extLst>
                <a:ext uri="{FF2B5EF4-FFF2-40B4-BE49-F238E27FC236}">
                  <a16:creationId xmlns:a16="http://schemas.microsoft.com/office/drawing/2014/main" id="{B7B32D9B-0099-A256-3C85-A461EAB298C4}"/>
                </a:ext>
              </a:extLst>
            </p:cNvPr>
            <p:cNvGrpSpPr/>
            <p:nvPr/>
          </p:nvGrpSpPr>
          <p:grpSpPr>
            <a:xfrm>
              <a:off x="10278334" y="0"/>
              <a:ext cx="336385" cy="294592"/>
              <a:chOff x="10278334" y="0"/>
              <a:chExt cx="336385" cy="294592"/>
            </a:xfrm>
          </p:grpSpPr>
          <p:sp>
            <p:nvSpPr>
              <p:cNvPr id="74" name="Rectangle 73">
                <a:extLst>
                  <a:ext uri="{FF2B5EF4-FFF2-40B4-BE49-F238E27FC236}">
                    <a16:creationId xmlns:a16="http://schemas.microsoft.com/office/drawing/2014/main" id="{1C07F0AA-4CB0-3763-B931-B9FF2165B27B}"/>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4C06B25E-227C-2120-6080-DAA592D482C0}"/>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TextBox 75">
                <a:extLst>
                  <a:ext uri="{FF2B5EF4-FFF2-40B4-BE49-F238E27FC236}">
                    <a16:creationId xmlns:a16="http://schemas.microsoft.com/office/drawing/2014/main" id="{9341F2DE-8C27-6CDE-C784-527599FBE20A}"/>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64" name="Group 63">
              <a:extLst>
                <a:ext uri="{FF2B5EF4-FFF2-40B4-BE49-F238E27FC236}">
                  <a16:creationId xmlns:a16="http://schemas.microsoft.com/office/drawing/2014/main" id="{B16B079D-BFBF-7FC3-5E58-421B91FDD9A8}"/>
                </a:ext>
              </a:extLst>
            </p:cNvPr>
            <p:cNvGrpSpPr/>
            <p:nvPr/>
          </p:nvGrpSpPr>
          <p:grpSpPr>
            <a:xfrm>
              <a:off x="10605240" y="0"/>
              <a:ext cx="336385" cy="297132"/>
              <a:chOff x="10289176" y="0"/>
              <a:chExt cx="336385" cy="297132"/>
            </a:xfrm>
          </p:grpSpPr>
          <p:sp>
            <p:nvSpPr>
              <p:cNvPr id="70" name="Rectangle 69">
                <a:extLst>
                  <a:ext uri="{FF2B5EF4-FFF2-40B4-BE49-F238E27FC236}">
                    <a16:creationId xmlns:a16="http://schemas.microsoft.com/office/drawing/2014/main" id="{0A6DB4EC-BAF5-9C22-38D6-FE3862EC8623}"/>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1" name="Group 70">
                <a:extLst>
                  <a:ext uri="{FF2B5EF4-FFF2-40B4-BE49-F238E27FC236}">
                    <a16:creationId xmlns:a16="http://schemas.microsoft.com/office/drawing/2014/main" id="{63AA276E-9C04-0BCD-7A22-404579B3E5A3}"/>
                  </a:ext>
                </a:extLst>
              </p:cNvPr>
              <p:cNvGrpSpPr/>
              <p:nvPr/>
            </p:nvGrpSpPr>
            <p:grpSpPr>
              <a:xfrm>
                <a:off x="10289176" y="81688"/>
                <a:ext cx="336385" cy="215444"/>
                <a:chOff x="5178425" y="855322"/>
                <a:chExt cx="336385" cy="215444"/>
              </a:xfrm>
            </p:grpSpPr>
            <p:sp>
              <p:nvSpPr>
                <p:cNvPr id="72" name="Oval 71">
                  <a:extLst>
                    <a:ext uri="{FF2B5EF4-FFF2-40B4-BE49-F238E27FC236}">
                      <a16:creationId xmlns:a16="http://schemas.microsoft.com/office/drawing/2014/main" id="{CD3B1026-F4EA-8B1A-3121-90E1E3DFA6BC}"/>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TextBox 72">
                  <a:extLst>
                    <a:ext uri="{FF2B5EF4-FFF2-40B4-BE49-F238E27FC236}">
                      <a16:creationId xmlns:a16="http://schemas.microsoft.com/office/drawing/2014/main" id="{3D4E008E-6AED-398A-DAF4-BACCF378CE63}"/>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65" name="Group 64">
              <a:extLst>
                <a:ext uri="{FF2B5EF4-FFF2-40B4-BE49-F238E27FC236}">
                  <a16:creationId xmlns:a16="http://schemas.microsoft.com/office/drawing/2014/main" id="{FA581669-32D9-15CB-32D9-FCE4BA6DE21E}"/>
                </a:ext>
              </a:extLst>
            </p:cNvPr>
            <p:cNvGrpSpPr/>
            <p:nvPr/>
          </p:nvGrpSpPr>
          <p:grpSpPr>
            <a:xfrm>
              <a:off x="10929606" y="0"/>
              <a:ext cx="336385" cy="297132"/>
              <a:chOff x="10880361" y="0"/>
              <a:chExt cx="336385" cy="297132"/>
            </a:xfrm>
          </p:grpSpPr>
          <p:sp>
            <p:nvSpPr>
              <p:cNvPr id="66" name="Rectangle 65">
                <a:extLst>
                  <a:ext uri="{FF2B5EF4-FFF2-40B4-BE49-F238E27FC236}">
                    <a16:creationId xmlns:a16="http://schemas.microsoft.com/office/drawing/2014/main" id="{AFDDFD38-C692-3C0D-8686-D1223AFC3A8A}"/>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a:extLst>
                  <a:ext uri="{FF2B5EF4-FFF2-40B4-BE49-F238E27FC236}">
                    <a16:creationId xmlns:a16="http://schemas.microsoft.com/office/drawing/2014/main" id="{FCD2EF55-C9F1-26EE-95B3-371FD0797491}"/>
                  </a:ext>
                </a:extLst>
              </p:cNvPr>
              <p:cNvGrpSpPr/>
              <p:nvPr/>
            </p:nvGrpSpPr>
            <p:grpSpPr>
              <a:xfrm>
                <a:off x="10880361" y="81688"/>
                <a:ext cx="336385" cy="215444"/>
                <a:chOff x="5180965" y="851650"/>
                <a:chExt cx="336385" cy="215444"/>
              </a:xfrm>
            </p:grpSpPr>
            <p:sp>
              <p:nvSpPr>
                <p:cNvPr id="68" name="Oval 67">
                  <a:extLst>
                    <a:ext uri="{FF2B5EF4-FFF2-40B4-BE49-F238E27FC236}">
                      <a16:creationId xmlns:a16="http://schemas.microsoft.com/office/drawing/2014/main" id="{90AEDC3A-21DD-ED0C-0289-A8C0DE109949}"/>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72FDE9B3-3D75-5F95-642E-AE2CB2FA3062}"/>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32555961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up)">
                                      <p:cBhvr>
                                        <p:cTn id="7" dur="500"/>
                                        <p:tgtEl>
                                          <p:spTgt spid="4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up)">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48"/>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45"/>
                                        </p:tgtEl>
                                        <p:attrNameLst>
                                          <p:attrName>style.visibility</p:attrName>
                                        </p:attrNameLst>
                                      </p:cBhvr>
                                      <p:to>
                                        <p:strVal val="hidden"/>
                                      </p:to>
                                    </p:set>
                                  </p:childTnLst>
                                </p:cTn>
                              </p:par>
                              <p:par>
                                <p:cTn id="17" presetID="22" presetClass="entr" presetSubtype="1"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ipe(up)">
                                      <p:cBhvr>
                                        <p:cTn id="19" dur="500"/>
                                        <p:tgtEl>
                                          <p:spTgt spid="46"/>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up)">
                                      <p:cBhvr>
                                        <p:cTn id="2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6" grpId="0" animBg="1"/>
      <p:bldP spid="48" grpId="0" animBg="1"/>
      <p:bldP spid="48" grpId="1" animBg="1"/>
      <p:bldP spid="5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B541F-B32A-3519-9BF1-3D8DB011CFFB}"/>
            </a:ext>
          </a:extLst>
        </p:cNvPr>
        <p:cNvGrpSpPr/>
        <p:nvPr/>
      </p:nvGrpSpPr>
      <p:grpSpPr>
        <a:xfrm>
          <a:off x="0" y="0"/>
          <a:ext cx="0" cy="0"/>
          <a:chOff x="0" y="0"/>
          <a:chExt cx="0" cy="0"/>
        </a:xfrm>
      </p:grpSpPr>
      <p:sp>
        <p:nvSpPr>
          <p:cNvPr id="11" name="Titolo 10">
            <a:extLst>
              <a:ext uri="{FF2B5EF4-FFF2-40B4-BE49-F238E27FC236}">
                <a16:creationId xmlns:a16="http://schemas.microsoft.com/office/drawing/2014/main" id="{03DF42CF-4048-C1BE-30BE-11FF2407E9F8}"/>
              </a:ext>
            </a:extLst>
          </p:cNvPr>
          <p:cNvSpPr>
            <a:spLocks noGrp="1"/>
          </p:cNvSpPr>
          <p:nvPr>
            <p:ph type="title"/>
          </p:nvPr>
        </p:nvSpPr>
        <p:spPr>
          <a:xfrm>
            <a:off x="334963" y="808073"/>
            <a:ext cx="3716175" cy="840083"/>
          </a:xfrm>
        </p:spPr>
        <p:txBody>
          <a:bodyPr/>
          <a:lstStyle/>
          <a:p>
            <a:r>
              <a:rPr lang="en-GB" noProof="0" dirty="0"/>
              <a:t>Overhead Analysis</a:t>
            </a:r>
          </a:p>
        </p:txBody>
      </p:sp>
      <p:sp>
        <p:nvSpPr>
          <p:cNvPr id="3" name="Segnaposto data 2">
            <a:extLst>
              <a:ext uri="{FF2B5EF4-FFF2-40B4-BE49-F238E27FC236}">
                <a16:creationId xmlns:a16="http://schemas.microsoft.com/office/drawing/2014/main" id="{8D2561F7-6DA6-A426-BD19-7BACED033ABA}"/>
              </a:ext>
            </a:extLst>
          </p:cNvPr>
          <p:cNvSpPr>
            <a:spLocks noGrp="1"/>
          </p:cNvSpPr>
          <p:nvPr>
            <p:ph type="dt" sz="half" idx="10"/>
          </p:nvPr>
        </p:nvSpPr>
        <p:spPr/>
        <p:txBody>
          <a:bodyPr/>
          <a:lstStyle/>
          <a:p>
            <a:r>
              <a:rPr lang="en-GB" noProof="0"/>
              <a:t>POLITECNICO DI MILANO</a:t>
            </a:r>
          </a:p>
        </p:txBody>
      </p:sp>
      <p:sp>
        <p:nvSpPr>
          <p:cNvPr id="4" name="Segnaposto piè di pagina 3">
            <a:extLst>
              <a:ext uri="{FF2B5EF4-FFF2-40B4-BE49-F238E27FC236}">
                <a16:creationId xmlns:a16="http://schemas.microsoft.com/office/drawing/2014/main" id="{A80E31B5-49D5-50F1-CE96-53BE787A75E3}"/>
              </a:ext>
            </a:extLst>
          </p:cNvPr>
          <p:cNvSpPr>
            <a:spLocks noGrp="1"/>
          </p:cNvSpPr>
          <p:nvPr>
            <p:ph type="ftr" sz="quarter" idx="11"/>
          </p:nvPr>
        </p:nvSpPr>
        <p:spPr>
          <a:xfrm>
            <a:off x="4512647" y="39688"/>
            <a:ext cx="759826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0D31CCDD-13F4-F914-0F87-6ECEE3D61EDC}"/>
              </a:ext>
            </a:extLst>
          </p:cNvPr>
          <p:cNvSpPr>
            <a:spLocks noGrp="1"/>
          </p:cNvSpPr>
          <p:nvPr>
            <p:ph type="sldNum" sz="quarter" idx="12"/>
          </p:nvPr>
        </p:nvSpPr>
        <p:spPr/>
        <p:txBody>
          <a:bodyPr/>
          <a:lstStyle/>
          <a:p>
            <a:fld id="{3135EEA2-8D42-4D46-95A6-66E65FDC5EB1}" type="slidenum">
              <a:rPr lang="en-GB" noProof="0" smtClean="0"/>
              <a:pPr/>
              <a:t>29</a:t>
            </a:fld>
            <a:endParaRPr lang="en-GB" noProof="0"/>
          </a:p>
        </p:txBody>
      </p:sp>
      <p:grpSp>
        <p:nvGrpSpPr>
          <p:cNvPr id="36" name="Group 35">
            <a:extLst>
              <a:ext uri="{FF2B5EF4-FFF2-40B4-BE49-F238E27FC236}">
                <a16:creationId xmlns:a16="http://schemas.microsoft.com/office/drawing/2014/main" id="{8EC11D8E-9025-9AF6-04E3-7E5C8E4C2058}"/>
              </a:ext>
            </a:extLst>
          </p:cNvPr>
          <p:cNvGrpSpPr/>
          <p:nvPr/>
        </p:nvGrpSpPr>
        <p:grpSpPr>
          <a:xfrm>
            <a:off x="558584" y="2547576"/>
            <a:ext cx="2630848" cy="2383298"/>
            <a:chOff x="101384" y="2677649"/>
            <a:chExt cx="2630848" cy="2383298"/>
          </a:xfrm>
        </p:grpSpPr>
        <p:pic>
          <p:nvPicPr>
            <p:cNvPr id="37" name="Picture 36">
              <a:extLst>
                <a:ext uri="{FF2B5EF4-FFF2-40B4-BE49-F238E27FC236}">
                  <a16:creationId xmlns:a16="http://schemas.microsoft.com/office/drawing/2014/main" id="{A1DA37E3-5FBB-0FF1-B5A4-EFF4C244B02F}"/>
                </a:ext>
              </a:extLst>
            </p:cNvPr>
            <p:cNvPicPr>
              <a:picLocks noChangeAspect="1"/>
            </p:cNvPicPr>
            <p:nvPr/>
          </p:nvPicPr>
          <p:blipFill>
            <a:blip r:embed="rId3">
              <a:alphaModFix amt="20000"/>
            </a:blip>
            <a:stretch>
              <a:fillRect/>
            </a:stretch>
          </p:blipFill>
          <p:spPr>
            <a:xfrm>
              <a:off x="225159" y="2677649"/>
              <a:ext cx="2383298" cy="2383298"/>
            </a:xfrm>
            <a:prstGeom prst="rect">
              <a:avLst/>
            </a:prstGeom>
          </p:spPr>
        </p:pic>
        <p:sp>
          <p:nvSpPr>
            <p:cNvPr id="38" name="TextBox 37">
              <a:extLst>
                <a:ext uri="{FF2B5EF4-FFF2-40B4-BE49-F238E27FC236}">
                  <a16:creationId xmlns:a16="http://schemas.microsoft.com/office/drawing/2014/main" id="{D4137EAB-6B11-D5C2-E415-49B4A6A44100}"/>
                </a:ext>
              </a:extLst>
            </p:cNvPr>
            <p:cNvSpPr txBox="1"/>
            <p:nvPr/>
          </p:nvSpPr>
          <p:spPr>
            <a:xfrm>
              <a:off x="101384" y="3265655"/>
              <a:ext cx="2630848" cy="1015663"/>
            </a:xfrm>
            <a:prstGeom prst="rect">
              <a:avLst/>
            </a:prstGeom>
            <a:solidFill>
              <a:srgbClr val="FFFFFF">
                <a:alpha val="60000"/>
              </a:srgbClr>
            </a:solidFill>
            <a:effectLst>
              <a:glow rad="139700">
                <a:schemeClr val="bg1">
                  <a:alpha val="40000"/>
                </a:schemeClr>
              </a:glow>
              <a:softEdge rad="127000"/>
            </a:effectLst>
          </p:spPr>
          <p:txBody>
            <a:bodyPr wrap="none" rtlCol="0">
              <a:spAutoFit/>
            </a:bodyPr>
            <a:lstStyle/>
            <a:p>
              <a:r>
                <a:rPr lang="en-GB" sz="6000" b="1" noProof="0" dirty="0">
                  <a:latin typeface="Bodoni MT Black" panose="02070A03080606020203" pitchFamily="18" charset="0"/>
                </a:rPr>
                <a:t>4 - 6%</a:t>
              </a:r>
            </a:p>
          </p:txBody>
        </p:sp>
      </p:grpSp>
      <p:sp>
        <p:nvSpPr>
          <p:cNvPr id="41" name="Segnaposto testo 6">
            <a:extLst>
              <a:ext uri="{FF2B5EF4-FFF2-40B4-BE49-F238E27FC236}">
                <a16:creationId xmlns:a16="http://schemas.microsoft.com/office/drawing/2014/main" id="{DA6D2681-59E6-71BD-5986-24814EEBF0EF}"/>
              </a:ext>
            </a:extLst>
          </p:cNvPr>
          <p:cNvSpPr txBox="1">
            <a:spLocks/>
          </p:cNvSpPr>
          <p:nvPr/>
        </p:nvSpPr>
        <p:spPr>
          <a:xfrm>
            <a:off x="4352215" y="2829922"/>
            <a:ext cx="7281201" cy="1818605"/>
          </a:xfrm>
          <a:prstGeom prst="rect">
            <a:avLst/>
          </a:prstGeom>
        </p:spPr>
        <p:txBody>
          <a:bodyPr/>
          <a:lstStyle>
            <a:lvl1pPr marL="0" indent="0" algn="l" defTabSz="914400" rtl="0" eaLnBrk="1" latinLnBrk="0" hangingPunct="1">
              <a:lnSpc>
                <a:spcPct val="120000"/>
              </a:lnSpc>
              <a:spcBef>
                <a:spcPts val="0"/>
              </a:spcBef>
              <a:buFont typeface="Arial" panose="020B0604020202020204" pitchFamily="34" charset="0"/>
              <a:buNone/>
              <a:defRPr lang="it-IT" sz="16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1800" b="1" dirty="0"/>
              <a:t>Three methods</a:t>
            </a:r>
            <a:r>
              <a:rPr lang="en-GB" sz="1800" dirty="0"/>
              <a:t> exposing variants in the Outfit App have been instrumented to compare their </a:t>
            </a:r>
            <a:r>
              <a:rPr lang="en-GB" sz="1800" b="1" dirty="0"/>
              <a:t>execution time </a:t>
            </a:r>
            <a:r>
              <a:rPr lang="en-GB" sz="1800" dirty="0"/>
              <a:t>before and after the transformation. </a:t>
            </a:r>
            <a:r>
              <a:rPr lang="en-GB" sz="1800" b="1" dirty="0"/>
              <a:t>More than 1,500 samples </a:t>
            </a:r>
            <a:r>
              <a:rPr lang="en-GB" sz="1800" dirty="0"/>
              <a:t>were collected for each method, averaged and compared.</a:t>
            </a:r>
          </a:p>
        </p:txBody>
      </p:sp>
      <p:sp>
        <p:nvSpPr>
          <p:cNvPr id="57" name="Position Fluo">
            <a:extLst>
              <a:ext uri="{FF2B5EF4-FFF2-40B4-BE49-F238E27FC236}">
                <a16:creationId xmlns:a16="http://schemas.microsoft.com/office/drawing/2014/main" id="{606F5B06-6529-7F9A-90BE-6098DA345500}"/>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42" name="Group 41">
            <a:extLst>
              <a:ext uri="{FF2B5EF4-FFF2-40B4-BE49-F238E27FC236}">
                <a16:creationId xmlns:a16="http://schemas.microsoft.com/office/drawing/2014/main" id="{53362859-4362-FF5E-447E-5E2632A99742}"/>
              </a:ext>
            </a:extLst>
          </p:cNvPr>
          <p:cNvGrpSpPr/>
          <p:nvPr/>
        </p:nvGrpSpPr>
        <p:grpSpPr>
          <a:xfrm>
            <a:off x="10278334" y="0"/>
            <a:ext cx="987657" cy="297132"/>
            <a:chOff x="10278334" y="0"/>
            <a:chExt cx="987657" cy="297132"/>
          </a:xfrm>
        </p:grpSpPr>
        <p:grpSp>
          <p:nvGrpSpPr>
            <p:cNvPr id="43" name="Group 42">
              <a:extLst>
                <a:ext uri="{FF2B5EF4-FFF2-40B4-BE49-F238E27FC236}">
                  <a16:creationId xmlns:a16="http://schemas.microsoft.com/office/drawing/2014/main" id="{A40EBAE6-33EC-3647-DFB7-8BA83B9EA06D}"/>
                </a:ext>
              </a:extLst>
            </p:cNvPr>
            <p:cNvGrpSpPr/>
            <p:nvPr/>
          </p:nvGrpSpPr>
          <p:grpSpPr>
            <a:xfrm>
              <a:off x="10278334" y="0"/>
              <a:ext cx="336385" cy="294592"/>
              <a:chOff x="10278334" y="0"/>
              <a:chExt cx="336385" cy="294592"/>
            </a:xfrm>
          </p:grpSpPr>
          <p:sp>
            <p:nvSpPr>
              <p:cNvPr id="54" name="Rectangle 53">
                <a:extLst>
                  <a:ext uri="{FF2B5EF4-FFF2-40B4-BE49-F238E27FC236}">
                    <a16:creationId xmlns:a16="http://schemas.microsoft.com/office/drawing/2014/main" id="{806FF896-C9DF-82A0-1F85-3BC1D690A40E}"/>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54">
                <a:extLst>
                  <a:ext uri="{FF2B5EF4-FFF2-40B4-BE49-F238E27FC236}">
                    <a16:creationId xmlns:a16="http://schemas.microsoft.com/office/drawing/2014/main" id="{F559447D-0C8E-0BA4-6101-155DC7D1D872}"/>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F73BFB9A-5681-35A9-D6C7-7E103D7A2F0B}"/>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44" name="Group 43">
              <a:extLst>
                <a:ext uri="{FF2B5EF4-FFF2-40B4-BE49-F238E27FC236}">
                  <a16:creationId xmlns:a16="http://schemas.microsoft.com/office/drawing/2014/main" id="{BD9385CC-4C7B-F8AA-A4E4-8DB305EA461E}"/>
                </a:ext>
              </a:extLst>
            </p:cNvPr>
            <p:cNvGrpSpPr/>
            <p:nvPr/>
          </p:nvGrpSpPr>
          <p:grpSpPr>
            <a:xfrm>
              <a:off x="10605240" y="0"/>
              <a:ext cx="336385" cy="297132"/>
              <a:chOff x="10289176" y="0"/>
              <a:chExt cx="336385" cy="297132"/>
            </a:xfrm>
          </p:grpSpPr>
          <p:sp>
            <p:nvSpPr>
              <p:cNvPr id="50" name="Rectangle 49">
                <a:extLst>
                  <a:ext uri="{FF2B5EF4-FFF2-40B4-BE49-F238E27FC236}">
                    <a16:creationId xmlns:a16="http://schemas.microsoft.com/office/drawing/2014/main" id="{1D153AFE-A21C-47F3-D95D-1F07B448A01D}"/>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1" name="Group 50">
                <a:extLst>
                  <a:ext uri="{FF2B5EF4-FFF2-40B4-BE49-F238E27FC236}">
                    <a16:creationId xmlns:a16="http://schemas.microsoft.com/office/drawing/2014/main" id="{C4C864E3-F18F-D1FA-78E6-384CAEC8F5B5}"/>
                  </a:ext>
                </a:extLst>
              </p:cNvPr>
              <p:cNvGrpSpPr/>
              <p:nvPr/>
            </p:nvGrpSpPr>
            <p:grpSpPr>
              <a:xfrm>
                <a:off x="10289176" y="81688"/>
                <a:ext cx="336385" cy="215444"/>
                <a:chOff x="5178425" y="855322"/>
                <a:chExt cx="336385" cy="215444"/>
              </a:xfrm>
            </p:grpSpPr>
            <p:sp>
              <p:nvSpPr>
                <p:cNvPr id="52" name="Oval 51">
                  <a:extLst>
                    <a:ext uri="{FF2B5EF4-FFF2-40B4-BE49-F238E27FC236}">
                      <a16:creationId xmlns:a16="http://schemas.microsoft.com/office/drawing/2014/main" id="{6DB6DAA1-0F0C-0FE9-0615-1D6A3B671B57}"/>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TextBox 52">
                  <a:extLst>
                    <a:ext uri="{FF2B5EF4-FFF2-40B4-BE49-F238E27FC236}">
                      <a16:creationId xmlns:a16="http://schemas.microsoft.com/office/drawing/2014/main" id="{5CDA2A73-8F3F-38EA-EC80-E4B92EF03592}"/>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45" name="Group 44">
              <a:extLst>
                <a:ext uri="{FF2B5EF4-FFF2-40B4-BE49-F238E27FC236}">
                  <a16:creationId xmlns:a16="http://schemas.microsoft.com/office/drawing/2014/main" id="{706E81E9-F8AB-10C8-7FEF-1B04D8FC6907}"/>
                </a:ext>
              </a:extLst>
            </p:cNvPr>
            <p:cNvGrpSpPr/>
            <p:nvPr/>
          </p:nvGrpSpPr>
          <p:grpSpPr>
            <a:xfrm>
              <a:off x="10929606" y="0"/>
              <a:ext cx="336385" cy="297132"/>
              <a:chOff x="10880361" y="0"/>
              <a:chExt cx="336385" cy="297132"/>
            </a:xfrm>
          </p:grpSpPr>
          <p:sp>
            <p:nvSpPr>
              <p:cNvPr id="46" name="Rectangle 45">
                <a:extLst>
                  <a:ext uri="{FF2B5EF4-FFF2-40B4-BE49-F238E27FC236}">
                    <a16:creationId xmlns:a16="http://schemas.microsoft.com/office/drawing/2014/main" id="{6F0C18A2-D0C7-C287-366E-00884863317B}"/>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7" name="Group 46">
                <a:extLst>
                  <a:ext uri="{FF2B5EF4-FFF2-40B4-BE49-F238E27FC236}">
                    <a16:creationId xmlns:a16="http://schemas.microsoft.com/office/drawing/2014/main" id="{A0F749B0-C38A-B242-065F-29E86A557EC0}"/>
                  </a:ext>
                </a:extLst>
              </p:cNvPr>
              <p:cNvGrpSpPr/>
              <p:nvPr/>
            </p:nvGrpSpPr>
            <p:grpSpPr>
              <a:xfrm>
                <a:off x="10880361" y="81688"/>
                <a:ext cx="336385" cy="215444"/>
                <a:chOff x="5180965" y="851650"/>
                <a:chExt cx="336385" cy="215444"/>
              </a:xfrm>
            </p:grpSpPr>
            <p:sp>
              <p:nvSpPr>
                <p:cNvPr id="48" name="Oval 47">
                  <a:extLst>
                    <a:ext uri="{FF2B5EF4-FFF2-40B4-BE49-F238E27FC236}">
                      <a16:creationId xmlns:a16="http://schemas.microsoft.com/office/drawing/2014/main" id="{441D56B1-959A-9B1C-1B5F-42C77D9FC512}"/>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D3BF3561-EB23-8A3A-6B82-DE3DE6FD5C7C}"/>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931793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6ABE879-04C9-BD58-0361-ADC202731E91}"/>
              </a:ext>
            </a:extLst>
          </p:cNvPr>
          <p:cNvSpPr/>
          <p:nvPr/>
        </p:nvSpPr>
        <p:spPr>
          <a:xfrm>
            <a:off x="0" y="0"/>
            <a:ext cx="411405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tolo 10">
            <a:extLst>
              <a:ext uri="{FF2B5EF4-FFF2-40B4-BE49-F238E27FC236}">
                <a16:creationId xmlns:a16="http://schemas.microsoft.com/office/drawing/2014/main" id="{02F3C092-A060-47AD-A7DF-806B1EBF7299}"/>
              </a:ext>
            </a:extLst>
          </p:cNvPr>
          <p:cNvSpPr>
            <a:spLocks noGrp="1"/>
          </p:cNvSpPr>
          <p:nvPr>
            <p:ph type="title"/>
          </p:nvPr>
        </p:nvSpPr>
        <p:spPr>
          <a:xfrm>
            <a:off x="334963" y="808073"/>
            <a:ext cx="3716175" cy="840083"/>
          </a:xfrm>
        </p:spPr>
        <p:txBody>
          <a:bodyPr/>
          <a:lstStyle/>
          <a:p>
            <a:r>
              <a:rPr lang="en-GB" noProof="0" dirty="0"/>
              <a:t>Development Gains</a:t>
            </a:r>
          </a:p>
        </p:txBody>
      </p:sp>
      <p:sp>
        <p:nvSpPr>
          <p:cNvPr id="3" name="Segnaposto data 2">
            <a:extLst>
              <a:ext uri="{FF2B5EF4-FFF2-40B4-BE49-F238E27FC236}">
                <a16:creationId xmlns:a16="http://schemas.microsoft.com/office/drawing/2014/main" id="{B4185EEC-99F5-402A-BFC9-893B9D7A7369}"/>
              </a:ext>
            </a:extLst>
          </p:cNvPr>
          <p:cNvSpPr>
            <a:spLocks noGrp="1"/>
          </p:cNvSpPr>
          <p:nvPr>
            <p:ph type="dt" sz="half" idx="10"/>
          </p:nvPr>
        </p:nvSpPr>
        <p:spPr/>
        <p:txBody>
          <a:bodyPr/>
          <a:lstStyle/>
          <a:p>
            <a:r>
              <a:rPr lang="en-GB" noProof="0"/>
              <a:t>POLITECNICO DI MILANO</a:t>
            </a:r>
          </a:p>
        </p:txBody>
      </p:sp>
      <p:sp>
        <p:nvSpPr>
          <p:cNvPr id="4" name="Segnaposto piè di pagina 3">
            <a:extLst>
              <a:ext uri="{FF2B5EF4-FFF2-40B4-BE49-F238E27FC236}">
                <a16:creationId xmlns:a16="http://schemas.microsoft.com/office/drawing/2014/main" id="{C5265B58-26ED-481F-9327-E79758C6EBF0}"/>
              </a:ext>
            </a:extLst>
          </p:cNvPr>
          <p:cNvSpPr>
            <a:spLocks noGrp="1"/>
          </p:cNvSpPr>
          <p:nvPr>
            <p:ph type="ftr" sz="quarter" idx="11"/>
          </p:nvPr>
        </p:nvSpPr>
        <p:spPr>
          <a:xfrm>
            <a:off x="4512647" y="39688"/>
            <a:ext cx="7598263" cy="365125"/>
          </a:xfrm>
        </p:spPr>
        <p:txBody>
          <a:bodyPr/>
          <a:lstStyle/>
          <a:p>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A5C3048B-A475-42D8-93B7-8D151185061C}"/>
              </a:ext>
            </a:extLst>
          </p:cNvPr>
          <p:cNvSpPr>
            <a:spLocks noGrp="1"/>
          </p:cNvSpPr>
          <p:nvPr>
            <p:ph type="sldNum" sz="quarter" idx="12"/>
          </p:nvPr>
        </p:nvSpPr>
        <p:spPr/>
        <p:txBody>
          <a:bodyPr/>
          <a:lstStyle/>
          <a:p>
            <a:fld id="{3135EEA2-8D42-4D46-95A6-66E65FDC5EB1}" type="slidenum">
              <a:rPr lang="en-GB" noProof="0" smtClean="0"/>
              <a:pPr/>
              <a:t>30</a:t>
            </a:fld>
            <a:endParaRPr lang="en-GB" noProof="0"/>
          </a:p>
        </p:txBody>
      </p:sp>
      <p:graphicFrame>
        <p:nvGraphicFramePr>
          <p:cNvPr id="10" name="Segnaposto contenuto 9">
            <a:extLst>
              <a:ext uri="{FF2B5EF4-FFF2-40B4-BE49-F238E27FC236}">
                <a16:creationId xmlns:a16="http://schemas.microsoft.com/office/drawing/2014/main" id="{3E6A9252-E6F2-4D7E-AA89-329F0009C262}"/>
              </a:ext>
            </a:extLst>
          </p:cNvPr>
          <p:cNvGraphicFramePr>
            <a:graphicFrameLocks noGrp="1"/>
          </p:cNvGraphicFramePr>
          <p:nvPr>
            <p:ph sz="quarter" idx="15"/>
          </p:nvPr>
        </p:nvGraphicFramePr>
        <p:xfrm>
          <a:off x="4367928" y="697134"/>
          <a:ext cx="7887699" cy="5463732"/>
        </p:xfrm>
        <a:graphic>
          <a:graphicData uri="http://schemas.openxmlformats.org/drawingml/2006/chart">
            <c:chart xmlns:c="http://schemas.openxmlformats.org/drawingml/2006/chart" xmlns:r="http://schemas.openxmlformats.org/officeDocument/2006/relationships" r:id="rId3"/>
          </a:graphicData>
        </a:graphic>
      </p:graphicFrame>
      <p:sp>
        <p:nvSpPr>
          <p:cNvPr id="13" name="Segnaposto testo 12">
            <a:extLst>
              <a:ext uri="{FF2B5EF4-FFF2-40B4-BE49-F238E27FC236}">
                <a16:creationId xmlns:a16="http://schemas.microsoft.com/office/drawing/2014/main" id="{1AD196C9-A785-49F0-8755-081A9A136E74}"/>
              </a:ext>
            </a:extLst>
          </p:cNvPr>
          <p:cNvSpPr>
            <a:spLocks noGrp="1"/>
          </p:cNvSpPr>
          <p:nvPr>
            <p:ph type="body" sz="quarter" idx="4294967295"/>
          </p:nvPr>
        </p:nvSpPr>
        <p:spPr>
          <a:xfrm>
            <a:off x="4558932" y="6207125"/>
            <a:ext cx="7298105" cy="286069"/>
          </a:xfrm>
        </p:spPr>
        <p:txBody>
          <a:bodyPr/>
          <a:lstStyle/>
          <a:p>
            <a:r>
              <a:rPr lang="en-GB" noProof="0"/>
              <a:t>Source code analysis with </a:t>
            </a:r>
            <a:r>
              <a:rPr lang="en-GB" i="1" noProof="0" err="1"/>
              <a:t>cloc</a:t>
            </a:r>
            <a:r>
              <a:rPr lang="en-GB" i="1" noProof="0"/>
              <a:t>:  </a:t>
            </a:r>
            <a:r>
              <a:rPr lang="en-GB" i="1" noProof="0">
                <a:hlinkClick r:id="rId4"/>
              </a:rPr>
              <a:t>https://github.com/AlDanial/cloc</a:t>
            </a:r>
            <a:endParaRPr lang="en-GB" noProof="0"/>
          </a:p>
        </p:txBody>
      </p:sp>
      <p:sp>
        <p:nvSpPr>
          <p:cNvPr id="18" name="CasellaDiTesto 17">
            <a:extLst>
              <a:ext uri="{FF2B5EF4-FFF2-40B4-BE49-F238E27FC236}">
                <a16:creationId xmlns:a16="http://schemas.microsoft.com/office/drawing/2014/main" id="{026C4BBA-722E-4E05-8365-245E69A29DB1}"/>
              </a:ext>
            </a:extLst>
          </p:cNvPr>
          <p:cNvSpPr txBox="1"/>
          <p:nvPr/>
        </p:nvSpPr>
        <p:spPr>
          <a:xfrm>
            <a:off x="5155388" y="2089853"/>
            <a:ext cx="1802475" cy="553998"/>
          </a:xfrm>
          <a:prstGeom prst="rect">
            <a:avLst/>
          </a:prstGeom>
          <a:noFill/>
        </p:spPr>
        <p:txBody>
          <a:bodyPr wrap="square" rtlCol="0">
            <a:spAutoFit/>
          </a:bodyPr>
          <a:lstStyle/>
          <a:p>
            <a:r>
              <a:rPr lang="en-GB" b="1" noProof="0"/>
              <a:t>1816</a:t>
            </a:r>
          </a:p>
          <a:p>
            <a:r>
              <a:rPr lang="en-GB" sz="1200" noProof="0"/>
              <a:t>Marionette Tool (Java)</a:t>
            </a:r>
            <a:endParaRPr lang="en-GB" noProof="0"/>
          </a:p>
        </p:txBody>
      </p:sp>
      <p:cxnSp>
        <p:nvCxnSpPr>
          <p:cNvPr id="25" name="Connettore diritto 24">
            <a:extLst>
              <a:ext uri="{FF2B5EF4-FFF2-40B4-BE49-F238E27FC236}">
                <a16:creationId xmlns:a16="http://schemas.microsoft.com/office/drawing/2014/main" id="{80D0EF9C-548E-442F-A04C-420FCD02F2DD}"/>
              </a:ext>
            </a:extLst>
          </p:cNvPr>
          <p:cNvCxnSpPr>
            <a:cxnSpLocks/>
          </p:cNvCxnSpPr>
          <p:nvPr/>
        </p:nvCxnSpPr>
        <p:spPr>
          <a:xfrm>
            <a:off x="5205848" y="2100918"/>
            <a:ext cx="2259847"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CasellaDiTesto 25">
            <a:extLst>
              <a:ext uri="{FF2B5EF4-FFF2-40B4-BE49-F238E27FC236}">
                <a16:creationId xmlns:a16="http://schemas.microsoft.com/office/drawing/2014/main" id="{EDEDE847-D84B-4B65-9C49-4F215BCB00A4}"/>
              </a:ext>
            </a:extLst>
          </p:cNvPr>
          <p:cNvSpPr txBox="1"/>
          <p:nvPr/>
        </p:nvSpPr>
        <p:spPr>
          <a:xfrm>
            <a:off x="4512647" y="3526334"/>
            <a:ext cx="2251946" cy="553998"/>
          </a:xfrm>
          <a:prstGeom prst="rect">
            <a:avLst/>
          </a:prstGeom>
          <a:noFill/>
        </p:spPr>
        <p:txBody>
          <a:bodyPr wrap="square" rtlCol="0">
            <a:spAutoFit/>
          </a:bodyPr>
          <a:lstStyle/>
          <a:p>
            <a:r>
              <a:rPr lang="en-GB" b="1" noProof="0"/>
              <a:t>1163</a:t>
            </a:r>
          </a:p>
          <a:p>
            <a:r>
              <a:rPr lang="en-GB" sz="1200" noProof="0" err="1"/>
              <a:t>Marionettist</a:t>
            </a:r>
            <a:r>
              <a:rPr lang="en-GB" sz="1200" noProof="0"/>
              <a:t> Frontend (JS)</a:t>
            </a:r>
          </a:p>
        </p:txBody>
      </p:sp>
      <p:cxnSp>
        <p:nvCxnSpPr>
          <p:cNvPr id="27" name="Connettore diritto 26">
            <a:extLst>
              <a:ext uri="{FF2B5EF4-FFF2-40B4-BE49-F238E27FC236}">
                <a16:creationId xmlns:a16="http://schemas.microsoft.com/office/drawing/2014/main" id="{6406D484-9CBE-42D3-900F-7357C58A8607}"/>
              </a:ext>
            </a:extLst>
          </p:cNvPr>
          <p:cNvCxnSpPr>
            <a:cxnSpLocks/>
          </p:cNvCxnSpPr>
          <p:nvPr/>
        </p:nvCxnSpPr>
        <p:spPr>
          <a:xfrm>
            <a:off x="4558932" y="3508697"/>
            <a:ext cx="1977123"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sellaDiTesto 27">
            <a:extLst>
              <a:ext uri="{FF2B5EF4-FFF2-40B4-BE49-F238E27FC236}">
                <a16:creationId xmlns:a16="http://schemas.microsoft.com/office/drawing/2014/main" id="{38141178-EB56-4021-B0F2-A745B77ECB07}"/>
              </a:ext>
            </a:extLst>
          </p:cNvPr>
          <p:cNvSpPr txBox="1"/>
          <p:nvPr/>
        </p:nvSpPr>
        <p:spPr>
          <a:xfrm>
            <a:off x="9752021" y="2393240"/>
            <a:ext cx="2173547" cy="553998"/>
          </a:xfrm>
          <a:prstGeom prst="rect">
            <a:avLst/>
          </a:prstGeom>
          <a:noFill/>
        </p:spPr>
        <p:txBody>
          <a:bodyPr wrap="square" rtlCol="0">
            <a:spAutoFit/>
          </a:bodyPr>
          <a:lstStyle/>
          <a:p>
            <a:pPr algn="r"/>
            <a:r>
              <a:rPr lang="en-GB" b="1" noProof="0"/>
              <a:t>5841</a:t>
            </a:r>
          </a:p>
          <a:p>
            <a:pPr algn="r"/>
            <a:r>
              <a:rPr lang="en-GB" sz="1200" noProof="0" err="1"/>
              <a:t>Marionettist</a:t>
            </a:r>
            <a:r>
              <a:rPr lang="en-GB" sz="1200" noProof="0"/>
              <a:t> Backend (Java)</a:t>
            </a:r>
            <a:endParaRPr lang="en-GB" noProof="0"/>
          </a:p>
        </p:txBody>
      </p:sp>
      <p:cxnSp>
        <p:nvCxnSpPr>
          <p:cNvPr id="29" name="Connettore diritto 28">
            <a:extLst>
              <a:ext uri="{FF2B5EF4-FFF2-40B4-BE49-F238E27FC236}">
                <a16:creationId xmlns:a16="http://schemas.microsoft.com/office/drawing/2014/main" id="{8F38F139-E6F1-43AD-96EF-A6D114B742AD}"/>
              </a:ext>
            </a:extLst>
          </p:cNvPr>
          <p:cNvCxnSpPr>
            <a:cxnSpLocks/>
          </p:cNvCxnSpPr>
          <p:nvPr/>
        </p:nvCxnSpPr>
        <p:spPr>
          <a:xfrm>
            <a:off x="9380220" y="2377917"/>
            <a:ext cx="2521091"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Segnaposto testo 6">
            <a:extLst>
              <a:ext uri="{FF2B5EF4-FFF2-40B4-BE49-F238E27FC236}">
                <a16:creationId xmlns:a16="http://schemas.microsoft.com/office/drawing/2014/main" id="{4B803C31-CC19-C170-1DE7-EFF82BAA8BDE}"/>
              </a:ext>
            </a:extLst>
          </p:cNvPr>
          <p:cNvSpPr txBox="1">
            <a:spLocks/>
          </p:cNvSpPr>
          <p:nvPr/>
        </p:nvSpPr>
        <p:spPr>
          <a:xfrm>
            <a:off x="266432" y="1605161"/>
            <a:ext cx="3593664" cy="2668055"/>
          </a:xfrm>
          <a:prstGeom prst="rect">
            <a:avLst/>
          </a:prstGeom>
        </p:spPr>
        <p:txBody>
          <a:bodyPr/>
          <a:lstStyle>
            <a:lvl1pPr marL="0" indent="0" algn="l" defTabSz="914400" rtl="0" eaLnBrk="1" latinLnBrk="0" hangingPunct="1">
              <a:lnSpc>
                <a:spcPct val="120000"/>
              </a:lnSpc>
              <a:spcBef>
                <a:spcPts val="0"/>
              </a:spcBef>
              <a:buFont typeface="Arial" panose="020B0604020202020204" pitchFamily="34" charset="0"/>
              <a:buNone/>
              <a:defRPr lang="it-IT" sz="16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1700" noProof="0" dirty="0"/>
              <a:t>The pie chart illustrates the </a:t>
            </a:r>
            <a:r>
              <a:rPr lang="en-GB" sz="1700" b="1" noProof="0" dirty="0"/>
              <a:t>distribution of source code lines </a:t>
            </a:r>
            <a:r>
              <a:rPr lang="en-GB" sz="1700" noProof="0" dirty="0"/>
              <a:t>across project components.</a:t>
            </a:r>
          </a:p>
          <a:p>
            <a:pPr>
              <a:lnSpc>
                <a:spcPct val="150000"/>
              </a:lnSpc>
            </a:pPr>
            <a:r>
              <a:rPr lang="en-GB" sz="1700" noProof="0" dirty="0"/>
              <a:t>The codebase contains </a:t>
            </a:r>
            <a:r>
              <a:rPr lang="en-GB" sz="1700" b="1" noProof="0" dirty="0"/>
              <a:t>8,820 lines</a:t>
            </a:r>
            <a:r>
              <a:rPr lang="en-GB" sz="1700" noProof="0" dirty="0"/>
              <a:t>, representing developer effort that would otherwise need to be written manually.</a:t>
            </a:r>
          </a:p>
        </p:txBody>
      </p:sp>
      <p:sp>
        <p:nvSpPr>
          <p:cNvPr id="52" name="Position Fluo">
            <a:extLst>
              <a:ext uri="{FF2B5EF4-FFF2-40B4-BE49-F238E27FC236}">
                <a16:creationId xmlns:a16="http://schemas.microsoft.com/office/drawing/2014/main" id="{31C7650D-EDC6-3683-4E99-864EBF15C4F9}"/>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37" name="Group 36">
            <a:extLst>
              <a:ext uri="{FF2B5EF4-FFF2-40B4-BE49-F238E27FC236}">
                <a16:creationId xmlns:a16="http://schemas.microsoft.com/office/drawing/2014/main" id="{D8D2440E-6664-46FB-8A20-A1217050692D}"/>
              </a:ext>
            </a:extLst>
          </p:cNvPr>
          <p:cNvGrpSpPr/>
          <p:nvPr/>
        </p:nvGrpSpPr>
        <p:grpSpPr>
          <a:xfrm>
            <a:off x="10278334" y="0"/>
            <a:ext cx="987657" cy="297132"/>
            <a:chOff x="10278334" y="0"/>
            <a:chExt cx="987657" cy="297132"/>
          </a:xfrm>
        </p:grpSpPr>
        <p:grpSp>
          <p:nvGrpSpPr>
            <p:cNvPr id="38" name="Group 37">
              <a:extLst>
                <a:ext uri="{FF2B5EF4-FFF2-40B4-BE49-F238E27FC236}">
                  <a16:creationId xmlns:a16="http://schemas.microsoft.com/office/drawing/2014/main" id="{EFEF7FB7-EB07-0CD3-C993-2F846EDE53E9}"/>
                </a:ext>
              </a:extLst>
            </p:cNvPr>
            <p:cNvGrpSpPr/>
            <p:nvPr/>
          </p:nvGrpSpPr>
          <p:grpSpPr>
            <a:xfrm>
              <a:off x="10278334" y="0"/>
              <a:ext cx="336385" cy="294592"/>
              <a:chOff x="10278334" y="0"/>
              <a:chExt cx="336385" cy="294592"/>
            </a:xfrm>
          </p:grpSpPr>
          <p:sp>
            <p:nvSpPr>
              <p:cNvPr id="49" name="Rectangle 48">
                <a:extLst>
                  <a:ext uri="{FF2B5EF4-FFF2-40B4-BE49-F238E27FC236}">
                    <a16:creationId xmlns:a16="http://schemas.microsoft.com/office/drawing/2014/main" id="{69A2CCF3-8C9A-3F99-02A9-64584AE7E909}"/>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a:extLst>
                  <a:ext uri="{FF2B5EF4-FFF2-40B4-BE49-F238E27FC236}">
                    <a16:creationId xmlns:a16="http://schemas.microsoft.com/office/drawing/2014/main" id="{D2C60787-CA04-303B-AD8D-FB9A2C37747E}"/>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TextBox 50">
                <a:extLst>
                  <a:ext uri="{FF2B5EF4-FFF2-40B4-BE49-F238E27FC236}">
                    <a16:creationId xmlns:a16="http://schemas.microsoft.com/office/drawing/2014/main" id="{A4E6A557-1738-F01C-4106-2056839DBC2E}"/>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39" name="Group 38">
              <a:extLst>
                <a:ext uri="{FF2B5EF4-FFF2-40B4-BE49-F238E27FC236}">
                  <a16:creationId xmlns:a16="http://schemas.microsoft.com/office/drawing/2014/main" id="{AF807CB8-7969-5438-008C-2A573B4DCBAD}"/>
                </a:ext>
              </a:extLst>
            </p:cNvPr>
            <p:cNvGrpSpPr/>
            <p:nvPr/>
          </p:nvGrpSpPr>
          <p:grpSpPr>
            <a:xfrm>
              <a:off x="10605240" y="0"/>
              <a:ext cx="336385" cy="297132"/>
              <a:chOff x="10289176" y="0"/>
              <a:chExt cx="336385" cy="297132"/>
            </a:xfrm>
          </p:grpSpPr>
          <p:sp>
            <p:nvSpPr>
              <p:cNvPr id="45" name="Rectangle 44">
                <a:extLst>
                  <a:ext uri="{FF2B5EF4-FFF2-40B4-BE49-F238E27FC236}">
                    <a16:creationId xmlns:a16="http://schemas.microsoft.com/office/drawing/2014/main" id="{300807DE-2363-8BC8-B580-BA29478C22EE}"/>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6" name="Group 45">
                <a:extLst>
                  <a:ext uri="{FF2B5EF4-FFF2-40B4-BE49-F238E27FC236}">
                    <a16:creationId xmlns:a16="http://schemas.microsoft.com/office/drawing/2014/main" id="{188F6952-629F-63C1-F349-D09CC6C1FB7A}"/>
                  </a:ext>
                </a:extLst>
              </p:cNvPr>
              <p:cNvGrpSpPr/>
              <p:nvPr/>
            </p:nvGrpSpPr>
            <p:grpSpPr>
              <a:xfrm>
                <a:off x="10289176" y="81688"/>
                <a:ext cx="336385" cy="215444"/>
                <a:chOff x="5178425" y="855322"/>
                <a:chExt cx="336385" cy="215444"/>
              </a:xfrm>
            </p:grpSpPr>
            <p:sp>
              <p:nvSpPr>
                <p:cNvPr id="47" name="Oval 46">
                  <a:extLst>
                    <a:ext uri="{FF2B5EF4-FFF2-40B4-BE49-F238E27FC236}">
                      <a16:creationId xmlns:a16="http://schemas.microsoft.com/office/drawing/2014/main" id="{F87D1DEA-E6F4-375D-A4F9-76D3636293B5}"/>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a:extLst>
                    <a:ext uri="{FF2B5EF4-FFF2-40B4-BE49-F238E27FC236}">
                      <a16:creationId xmlns:a16="http://schemas.microsoft.com/office/drawing/2014/main" id="{DBFCA109-FB3C-4753-F6EB-ED5E7B3E695E}"/>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40" name="Group 39">
              <a:extLst>
                <a:ext uri="{FF2B5EF4-FFF2-40B4-BE49-F238E27FC236}">
                  <a16:creationId xmlns:a16="http://schemas.microsoft.com/office/drawing/2014/main" id="{5D2BF437-49C5-18E6-880F-B9F038973496}"/>
                </a:ext>
              </a:extLst>
            </p:cNvPr>
            <p:cNvGrpSpPr/>
            <p:nvPr/>
          </p:nvGrpSpPr>
          <p:grpSpPr>
            <a:xfrm>
              <a:off x="10929606" y="0"/>
              <a:ext cx="336385" cy="297132"/>
              <a:chOff x="10880361" y="0"/>
              <a:chExt cx="336385" cy="297132"/>
            </a:xfrm>
          </p:grpSpPr>
          <p:sp>
            <p:nvSpPr>
              <p:cNvPr id="41" name="Rectangle 40">
                <a:extLst>
                  <a:ext uri="{FF2B5EF4-FFF2-40B4-BE49-F238E27FC236}">
                    <a16:creationId xmlns:a16="http://schemas.microsoft.com/office/drawing/2014/main" id="{A1AF46FF-3849-7BBC-C55F-9C0612542BEB}"/>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2" name="Group 41">
                <a:extLst>
                  <a:ext uri="{FF2B5EF4-FFF2-40B4-BE49-F238E27FC236}">
                    <a16:creationId xmlns:a16="http://schemas.microsoft.com/office/drawing/2014/main" id="{8EC03F78-1592-13F3-228B-24B5DE1A0E48}"/>
                  </a:ext>
                </a:extLst>
              </p:cNvPr>
              <p:cNvGrpSpPr/>
              <p:nvPr/>
            </p:nvGrpSpPr>
            <p:grpSpPr>
              <a:xfrm>
                <a:off x="10880361" y="81688"/>
                <a:ext cx="336385" cy="215444"/>
                <a:chOff x="5180965" y="851650"/>
                <a:chExt cx="336385" cy="215444"/>
              </a:xfrm>
            </p:grpSpPr>
            <p:sp>
              <p:nvSpPr>
                <p:cNvPr id="43" name="Oval 42">
                  <a:extLst>
                    <a:ext uri="{FF2B5EF4-FFF2-40B4-BE49-F238E27FC236}">
                      <a16:creationId xmlns:a16="http://schemas.microsoft.com/office/drawing/2014/main" id="{8A2EA5A6-BF4E-C014-02F3-F9F11DBC1B37}"/>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B93CF7C3-D2F5-8B1D-7B2D-0753601FC7DA}"/>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2315921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8CC85-5E3A-F778-37A7-F04F89D7146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84AB846-9846-CFE2-C0C8-66FF24739E5F}"/>
              </a:ext>
            </a:extLst>
          </p:cNvPr>
          <p:cNvSpPr>
            <a:spLocks noGrp="1"/>
          </p:cNvSpPr>
          <p:nvPr>
            <p:ph type="title"/>
          </p:nvPr>
        </p:nvSpPr>
        <p:spPr>
          <a:xfrm>
            <a:off x="334963" y="808073"/>
            <a:ext cx="11522075" cy="840083"/>
          </a:xfrm>
        </p:spPr>
        <p:txBody>
          <a:bodyPr/>
          <a:lstStyle/>
          <a:p>
            <a:r>
              <a:rPr lang="en-GB" noProof="0" dirty="0"/>
              <a:t>What can we conclude?</a:t>
            </a:r>
          </a:p>
        </p:txBody>
      </p:sp>
      <p:sp>
        <p:nvSpPr>
          <p:cNvPr id="3" name="Segnaposto data 2">
            <a:extLst>
              <a:ext uri="{FF2B5EF4-FFF2-40B4-BE49-F238E27FC236}">
                <a16:creationId xmlns:a16="http://schemas.microsoft.com/office/drawing/2014/main" id="{BA100E3C-E979-4A93-EB28-A4F5E4F1ADDF}"/>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4452F27E-C306-06FB-5D3A-1CEA4CE9098E}"/>
              </a:ext>
            </a:extLst>
          </p:cNvPr>
          <p:cNvSpPr>
            <a:spLocks noGrp="1"/>
          </p:cNvSpPr>
          <p:nvPr>
            <p:ph type="ftr" sz="quarter" idx="11"/>
          </p:nvPr>
        </p:nvSpPr>
        <p:spPr>
          <a:xfrm>
            <a:off x="3216274" y="39688"/>
            <a:ext cx="8023653" cy="365125"/>
          </a:xfrm>
        </p:spPr>
        <p:txBody>
          <a:bodyPr/>
          <a:lstStyle/>
          <a:p>
            <a:r>
              <a:rPr lang="en-GB" noProof="0" dirty="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F484EA91-1596-FBEC-ECBA-331093A90BD5}"/>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31</a:t>
            </a:fld>
            <a:endParaRPr lang="en-GB" noProof="0" dirty="0"/>
          </a:p>
        </p:txBody>
      </p:sp>
      <p:sp>
        <p:nvSpPr>
          <p:cNvPr id="22" name="TextBox 21">
            <a:extLst>
              <a:ext uri="{FF2B5EF4-FFF2-40B4-BE49-F238E27FC236}">
                <a16:creationId xmlns:a16="http://schemas.microsoft.com/office/drawing/2014/main" id="{BBE98635-9259-9516-C963-B5915DCBA109}"/>
              </a:ext>
            </a:extLst>
          </p:cNvPr>
          <p:cNvSpPr txBox="1"/>
          <p:nvPr/>
        </p:nvSpPr>
        <p:spPr>
          <a:xfrm>
            <a:off x="1151735" y="1908313"/>
            <a:ext cx="184731" cy="369332"/>
          </a:xfrm>
          <a:prstGeom prst="rect">
            <a:avLst/>
          </a:prstGeom>
          <a:noFill/>
        </p:spPr>
        <p:txBody>
          <a:bodyPr wrap="none" rtlCol="0">
            <a:spAutoFit/>
          </a:bodyPr>
          <a:lstStyle/>
          <a:p>
            <a:endParaRPr lang="en-GB" noProof="0"/>
          </a:p>
        </p:txBody>
      </p:sp>
      <p:sp>
        <p:nvSpPr>
          <p:cNvPr id="19" name="Position Fluo">
            <a:extLst>
              <a:ext uri="{FF2B5EF4-FFF2-40B4-BE49-F238E27FC236}">
                <a16:creationId xmlns:a16="http://schemas.microsoft.com/office/drawing/2014/main" id="{60FBF99F-6674-81F2-89E4-F827082840C9}"/>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20" name="Group 19">
            <a:extLst>
              <a:ext uri="{FF2B5EF4-FFF2-40B4-BE49-F238E27FC236}">
                <a16:creationId xmlns:a16="http://schemas.microsoft.com/office/drawing/2014/main" id="{F6E25E07-F78C-C33C-14B3-9F550C6D4639}"/>
              </a:ext>
            </a:extLst>
          </p:cNvPr>
          <p:cNvGrpSpPr/>
          <p:nvPr/>
        </p:nvGrpSpPr>
        <p:grpSpPr>
          <a:xfrm>
            <a:off x="10278334" y="0"/>
            <a:ext cx="987657" cy="297132"/>
            <a:chOff x="10278334" y="0"/>
            <a:chExt cx="987657" cy="297132"/>
          </a:xfrm>
        </p:grpSpPr>
        <p:grpSp>
          <p:nvGrpSpPr>
            <p:cNvPr id="21" name="Group 20">
              <a:extLst>
                <a:ext uri="{FF2B5EF4-FFF2-40B4-BE49-F238E27FC236}">
                  <a16:creationId xmlns:a16="http://schemas.microsoft.com/office/drawing/2014/main" id="{41087AF7-295E-9426-6802-6D28D31168CA}"/>
                </a:ext>
              </a:extLst>
            </p:cNvPr>
            <p:cNvGrpSpPr/>
            <p:nvPr/>
          </p:nvGrpSpPr>
          <p:grpSpPr>
            <a:xfrm>
              <a:off x="10278334" y="0"/>
              <a:ext cx="336385" cy="294592"/>
              <a:chOff x="10278334" y="0"/>
              <a:chExt cx="336385" cy="294592"/>
            </a:xfrm>
          </p:grpSpPr>
          <p:sp>
            <p:nvSpPr>
              <p:cNvPr id="54" name="Rectangle 53">
                <a:extLst>
                  <a:ext uri="{FF2B5EF4-FFF2-40B4-BE49-F238E27FC236}">
                    <a16:creationId xmlns:a16="http://schemas.microsoft.com/office/drawing/2014/main" id="{CBBA0636-5C87-8B5C-CF8E-3370602DF5D9}"/>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54">
                <a:extLst>
                  <a:ext uri="{FF2B5EF4-FFF2-40B4-BE49-F238E27FC236}">
                    <a16:creationId xmlns:a16="http://schemas.microsoft.com/office/drawing/2014/main" id="{99A31064-A896-5586-F508-53D852FF3301}"/>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D3331AFF-3648-99A5-B468-6FA92B28529C}"/>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23" name="Group 22">
              <a:extLst>
                <a:ext uri="{FF2B5EF4-FFF2-40B4-BE49-F238E27FC236}">
                  <a16:creationId xmlns:a16="http://schemas.microsoft.com/office/drawing/2014/main" id="{35D64FFB-3AF1-4AA7-8C06-67958EF854C0}"/>
                </a:ext>
              </a:extLst>
            </p:cNvPr>
            <p:cNvGrpSpPr/>
            <p:nvPr/>
          </p:nvGrpSpPr>
          <p:grpSpPr>
            <a:xfrm>
              <a:off x="10605240" y="0"/>
              <a:ext cx="336385" cy="297132"/>
              <a:chOff x="10289176" y="0"/>
              <a:chExt cx="336385" cy="297132"/>
            </a:xfrm>
          </p:grpSpPr>
          <p:sp>
            <p:nvSpPr>
              <p:cNvPr id="32" name="Rectangle 31">
                <a:extLst>
                  <a:ext uri="{FF2B5EF4-FFF2-40B4-BE49-F238E27FC236}">
                    <a16:creationId xmlns:a16="http://schemas.microsoft.com/office/drawing/2014/main" id="{62E15061-B47F-D35C-9309-3BB38F315332}"/>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3" name="Group 32">
                <a:extLst>
                  <a:ext uri="{FF2B5EF4-FFF2-40B4-BE49-F238E27FC236}">
                    <a16:creationId xmlns:a16="http://schemas.microsoft.com/office/drawing/2014/main" id="{4A2E53D4-EFCA-B051-2997-7508F2701CF9}"/>
                  </a:ext>
                </a:extLst>
              </p:cNvPr>
              <p:cNvGrpSpPr/>
              <p:nvPr/>
            </p:nvGrpSpPr>
            <p:grpSpPr>
              <a:xfrm>
                <a:off x="10289176" y="81688"/>
                <a:ext cx="336385" cy="215444"/>
                <a:chOff x="5178425" y="855322"/>
                <a:chExt cx="336385" cy="215444"/>
              </a:xfrm>
            </p:grpSpPr>
            <p:sp>
              <p:nvSpPr>
                <p:cNvPr id="34" name="Oval 33">
                  <a:extLst>
                    <a:ext uri="{FF2B5EF4-FFF2-40B4-BE49-F238E27FC236}">
                      <a16:creationId xmlns:a16="http://schemas.microsoft.com/office/drawing/2014/main" id="{88B6634F-74D6-E071-A23D-B7104096E914}"/>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TextBox 52">
                  <a:extLst>
                    <a:ext uri="{FF2B5EF4-FFF2-40B4-BE49-F238E27FC236}">
                      <a16:creationId xmlns:a16="http://schemas.microsoft.com/office/drawing/2014/main" id="{56019AD4-D327-7FB0-44B0-FE7E5BF61A5F}"/>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24" name="Group 23">
              <a:extLst>
                <a:ext uri="{FF2B5EF4-FFF2-40B4-BE49-F238E27FC236}">
                  <a16:creationId xmlns:a16="http://schemas.microsoft.com/office/drawing/2014/main" id="{D8470525-A618-7381-132A-F9AF6BF90826}"/>
                </a:ext>
              </a:extLst>
            </p:cNvPr>
            <p:cNvGrpSpPr/>
            <p:nvPr/>
          </p:nvGrpSpPr>
          <p:grpSpPr>
            <a:xfrm>
              <a:off x="10929606" y="0"/>
              <a:ext cx="336385" cy="297132"/>
              <a:chOff x="10880361" y="0"/>
              <a:chExt cx="336385" cy="297132"/>
            </a:xfrm>
          </p:grpSpPr>
          <p:sp>
            <p:nvSpPr>
              <p:cNvPr id="27" name="Rectangle 26">
                <a:extLst>
                  <a:ext uri="{FF2B5EF4-FFF2-40B4-BE49-F238E27FC236}">
                    <a16:creationId xmlns:a16="http://schemas.microsoft.com/office/drawing/2014/main" id="{86CBF18E-5D1E-AC4A-9C1F-DE553BED19F9}"/>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8" name="Group 27">
                <a:extLst>
                  <a:ext uri="{FF2B5EF4-FFF2-40B4-BE49-F238E27FC236}">
                    <a16:creationId xmlns:a16="http://schemas.microsoft.com/office/drawing/2014/main" id="{0A61961C-BDB5-FAA9-A0A5-CE66A6E6BFFA}"/>
                  </a:ext>
                </a:extLst>
              </p:cNvPr>
              <p:cNvGrpSpPr/>
              <p:nvPr/>
            </p:nvGrpSpPr>
            <p:grpSpPr>
              <a:xfrm>
                <a:off x="10880361" y="81688"/>
                <a:ext cx="336385" cy="215444"/>
                <a:chOff x="5180965" y="851650"/>
                <a:chExt cx="336385" cy="215444"/>
              </a:xfrm>
            </p:grpSpPr>
            <p:sp>
              <p:nvSpPr>
                <p:cNvPr id="29" name="Oval 28">
                  <a:extLst>
                    <a:ext uri="{FF2B5EF4-FFF2-40B4-BE49-F238E27FC236}">
                      <a16:creationId xmlns:a16="http://schemas.microsoft.com/office/drawing/2014/main" id="{EB83FA16-9597-C14E-A587-2159190AB4BE}"/>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6C6D266D-26C8-144C-CE2C-EDC2CD240479}"/>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grpSp>
        <p:nvGrpSpPr>
          <p:cNvPr id="57" name="Group 56">
            <a:extLst>
              <a:ext uri="{FF2B5EF4-FFF2-40B4-BE49-F238E27FC236}">
                <a16:creationId xmlns:a16="http://schemas.microsoft.com/office/drawing/2014/main" id="{5C4F35C3-A595-BCBC-CE52-3F1CD31579BB}"/>
              </a:ext>
            </a:extLst>
          </p:cNvPr>
          <p:cNvGrpSpPr/>
          <p:nvPr/>
        </p:nvGrpSpPr>
        <p:grpSpPr>
          <a:xfrm>
            <a:off x="3942081" y="16388080"/>
            <a:ext cx="4157979" cy="5496558"/>
            <a:chOff x="3942081" y="1361440"/>
            <a:chExt cx="4157979" cy="5496558"/>
          </a:xfrm>
        </p:grpSpPr>
        <p:sp>
          <p:nvSpPr>
            <p:cNvPr id="58" name="Rectangle 57">
              <a:extLst>
                <a:ext uri="{FF2B5EF4-FFF2-40B4-BE49-F238E27FC236}">
                  <a16:creationId xmlns:a16="http://schemas.microsoft.com/office/drawing/2014/main" id="{3807976F-36EF-616F-B2EA-3C8D25168D24}"/>
                </a:ext>
              </a:extLst>
            </p:cNvPr>
            <p:cNvSpPr/>
            <p:nvPr/>
          </p:nvSpPr>
          <p:spPr>
            <a:xfrm>
              <a:off x="3942081" y="1361440"/>
              <a:ext cx="4157979" cy="5496558"/>
            </a:xfrm>
            <a:prstGeom prst="rect">
              <a:avLst/>
            </a:prstGeom>
            <a:solidFill>
              <a:srgbClr val="D0D5DD">
                <a:alpha val="78039"/>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TextBox 58">
              <a:extLst>
                <a:ext uri="{FF2B5EF4-FFF2-40B4-BE49-F238E27FC236}">
                  <a16:creationId xmlns:a16="http://schemas.microsoft.com/office/drawing/2014/main" id="{C8C8E877-08B6-55C7-447C-02A4B0DE4CE3}"/>
                </a:ext>
              </a:extLst>
            </p:cNvPr>
            <p:cNvSpPr txBox="1"/>
            <p:nvPr/>
          </p:nvSpPr>
          <p:spPr>
            <a:xfrm>
              <a:off x="4392009" y="2089055"/>
              <a:ext cx="2462534" cy="446276"/>
            </a:xfrm>
            <a:prstGeom prst="rect">
              <a:avLst/>
            </a:prstGeom>
            <a:noFill/>
            <a:effectLst/>
          </p:spPr>
          <p:txBody>
            <a:bodyPr wrap="none" rtlCol="0">
              <a:spAutoFit/>
            </a:bodyPr>
            <a:lstStyle/>
            <a:p>
              <a:r>
                <a:rPr lang="en-US" sz="2300" b="1" dirty="0"/>
                <a:t>Fine Granularity</a:t>
              </a:r>
              <a:endParaRPr lang="en-GB" sz="2300" b="1" dirty="0"/>
            </a:p>
          </p:txBody>
        </p:sp>
        <p:sp>
          <p:nvSpPr>
            <p:cNvPr id="60" name="TextBox 59">
              <a:extLst>
                <a:ext uri="{FF2B5EF4-FFF2-40B4-BE49-F238E27FC236}">
                  <a16:creationId xmlns:a16="http://schemas.microsoft.com/office/drawing/2014/main" id="{B02ED693-485C-436F-690A-0F0A5B03FBEF}"/>
                </a:ext>
              </a:extLst>
            </p:cNvPr>
            <p:cNvSpPr txBox="1"/>
            <p:nvPr/>
          </p:nvSpPr>
          <p:spPr>
            <a:xfrm>
              <a:off x="4392009" y="2969966"/>
              <a:ext cx="3277861" cy="1138773"/>
            </a:xfrm>
            <a:prstGeom prst="rect">
              <a:avLst/>
            </a:prstGeom>
            <a:noFill/>
          </p:spPr>
          <p:txBody>
            <a:bodyPr wrap="square" rtlCol="0">
              <a:spAutoFit/>
            </a:bodyPr>
            <a:lstStyle/>
            <a:p>
              <a:r>
                <a:rPr lang="en-US" sz="1700" dirty="0"/>
                <a:t>The framework allows to make comparisons of different configurations at the </a:t>
              </a:r>
              <a:r>
                <a:rPr lang="en-US" sz="1700" b="1" dirty="0"/>
                <a:t>method level</a:t>
              </a:r>
              <a:r>
                <a:rPr lang="en-US" sz="1700" dirty="0"/>
                <a:t>.</a:t>
              </a:r>
            </a:p>
          </p:txBody>
        </p:sp>
      </p:grpSp>
      <p:grpSp>
        <p:nvGrpSpPr>
          <p:cNvPr id="61" name="Group 60">
            <a:extLst>
              <a:ext uri="{FF2B5EF4-FFF2-40B4-BE49-F238E27FC236}">
                <a16:creationId xmlns:a16="http://schemas.microsoft.com/office/drawing/2014/main" id="{8B6E0037-1D12-42F8-C3AF-F84D2CD10855}"/>
              </a:ext>
            </a:extLst>
          </p:cNvPr>
          <p:cNvGrpSpPr/>
          <p:nvPr/>
        </p:nvGrpSpPr>
        <p:grpSpPr>
          <a:xfrm>
            <a:off x="0" y="8341361"/>
            <a:ext cx="3942081" cy="5496558"/>
            <a:chOff x="0" y="1361441"/>
            <a:chExt cx="3942081" cy="5496558"/>
          </a:xfrm>
        </p:grpSpPr>
        <p:sp>
          <p:nvSpPr>
            <p:cNvPr id="62" name="Rectangle 61">
              <a:extLst>
                <a:ext uri="{FF2B5EF4-FFF2-40B4-BE49-F238E27FC236}">
                  <a16:creationId xmlns:a16="http://schemas.microsoft.com/office/drawing/2014/main" id="{20280655-6843-1127-AA78-43F8D778DF4C}"/>
                </a:ext>
              </a:extLst>
            </p:cNvPr>
            <p:cNvSpPr/>
            <p:nvPr/>
          </p:nvSpPr>
          <p:spPr>
            <a:xfrm>
              <a:off x="0" y="1361441"/>
              <a:ext cx="3942081" cy="5496558"/>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Box 62">
              <a:extLst>
                <a:ext uri="{FF2B5EF4-FFF2-40B4-BE49-F238E27FC236}">
                  <a16:creationId xmlns:a16="http://schemas.microsoft.com/office/drawing/2014/main" id="{8B870EEB-95BA-827A-8080-B66190FBB2CB}"/>
                </a:ext>
              </a:extLst>
            </p:cNvPr>
            <p:cNvSpPr txBox="1"/>
            <p:nvPr/>
          </p:nvSpPr>
          <p:spPr>
            <a:xfrm>
              <a:off x="243114" y="1912084"/>
              <a:ext cx="3246402" cy="800219"/>
            </a:xfrm>
            <a:prstGeom prst="rect">
              <a:avLst/>
            </a:prstGeom>
            <a:noFill/>
          </p:spPr>
          <p:txBody>
            <a:bodyPr wrap="none" rtlCol="0">
              <a:spAutoFit/>
            </a:bodyPr>
            <a:lstStyle/>
            <a:p>
              <a:r>
                <a:rPr lang="en-US" sz="2300" b="1" dirty="0"/>
                <a:t>Definitive Selections </a:t>
              </a:r>
            </a:p>
            <a:p>
              <a:r>
                <a:rPr lang="en-US" sz="2300" b="1" dirty="0"/>
                <a:t>and Trade-offs</a:t>
              </a:r>
              <a:endParaRPr lang="en-GB" sz="2300" b="1" dirty="0"/>
            </a:p>
          </p:txBody>
        </p:sp>
        <p:sp>
          <p:nvSpPr>
            <p:cNvPr id="64" name="TextBox 63">
              <a:extLst>
                <a:ext uri="{FF2B5EF4-FFF2-40B4-BE49-F238E27FC236}">
                  <a16:creationId xmlns:a16="http://schemas.microsoft.com/office/drawing/2014/main" id="{D5072DC3-1302-5874-A95E-B4435F74786F}"/>
                </a:ext>
              </a:extLst>
            </p:cNvPr>
            <p:cNvSpPr txBox="1"/>
            <p:nvPr/>
          </p:nvSpPr>
          <p:spPr>
            <a:xfrm>
              <a:off x="243114" y="2969966"/>
              <a:ext cx="3395435" cy="2523768"/>
            </a:xfrm>
            <a:prstGeom prst="rect">
              <a:avLst/>
            </a:prstGeom>
            <a:noFill/>
          </p:spPr>
          <p:txBody>
            <a:bodyPr wrap="square" rtlCol="0">
              <a:spAutoFit/>
            </a:bodyPr>
            <a:lstStyle/>
            <a:p>
              <a:r>
                <a:rPr lang="en-US" sz="1700" dirty="0"/>
                <a:t>The framework supports developers in the </a:t>
              </a:r>
              <a:r>
                <a:rPr lang="en-US" sz="1700" b="1" dirty="0"/>
                <a:t>decision-making process</a:t>
              </a:r>
              <a:r>
                <a:rPr lang="en-US" sz="1700" dirty="0"/>
                <a:t>. </a:t>
              </a:r>
            </a:p>
            <a:p>
              <a:endParaRPr lang="en-US" sz="1100" dirty="0"/>
            </a:p>
            <a:p>
              <a:r>
                <a:rPr lang="en-US" sz="1700" dirty="0"/>
                <a:t>Some </a:t>
              </a:r>
              <a:r>
                <a:rPr lang="en-US" sz="1700" dirty="0" err="1"/>
                <a:t>behaviours</a:t>
              </a:r>
              <a:r>
                <a:rPr lang="en-US" sz="1700" dirty="0"/>
                <a:t> are </a:t>
              </a:r>
              <a:r>
                <a:rPr lang="en-US" sz="1700" b="1" dirty="0"/>
                <a:t>consistently</a:t>
              </a:r>
              <a:r>
                <a:rPr lang="en-US" sz="1700" dirty="0"/>
                <a:t> more performant. </a:t>
              </a:r>
            </a:p>
            <a:p>
              <a:endParaRPr lang="en-US" sz="1100" dirty="0"/>
            </a:p>
            <a:p>
              <a:r>
                <a:rPr lang="en-US" sz="1700" dirty="0"/>
                <a:t>Others reveal </a:t>
              </a:r>
              <a:r>
                <a:rPr lang="en-US" sz="1700" b="1" dirty="0"/>
                <a:t>trade-offs </a:t>
              </a:r>
              <a:r>
                <a:rPr lang="en-US" sz="1700" dirty="0"/>
                <a:t>that must be </a:t>
              </a:r>
              <a:r>
                <a:rPr lang="en-US" sz="1700" dirty="0" err="1"/>
                <a:t>analysed</a:t>
              </a:r>
              <a:r>
                <a:rPr lang="en-US" sz="1700" dirty="0"/>
                <a:t> to make a thoughtful choice.</a:t>
              </a:r>
              <a:endParaRPr lang="en-GB" sz="1700" dirty="0"/>
            </a:p>
          </p:txBody>
        </p:sp>
      </p:grpSp>
      <p:grpSp>
        <p:nvGrpSpPr>
          <p:cNvPr id="65" name="Group 64">
            <a:extLst>
              <a:ext uri="{FF2B5EF4-FFF2-40B4-BE49-F238E27FC236}">
                <a16:creationId xmlns:a16="http://schemas.microsoft.com/office/drawing/2014/main" id="{2884DEED-651A-142D-04CD-43C12084A105}"/>
              </a:ext>
            </a:extLst>
          </p:cNvPr>
          <p:cNvGrpSpPr/>
          <p:nvPr/>
        </p:nvGrpSpPr>
        <p:grpSpPr>
          <a:xfrm>
            <a:off x="8100060" y="24495759"/>
            <a:ext cx="4091940" cy="5496557"/>
            <a:chOff x="8100060" y="1361439"/>
            <a:chExt cx="4091940" cy="5496557"/>
          </a:xfrm>
        </p:grpSpPr>
        <p:sp>
          <p:nvSpPr>
            <p:cNvPr id="66" name="Rectangle 65">
              <a:extLst>
                <a:ext uri="{FF2B5EF4-FFF2-40B4-BE49-F238E27FC236}">
                  <a16:creationId xmlns:a16="http://schemas.microsoft.com/office/drawing/2014/main" id="{B29C4E80-AB89-D467-127A-81CD272F6294}"/>
                </a:ext>
              </a:extLst>
            </p:cNvPr>
            <p:cNvSpPr/>
            <p:nvPr/>
          </p:nvSpPr>
          <p:spPr>
            <a:xfrm>
              <a:off x="8100060" y="1361439"/>
              <a:ext cx="4091940" cy="5496557"/>
            </a:xfrm>
            <a:prstGeom prst="rect">
              <a:avLst/>
            </a:prstGeom>
            <a:solidFill>
              <a:srgbClr val="B7BFCA">
                <a:alpha val="74902"/>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TextBox 66">
              <a:extLst>
                <a:ext uri="{FF2B5EF4-FFF2-40B4-BE49-F238E27FC236}">
                  <a16:creationId xmlns:a16="http://schemas.microsoft.com/office/drawing/2014/main" id="{25DAAA9B-1330-39F4-EC93-EB947CCA0797}"/>
                </a:ext>
              </a:extLst>
            </p:cNvPr>
            <p:cNvSpPr txBox="1"/>
            <p:nvPr/>
          </p:nvSpPr>
          <p:spPr>
            <a:xfrm>
              <a:off x="8403592" y="2089055"/>
              <a:ext cx="3379451" cy="446276"/>
            </a:xfrm>
            <a:prstGeom prst="rect">
              <a:avLst/>
            </a:prstGeom>
            <a:noFill/>
          </p:spPr>
          <p:txBody>
            <a:bodyPr wrap="none" rtlCol="0">
              <a:spAutoFit/>
            </a:bodyPr>
            <a:lstStyle/>
            <a:p>
              <a:r>
                <a:rPr lang="en-US" sz="2300" b="1" dirty="0"/>
                <a:t>Operational Simplicity</a:t>
              </a:r>
              <a:endParaRPr lang="en-GB" sz="2300" b="1" dirty="0"/>
            </a:p>
          </p:txBody>
        </p:sp>
        <p:sp>
          <p:nvSpPr>
            <p:cNvPr id="68" name="TextBox 67">
              <a:extLst>
                <a:ext uri="{FF2B5EF4-FFF2-40B4-BE49-F238E27FC236}">
                  <a16:creationId xmlns:a16="http://schemas.microsoft.com/office/drawing/2014/main" id="{FB5280F9-AA2A-6405-C169-6F6FFD3951D1}"/>
                </a:ext>
              </a:extLst>
            </p:cNvPr>
            <p:cNvSpPr txBox="1"/>
            <p:nvPr/>
          </p:nvSpPr>
          <p:spPr>
            <a:xfrm>
              <a:off x="8403592" y="2969966"/>
              <a:ext cx="3381368" cy="2108269"/>
            </a:xfrm>
            <a:prstGeom prst="rect">
              <a:avLst/>
            </a:prstGeom>
            <a:noFill/>
          </p:spPr>
          <p:txBody>
            <a:bodyPr wrap="square" rtlCol="0">
              <a:spAutoFit/>
            </a:bodyPr>
            <a:lstStyle/>
            <a:p>
              <a:r>
                <a:rPr lang="en-US" sz="1700" dirty="0"/>
                <a:t>Compared to traditional A/B/n testing, the operational complexity is </a:t>
              </a:r>
              <a:r>
                <a:rPr lang="en-US" sz="1700" b="1" dirty="0"/>
                <a:t>reduced.</a:t>
              </a:r>
            </a:p>
            <a:p>
              <a:endParaRPr lang="en-US" sz="1100" b="1" dirty="0"/>
            </a:p>
            <a:p>
              <a:r>
                <a:rPr lang="en-US" sz="1700" dirty="0"/>
                <a:t>There is </a:t>
              </a:r>
              <a:r>
                <a:rPr lang="en-US" sz="1700" b="1" dirty="0"/>
                <a:t>no need</a:t>
              </a:r>
              <a:r>
                <a:rPr lang="en-US" sz="1700" dirty="0"/>
                <a:t> to manage multiple deployed versions of the same service and split user traffic.</a:t>
              </a:r>
              <a:endParaRPr lang="en-GB" sz="1700" dirty="0"/>
            </a:p>
          </p:txBody>
        </p:sp>
      </p:grpSp>
      <p:sp>
        <p:nvSpPr>
          <p:cNvPr id="6" name="TextBox 5">
            <a:extLst>
              <a:ext uri="{FF2B5EF4-FFF2-40B4-BE49-F238E27FC236}">
                <a16:creationId xmlns:a16="http://schemas.microsoft.com/office/drawing/2014/main" id="{9B3B155D-C446-61BB-E660-1B604A5423DD}"/>
              </a:ext>
            </a:extLst>
          </p:cNvPr>
          <p:cNvSpPr txBox="1"/>
          <p:nvPr/>
        </p:nvSpPr>
        <p:spPr>
          <a:xfrm>
            <a:off x="334962" y="1312180"/>
            <a:ext cx="11105197" cy="464807"/>
          </a:xfrm>
          <a:prstGeom prst="rect">
            <a:avLst/>
          </a:prstGeom>
          <a:noFill/>
        </p:spPr>
        <p:txBody>
          <a:bodyPr wrap="square" rtlCol="0">
            <a:spAutoFit/>
          </a:bodyPr>
          <a:lstStyle/>
          <a:p>
            <a:pPr>
              <a:lnSpc>
                <a:spcPct val="150000"/>
              </a:lnSpc>
            </a:pPr>
            <a:r>
              <a:rPr lang="en-US" dirty="0"/>
              <a:t>What are the </a:t>
            </a:r>
            <a:r>
              <a:rPr lang="en-US" b="1" dirty="0"/>
              <a:t>advantages</a:t>
            </a:r>
            <a:r>
              <a:rPr lang="en-US" dirty="0"/>
              <a:t> of this A/B/n testing pipeline compared to traditional approaches?</a:t>
            </a:r>
            <a:endParaRPr lang="en-GB" dirty="0"/>
          </a:p>
        </p:txBody>
      </p:sp>
    </p:spTree>
    <p:extLst>
      <p:ext uri="{BB962C8B-B14F-4D97-AF65-F5344CB8AC3E}">
        <p14:creationId xmlns:p14="http://schemas.microsoft.com/office/powerpoint/2010/main" val="3623845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6B121-1F36-3B80-09B9-33FA46EE088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4065673-6700-6E31-E35D-0343B25FFA09}"/>
              </a:ext>
            </a:extLst>
          </p:cNvPr>
          <p:cNvSpPr>
            <a:spLocks noGrp="1"/>
          </p:cNvSpPr>
          <p:nvPr>
            <p:ph type="title"/>
          </p:nvPr>
        </p:nvSpPr>
        <p:spPr>
          <a:xfrm>
            <a:off x="334963" y="808073"/>
            <a:ext cx="11522075" cy="840083"/>
          </a:xfrm>
        </p:spPr>
        <p:txBody>
          <a:bodyPr/>
          <a:lstStyle/>
          <a:p>
            <a:r>
              <a:rPr lang="en-GB" dirty="0"/>
              <a:t>What can we conclude?</a:t>
            </a:r>
            <a:endParaRPr lang="en-GB" noProof="0" dirty="0"/>
          </a:p>
        </p:txBody>
      </p:sp>
      <p:sp>
        <p:nvSpPr>
          <p:cNvPr id="3" name="Segnaposto data 2">
            <a:extLst>
              <a:ext uri="{FF2B5EF4-FFF2-40B4-BE49-F238E27FC236}">
                <a16:creationId xmlns:a16="http://schemas.microsoft.com/office/drawing/2014/main" id="{38C69102-9768-D243-9A87-97C6FD84B389}"/>
              </a:ext>
            </a:extLst>
          </p:cNvPr>
          <p:cNvSpPr>
            <a:spLocks noGrp="1"/>
          </p:cNvSpPr>
          <p:nvPr>
            <p:ph type="dt" sz="half" idx="10"/>
          </p:nvPr>
        </p:nvSpPr>
        <p:spPr>
          <a:xfrm>
            <a:off x="334964" y="39688"/>
            <a:ext cx="2383298" cy="365125"/>
          </a:xfrm>
        </p:spPr>
        <p:txBody>
          <a:bodyPr/>
          <a:lstStyle/>
          <a:p>
            <a:r>
              <a:rPr lang="en-GB" noProof="0"/>
              <a:t>POLITECNICO DI MILANO</a:t>
            </a:r>
          </a:p>
        </p:txBody>
      </p:sp>
      <p:sp>
        <p:nvSpPr>
          <p:cNvPr id="4" name="Segnaposto piè di pagina 3">
            <a:extLst>
              <a:ext uri="{FF2B5EF4-FFF2-40B4-BE49-F238E27FC236}">
                <a16:creationId xmlns:a16="http://schemas.microsoft.com/office/drawing/2014/main" id="{48863446-1593-BCB2-4665-FBDB4340C41A}"/>
              </a:ext>
            </a:extLst>
          </p:cNvPr>
          <p:cNvSpPr>
            <a:spLocks noGrp="1"/>
          </p:cNvSpPr>
          <p:nvPr>
            <p:ph type="ftr" sz="quarter" idx="11"/>
          </p:nvPr>
        </p:nvSpPr>
        <p:spPr>
          <a:xfrm>
            <a:off x="3216274" y="39688"/>
            <a:ext cx="8023653" cy="365125"/>
          </a:xfrm>
        </p:spPr>
        <p:txBody>
          <a:bodyPr/>
          <a:lstStyle/>
          <a:p>
            <a:r>
              <a:rPr lang="en-GB" noProof="0" dirty="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E3B82127-C709-041F-8AF0-674FBAE4860B}"/>
              </a:ext>
            </a:extLst>
          </p:cNvPr>
          <p:cNvSpPr>
            <a:spLocks noGrp="1"/>
          </p:cNvSpPr>
          <p:nvPr>
            <p:ph type="sldNum" sz="quarter" idx="12"/>
          </p:nvPr>
        </p:nvSpPr>
        <p:spPr>
          <a:xfrm>
            <a:off x="10814538" y="39688"/>
            <a:ext cx="1042500" cy="365125"/>
          </a:xfrm>
        </p:spPr>
        <p:txBody>
          <a:bodyPr/>
          <a:lstStyle/>
          <a:p>
            <a:fld id="{3135EEA2-8D42-4D46-95A6-66E65FDC5EB1}" type="slidenum">
              <a:rPr lang="en-GB" noProof="0" smtClean="0"/>
              <a:pPr/>
              <a:t>32</a:t>
            </a:fld>
            <a:endParaRPr lang="en-GB" noProof="0"/>
          </a:p>
        </p:txBody>
      </p:sp>
      <p:sp>
        <p:nvSpPr>
          <p:cNvPr id="22" name="TextBox 21">
            <a:extLst>
              <a:ext uri="{FF2B5EF4-FFF2-40B4-BE49-F238E27FC236}">
                <a16:creationId xmlns:a16="http://schemas.microsoft.com/office/drawing/2014/main" id="{F3115B5A-92FB-3893-B380-DDBFB30B1347}"/>
              </a:ext>
            </a:extLst>
          </p:cNvPr>
          <p:cNvSpPr txBox="1"/>
          <p:nvPr/>
        </p:nvSpPr>
        <p:spPr>
          <a:xfrm>
            <a:off x="1151735" y="1908313"/>
            <a:ext cx="184731" cy="369332"/>
          </a:xfrm>
          <a:prstGeom prst="rect">
            <a:avLst/>
          </a:prstGeom>
          <a:noFill/>
        </p:spPr>
        <p:txBody>
          <a:bodyPr wrap="none" rtlCol="0">
            <a:spAutoFit/>
          </a:bodyPr>
          <a:lstStyle/>
          <a:p>
            <a:endParaRPr lang="en-GB" noProof="0"/>
          </a:p>
        </p:txBody>
      </p:sp>
      <p:grpSp>
        <p:nvGrpSpPr>
          <p:cNvPr id="56" name="Group 55">
            <a:extLst>
              <a:ext uri="{FF2B5EF4-FFF2-40B4-BE49-F238E27FC236}">
                <a16:creationId xmlns:a16="http://schemas.microsoft.com/office/drawing/2014/main" id="{39D45A88-370C-549F-39D0-B200AB5467D1}"/>
              </a:ext>
            </a:extLst>
          </p:cNvPr>
          <p:cNvGrpSpPr/>
          <p:nvPr/>
        </p:nvGrpSpPr>
        <p:grpSpPr>
          <a:xfrm>
            <a:off x="3942081" y="1361440"/>
            <a:ext cx="4157979" cy="5496558"/>
            <a:chOff x="3942081" y="1361440"/>
            <a:chExt cx="4157979" cy="5496558"/>
          </a:xfrm>
        </p:grpSpPr>
        <p:sp>
          <p:nvSpPr>
            <p:cNvPr id="20" name="Rectangle 19">
              <a:extLst>
                <a:ext uri="{FF2B5EF4-FFF2-40B4-BE49-F238E27FC236}">
                  <a16:creationId xmlns:a16="http://schemas.microsoft.com/office/drawing/2014/main" id="{263E9AD3-C3E7-7BD7-AEA0-CA35B817DD47}"/>
                </a:ext>
              </a:extLst>
            </p:cNvPr>
            <p:cNvSpPr/>
            <p:nvPr/>
          </p:nvSpPr>
          <p:spPr>
            <a:xfrm>
              <a:off x="3942081" y="1361440"/>
              <a:ext cx="4157979" cy="5496558"/>
            </a:xfrm>
            <a:prstGeom prst="rect">
              <a:avLst/>
            </a:prstGeom>
            <a:solidFill>
              <a:srgbClr val="D0D5DD">
                <a:alpha val="78039"/>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ACFB6195-C6E7-2919-7B4F-401412FD0EC8}"/>
                </a:ext>
              </a:extLst>
            </p:cNvPr>
            <p:cNvSpPr txBox="1"/>
            <p:nvPr/>
          </p:nvSpPr>
          <p:spPr>
            <a:xfrm>
              <a:off x="4392009" y="2089055"/>
              <a:ext cx="2462534" cy="446276"/>
            </a:xfrm>
            <a:prstGeom prst="rect">
              <a:avLst/>
            </a:prstGeom>
            <a:noFill/>
            <a:effectLst/>
          </p:spPr>
          <p:txBody>
            <a:bodyPr wrap="none" rtlCol="0">
              <a:spAutoFit/>
            </a:bodyPr>
            <a:lstStyle/>
            <a:p>
              <a:r>
                <a:rPr lang="en-US" sz="2300" b="1" dirty="0"/>
                <a:t>Fine Granularity</a:t>
              </a:r>
              <a:endParaRPr lang="en-GB" sz="2300" b="1" dirty="0"/>
            </a:p>
          </p:txBody>
        </p:sp>
        <p:sp>
          <p:nvSpPr>
            <p:cNvPr id="28" name="TextBox 27">
              <a:extLst>
                <a:ext uri="{FF2B5EF4-FFF2-40B4-BE49-F238E27FC236}">
                  <a16:creationId xmlns:a16="http://schemas.microsoft.com/office/drawing/2014/main" id="{C994C1C5-3724-E19D-1065-157B7937D5B1}"/>
                </a:ext>
              </a:extLst>
            </p:cNvPr>
            <p:cNvSpPr txBox="1"/>
            <p:nvPr/>
          </p:nvSpPr>
          <p:spPr>
            <a:xfrm>
              <a:off x="4392009" y="2969966"/>
              <a:ext cx="3277861" cy="1138773"/>
            </a:xfrm>
            <a:prstGeom prst="rect">
              <a:avLst/>
            </a:prstGeom>
            <a:noFill/>
          </p:spPr>
          <p:txBody>
            <a:bodyPr wrap="square" rtlCol="0">
              <a:spAutoFit/>
            </a:bodyPr>
            <a:lstStyle/>
            <a:p>
              <a:r>
                <a:rPr lang="en-US" sz="1700" dirty="0"/>
                <a:t>The framework allows to make comparisons of different configurations at the </a:t>
              </a:r>
              <a:r>
                <a:rPr lang="en-US" sz="1700" b="1" dirty="0"/>
                <a:t>method level</a:t>
              </a:r>
              <a:r>
                <a:rPr lang="en-US" sz="1700" dirty="0"/>
                <a:t>.</a:t>
              </a:r>
            </a:p>
          </p:txBody>
        </p:sp>
      </p:grpSp>
      <p:grpSp>
        <p:nvGrpSpPr>
          <p:cNvPr id="53" name="Group 52">
            <a:extLst>
              <a:ext uri="{FF2B5EF4-FFF2-40B4-BE49-F238E27FC236}">
                <a16:creationId xmlns:a16="http://schemas.microsoft.com/office/drawing/2014/main" id="{53BDFDC1-6B4D-9601-1065-CD370E09A751}"/>
              </a:ext>
            </a:extLst>
          </p:cNvPr>
          <p:cNvGrpSpPr/>
          <p:nvPr/>
        </p:nvGrpSpPr>
        <p:grpSpPr>
          <a:xfrm>
            <a:off x="0" y="1361441"/>
            <a:ext cx="3942081" cy="5496558"/>
            <a:chOff x="0" y="1361441"/>
            <a:chExt cx="3942081" cy="5496558"/>
          </a:xfrm>
        </p:grpSpPr>
        <p:sp>
          <p:nvSpPr>
            <p:cNvPr id="19" name="Rectangle 18">
              <a:extLst>
                <a:ext uri="{FF2B5EF4-FFF2-40B4-BE49-F238E27FC236}">
                  <a16:creationId xmlns:a16="http://schemas.microsoft.com/office/drawing/2014/main" id="{F6E061BC-4440-B1AE-1CDF-5D79412208E8}"/>
                </a:ext>
              </a:extLst>
            </p:cNvPr>
            <p:cNvSpPr/>
            <p:nvPr/>
          </p:nvSpPr>
          <p:spPr>
            <a:xfrm>
              <a:off x="0" y="1361441"/>
              <a:ext cx="3942081" cy="5496558"/>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AEB47FF5-B0C7-A003-385B-77F7566C80D2}"/>
                </a:ext>
              </a:extLst>
            </p:cNvPr>
            <p:cNvSpPr txBox="1"/>
            <p:nvPr/>
          </p:nvSpPr>
          <p:spPr>
            <a:xfrm>
              <a:off x="243114" y="1912084"/>
              <a:ext cx="3246402" cy="800219"/>
            </a:xfrm>
            <a:prstGeom prst="rect">
              <a:avLst/>
            </a:prstGeom>
            <a:noFill/>
          </p:spPr>
          <p:txBody>
            <a:bodyPr wrap="none" rtlCol="0">
              <a:spAutoFit/>
            </a:bodyPr>
            <a:lstStyle/>
            <a:p>
              <a:r>
                <a:rPr lang="en-US" sz="2300" b="1" dirty="0"/>
                <a:t>Definitive Selections </a:t>
              </a:r>
            </a:p>
            <a:p>
              <a:r>
                <a:rPr lang="en-US" sz="2300" b="1" dirty="0"/>
                <a:t>and Trade-offs</a:t>
              </a:r>
              <a:endParaRPr lang="en-GB" sz="2300" b="1" dirty="0"/>
            </a:p>
          </p:txBody>
        </p:sp>
        <p:sp>
          <p:nvSpPr>
            <p:cNvPr id="29" name="TextBox 28">
              <a:extLst>
                <a:ext uri="{FF2B5EF4-FFF2-40B4-BE49-F238E27FC236}">
                  <a16:creationId xmlns:a16="http://schemas.microsoft.com/office/drawing/2014/main" id="{2232CEE3-FFBC-1EC6-2770-32D479CD384C}"/>
                </a:ext>
              </a:extLst>
            </p:cNvPr>
            <p:cNvSpPr txBox="1"/>
            <p:nvPr/>
          </p:nvSpPr>
          <p:spPr>
            <a:xfrm>
              <a:off x="243114" y="2969966"/>
              <a:ext cx="3395435" cy="2523768"/>
            </a:xfrm>
            <a:prstGeom prst="rect">
              <a:avLst/>
            </a:prstGeom>
            <a:noFill/>
          </p:spPr>
          <p:txBody>
            <a:bodyPr wrap="square" rtlCol="0">
              <a:spAutoFit/>
            </a:bodyPr>
            <a:lstStyle/>
            <a:p>
              <a:r>
                <a:rPr lang="en-US" sz="1700" dirty="0"/>
                <a:t>The framework supports developers in the </a:t>
              </a:r>
              <a:r>
                <a:rPr lang="en-US" sz="1700" b="1" dirty="0"/>
                <a:t>decision-making process</a:t>
              </a:r>
              <a:r>
                <a:rPr lang="en-US" sz="1700" dirty="0"/>
                <a:t>. </a:t>
              </a:r>
            </a:p>
            <a:p>
              <a:endParaRPr lang="en-US" sz="1100" dirty="0"/>
            </a:p>
            <a:p>
              <a:r>
                <a:rPr lang="en-US" sz="1700" dirty="0"/>
                <a:t>Some </a:t>
              </a:r>
              <a:r>
                <a:rPr lang="en-US" sz="1700" dirty="0" err="1"/>
                <a:t>behaviours</a:t>
              </a:r>
              <a:r>
                <a:rPr lang="en-US" sz="1700" dirty="0"/>
                <a:t> are </a:t>
              </a:r>
              <a:r>
                <a:rPr lang="en-US" sz="1700" b="1" dirty="0"/>
                <a:t>consistently</a:t>
              </a:r>
              <a:r>
                <a:rPr lang="en-US" sz="1700" dirty="0"/>
                <a:t> more performant. </a:t>
              </a:r>
            </a:p>
            <a:p>
              <a:endParaRPr lang="en-US" sz="1100" dirty="0"/>
            </a:p>
            <a:p>
              <a:r>
                <a:rPr lang="en-US" sz="1700" dirty="0"/>
                <a:t>Others reveal </a:t>
              </a:r>
              <a:r>
                <a:rPr lang="en-US" sz="1700" b="1" dirty="0"/>
                <a:t>trade-offs </a:t>
              </a:r>
              <a:r>
                <a:rPr lang="en-US" sz="1700" dirty="0"/>
                <a:t>that must be </a:t>
              </a:r>
              <a:r>
                <a:rPr lang="en-US" sz="1700" dirty="0" err="1"/>
                <a:t>analysed</a:t>
              </a:r>
              <a:r>
                <a:rPr lang="en-US" sz="1700" dirty="0"/>
                <a:t> to make a thoughtful choice.</a:t>
              </a:r>
              <a:endParaRPr lang="en-GB" sz="1700" dirty="0"/>
            </a:p>
          </p:txBody>
        </p:sp>
      </p:grpSp>
      <p:grpSp>
        <p:nvGrpSpPr>
          <p:cNvPr id="57" name="Group 56">
            <a:extLst>
              <a:ext uri="{FF2B5EF4-FFF2-40B4-BE49-F238E27FC236}">
                <a16:creationId xmlns:a16="http://schemas.microsoft.com/office/drawing/2014/main" id="{F9C712E9-ED44-A642-FC50-40A9365569EA}"/>
              </a:ext>
            </a:extLst>
          </p:cNvPr>
          <p:cNvGrpSpPr/>
          <p:nvPr/>
        </p:nvGrpSpPr>
        <p:grpSpPr>
          <a:xfrm>
            <a:off x="8100060" y="1361440"/>
            <a:ext cx="4091940" cy="5496557"/>
            <a:chOff x="8100060" y="1361439"/>
            <a:chExt cx="4091940" cy="5496557"/>
          </a:xfrm>
        </p:grpSpPr>
        <p:sp>
          <p:nvSpPr>
            <p:cNvPr id="21" name="Rectangle 20">
              <a:extLst>
                <a:ext uri="{FF2B5EF4-FFF2-40B4-BE49-F238E27FC236}">
                  <a16:creationId xmlns:a16="http://schemas.microsoft.com/office/drawing/2014/main" id="{950D5D18-B148-A858-ECD6-631B455F7FFE}"/>
                </a:ext>
              </a:extLst>
            </p:cNvPr>
            <p:cNvSpPr/>
            <p:nvPr/>
          </p:nvSpPr>
          <p:spPr>
            <a:xfrm>
              <a:off x="8100060" y="1361439"/>
              <a:ext cx="4091940" cy="5496557"/>
            </a:xfrm>
            <a:prstGeom prst="rect">
              <a:avLst/>
            </a:prstGeom>
            <a:solidFill>
              <a:srgbClr val="B7BFCA">
                <a:alpha val="74902"/>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2700BB7B-9BFF-E94D-3D4E-B46FB59823F5}"/>
                </a:ext>
              </a:extLst>
            </p:cNvPr>
            <p:cNvSpPr txBox="1"/>
            <p:nvPr/>
          </p:nvSpPr>
          <p:spPr>
            <a:xfrm>
              <a:off x="8403592" y="2089055"/>
              <a:ext cx="3379451" cy="446276"/>
            </a:xfrm>
            <a:prstGeom prst="rect">
              <a:avLst/>
            </a:prstGeom>
            <a:noFill/>
          </p:spPr>
          <p:txBody>
            <a:bodyPr wrap="none" rtlCol="0">
              <a:spAutoFit/>
            </a:bodyPr>
            <a:lstStyle/>
            <a:p>
              <a:r>
                <a:rPr lang="en-US" sz="2300" b="1" dirty="0"/>
                <a:t>Operational Simplicity</a:t>
              </a:r>
              <a:endParaRPr lang="en-GB" sz="2300" b="1" dirty="0"/>
            </a:p>
          </p:txBody>
        </p:sp>
        <p:sp>
          <p:nvSpPr>
            <p:cNvPr id="31" name="TextBox 30">
              <a:extLst>
                <a:ext uri="{FF2B5EF4-FFF2-40B4-BE49-F238E27FC236}">
                  <a16:creationId xmlns:a16="http://schemas.microsoft.com/office/drawing/2014/main" id="{57C22A30-B371-5631-A075-CC8B9EE6FAD1}"/>
                </a:ext>
              </a:extLst>
            </p:cNvPr>
            <p:cNvSpPr txBox="1"/>
            <p:nvPr/>
          </p:nvSpPr>
          <p:spPr>
            <a:xfrm>
              <a:off x="8403592" y="2969966"/>
              <a:ext cx="3381368" cy="2108269"/>
            </a:xfrm>
            <a:prstGeom prst="rect">
              <a:avLst/>
            </a:prstGeom>
            <a:noFill/>
          </p:spPr>
          <p:txBody>
            <a:bodyPr wrap="square" rtlCol="0">
              <a:spAutoFit/>
            </a:bodyPr>
            <a:lstStyle/>
            <a:p>
              <a:r>
                <a:rPr lang="en-US" sz="1700" dirty="0"/>
                <a:t>Compared to traditional A/B/n testing, the operational complexity is </a:t>
              </a:r>
              <a:r>
                <a:rPr lang="en-US" sz="1700" b="1" dirty="0"/>
                <a:t>reduced.</a:t>
              </a:r>
            </a:p>
            <a:p>
              <a:endParaRPr lang="en-US" sz="1100" b="1" dirty="0"/>
            </a:p>
            <a:p>
              <a:r>
                <a:rPr lang="en-US" sz="1700" dirty="0"/>
                <a:t>There is </a:t>
              </a:r>
              <a:r>
                <a:rPr lang="en-US" sz="1700" b="1" dirty="0"/>
                <a:t>no need</a:t>
              </a:r>
              <a:r>
                <a:rPr lang="en-US" sz="1700" dirty="0"/>
                <a:t> to manage multiple deployed versions of the same service and split user traffic.</a:t>
              </a:r>
              <a:endParaRPr lang="en-GB" sz="1700" dirty="0"/>
            </a:p>
          </p:txBody>
        </p:sp>
      </p:grpSp>
      <p:sp>
        <p:nvSpPr>
          <p:cNvPr id="6" name="Position Fluo">
            <a:extLst>
              <a:ext uri="{FF2B5EF4-FFF2-40B4-BE49-F238E27FC236}">
                <a16:creationId xmlns:a16="http://schemas.microsoft.com/office/drawing/2014/main" id="{1635D11D-064C-3D99-ACB0-B290681F5783}"/>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8" name="Group 7">
            <a:extLst>
              <a:ext uri="{FF2B5EF4-FFF2-40B4-BE49-F238E27FC236}">
                <a16:creationId xmlns:a16="http://schemas.microsoft.com/office/drawing/2014/main" id="{1ED86142-B9FA-90F4-2B9D-37499116898D}"/>
              </a:ext>
            </a:extLst>
          </p:cNvPr>
          <p:cNvGrpSpPr/>
          <p:nvPr/>
        </p:nvGrpSpPr>
        <p:grpSpPr>
          <a:xfrm>
            <a:off x="10278334" y="0"/>
            <a:ext cx="987657" cy="297132"/>
            <a:chOff x="10278334" y="0"/>
            <a:chExt cx="987657" cy="297132"/>
          </a:xfrm>
        </p:grpSpPr>
        <p:grpSp>
          <p:nvGrpSpPr>
            <p:cNvPr id="9" name="Group 8">
              <a:extLst>
                <a:ext uri="{FF2B5EF4-FFF2-40B4-BE49-F238E27FC236}">
                  <a16:creationId xmlns:a16="http://schemas.microsoft.com/office/drawing/2014/main" id="{BB950D2C-5BC1-3827-59B3-330B45C75319}"/>
                </a:ext>
              </a:extLst>
            </p:cNvPr>
            <p:cNvGrpSpPr/>
            <p:nvPr/>
          </p:nvGrpSpPr>
          <p:grpSpPr>
            <a:xfrm>
              <a:off x="10278334" y="0"/>
              <a:ext cx="336385" cy="294592"/>
              <a:chOff x="10278334" y="0"/>
              <a:chExt cx="336385" cy="294592"/>
            </a:xfrm>
          </p:grpSpPr>
          <p:sp>
            <p:nvSpPr>
              <p:cNvPr id="26" name="Rectangle 25">
                <a:extLst>
                  <a:ext uri="{FF2B5EF4-FFF2-40B4-BE49-F238E27FC236}">
                    <a16:creationId xmlns:a16="http://schemas.microsoft.com/office/drawing/2014/main" id="{27DDAB81-0A7A-5818-E6F5-661A44E46B4C}"/>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93A527D0-A7DB-8F49-BAE4-6907453E2629}"/>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09846DB2-E543-3790-4E70-6B2A32879015}"/>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10" name="Group 9">
              <a:extLst>
                <a:ext uri="{FF2B5EF4-FFF2-40B4-BE49-F238E27FC236}">
                  <a16:creationId xmlns:a16="http://schemas.microsoft.com/office/drawing/2014/main" id="{DB99E3BF-3318-97E7-5094-80C16B164DA0}"/>
                </a:ext>
              </a:extLst>
            </p:cNvPr>
            <p:cNvGrpSpPr/>
            <p:nvPr/>
          </p:nvGrpSpPr>
          <p:grpSpPr>
            <a:xfrm>
              <a:off x="10605240" y="0"/>
              <a:ext cx="336385" cy="297132"/>
              <a:chOff x="10289176" y="0"/>
              <a:chExt cx="336385" cy="297132"/>
            </a:xfrm>
          </p:grpSpPr>
          <p:sp>
            <p:nvSpPr>
              <p:cNvPr id="16" name="Rectangle 15">
                <a:extLst>
                  <a:ext uri="{FF2B5EF4-FFF2-40B4-BE49-F238E27FC236}">
                    <a16:creationId xmlns:a16="http://schemas.microsoft.com/office/drawing/2014/main" id="{47F44DB0-2F36-976C-EF60-16BEBDC94167}"/>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 name="Group 16">
                <a:extLst>
                  <a:ext uri="{FF2B5EF4-FFF2-40B4-BE49-F238E27FC236}">
                    <a16:creationId xmlns:a16="http://schemas.microsoft.com/office/drawing/2014/main" id="{CA8F2A4C-E641-750A-04D8-D6FC3B86002C}"/>
                  </a:ext>
                </a:extLst>
              </p:cNvPr>
              <p:cNvGrpSpPr/>
              <p:nvPr/>
            </p:nvGrpSpPr>
            <p:grpSpPr>
              <a:xfrm>
                <a:off x="10289176" y="81688"/>
                <a:ext cx="336385" cy="215444"/>
                <a:chOff x="5178425" y="855322"/>
                <a:chExt cx="336385" cy="215444"/>
              </a:xfrm>
            </p:grpSpPr>
            <p:sp>
              <p:nvSpPr>
                <p:cNvPr id="18" name="Oval 17">
                  <a:extLst>
                    <a:ext uri="{FF2B5EF4-FFF2-40B4-BE49-F238E27FC236}">
                      <a16:creationId xmlns:a16="http://schemas.microsoft.com/office/drawing/2014/main" id="{205E9983-1495-5502-D034-3FB42CBBE7D4}"/>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7F407F78-6C58-C5B9-A3B7-95E52EE5F14C}"/>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11" name="Group 10">
              <a:extLst>
                <a:ext uri="{FF2B5EF4-FFF2-40B4-BE49-F238E27FC236}">
                  <a16:creationId xmlns:a16="http://schemas.microsoft.com/office/drawing/2014/main" id="{F551F814-63AF-350E-1B05-7BD55108DC1A}"/>
                </a:ext>
              </a:extLst>
            </p:cNvPr>
            <p:cNvGrpSpPr/>
            <p:nvPr/>
          </p:nvGrpSpPr>
          <p:grpSpPr>
            <a:xfrm>
              <a:off x="10929606" y="0"/>
              <a:ext cx="336385" cy="297132"/>
              <a:chOff x="10880361" y="0"/>
              <a:chExt cx="336385" cy="297132"/>
            </a:xfrm>
          </p:grpSpPr>
          <p:sp>
            <p:nvSpPr>
              <p:cNvPr id="12" name="Rectangle 11">
                <a:extLst>
                  <a:ext uri="{FF2B5EF4-FFF2-40B4-BE49-F238E27FC236}">
                    <a16:creationId xmlns:a16="http://schemas.microsoft.com/office/drawing/2014/main" id="{F8776531-C745-0C70-2096-37791A4099FF}"/>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092588A8-079B-A540-CEA8-37963B4B47C7}"/>
                  </a:ext>
                </a:extLst>
              </p:cNvPr>
              <p:cNvGrpSpPr/>
              <p:nvPr/>
            </p:nvGrpSpPr>
            <p:grpSpPr>
              <a:xfrm>
                <a:off x="10880361" y="81688"/>
                <a:ext cx="336385" cy="215444"/>
                <a:chOff x="5180965" y="851650"/>
                <a:chExt cx="336385" cy="215444"/>
              </a:xfrm>
            </p:grpSpPr>
            <p:sp>
              <p:nvSpPr>
                <p:cNvPr id="14" name="Oval 13">
                  <a:extLst>
                    <a:ext uri="{FF2B5EF4-FFF2-40B4-BE49-F238E27FC236}">
                      <a16:creationId xmlns:a16="http://schemas.microsoft.com/office/drawing/2014/main" id="{7734C3F6-1836-C30A-C817-8333FE6BB0C6}"/>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8066A90-9F7A-31BC-D10A-4B68E66420B1}"/>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
        <p:nvSpPr>
          <p:cNvPr id="7" name="TextBox 6">
            <a:extLst>
              <a:ext uri="{FF2B5EF4-FFF2-40B4-BE49-F238E27FC236}">
                <a16:creationId xmlns:a16="http://schemas.microsoft.com/office/drawing/2014/main" id="{ADD5C36F-ACC1-7A4A-6083-BBD32AAFDA20}"/>
              </a:ext>
            </a:extLst>
          </p:cNvPr>
          <p:cNvSpPr txBox="1"/>
          <p:nvPr/>
        </p:nvSpPr>
        <p:spPr>
          <a:xfrm>
            <a:off x="334962" y="-4866577"/>
            <a:ext cx="11105197" cy="464807"/>
          </a:xfrm>
          <a:prstGeom prst="rect">
            <a:avLst/>
          </a:prstGeom>
          <a:noFill/>
        </p:spPr>
        <p:txBody>
          <a:bodyPr wrap="square" rtlCol="0">
            <a:spAutoFit/>
          </a:bodyPr>
          <a:lstStyle/>
          <a:p>
            <a:pPr>
              <a:lnSpc>
                <a:spcPct val="150000"/>
              </a:lnSpc>
            </a:pPr>
            <a:r>
              <a:rPr lang="en-US" dirty="0"/>
              <a:t>What are the </a:t>
            </a:r>
            <a:r>
              <a:rPr lang="en-US" b="1" dirty="0"/>
              <a:t>advantages</a:t>
            </a:r>
            <a:r>
              <a:rPr lang="en-US" dirty="0"/>
              <a:t> of this A/B/n testing pipeline compared to traditional approaches?</a:t>
            </a:r>
            <a:endParaRPr lang="en-GB" dirty="0"/>
          </a:p>
        </p:txBody>
      </p:sp>
    </p:spTree>
    <p:extLst>
      <p:ext uri="{BB962C8B-B14F-4D97-AF65-F5344CB8AC3E}">
        <p14:creationId xmlns:p14="http://schemas.microsoft.com/office/powerpoint/2010/main" val="4235770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39A48-CB52-973D-AEB5-91D57EA080C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1E36107-EF11-5D3C-2D39-A012AD483D48}"/>
              </a:ext>
            </a:extLst>
          </p:cNvPr>
          <p:cNvSpPr>
            <a:spLocks noGrp="1"/>
          </p:cNvSpPr>
          <p:nvPr>
            <p:ph type="title"/>
          </p:nvPr>
        </p:nvSpPr>
        <p:spPr>
          <a:xfrm>
            <a:off x="5835192" y="812652"/>
            <a:ext cx="6021846" cy="840083"/>
          </a:xfrm>
        </p:spPr>
        <p:txBody>
          <a:bodyPr anchor="t">
            <a:normAutofit/>
          </a:bodyPr>
          <a:lstStyle/>
          <a:p>
            <a:r>
              <a:rPr lang="en-GB" noProof="0" err="1"/>
              <a:t>Jornadas</a:t>
            </a:r>
            <a:r>
              <a:rPr lang="en-GB" noProof="0"/>
              <a:t> </a:t>
            </a:r>
            <a:r>
              <a:rPr lang="en-GB" noProof="0" err="1"/>
              <a:t>Sistedes</a:t>
            </a:r>
            <a:r>
              <a:rPr lang="en-GB" noProof="0"/>
              <a:t> – Cordoba 2025</a:t>
            </a:r>
          </a:p>
        </p:txBody>
      </p:sp>
      <p:sp>
        <p:nvSpPr>
          <p:cNvPr id="3" name="Segnaposto data 2">
            <a:extLst>
              <a:ext uri="{FF2B5EF4-FFF2-40B4-BE49-F238E27FC236}">
                <a16:creationId xmlns:a16="http://schemas.microsoft.com/office/drawing/2014/main" id="{7FA48E4B-2C5C-505B-91D4-A92574C12839}"/>
              </a:ext>
            </a:extLst>
          </p:cNvPr>
          <p:cNvSpPr>
            <a:spLocks noGrp="1"/>
          </p:cNvSpPr>
          <p:nvPr>
            <p:ph type="dt" sz="half" idx="10"/>
          </p:nvPr>
        </p:nvSpPr>
        <p:spPr>
          <a:xfrm>
            <a:off x="334964" y="39688"/>
            <a:ext cx="2383298" cy="365125"/>
          </a:xfrm>
        </p:spPr>
        <p:txBody>
          <a:bodyPr anchor="b">
            <a:normAutofit/>
          </a:bodyPr>
          <a:lstStyle/>
          <a:p>
            <a:pPr>
              <a:spcAft>
                <a:spcPts val="600"/>
              </a:spcAft>
            </a:pPr>
            <a:r>
              <a:rPr lang="en-GB" noProof="0"/>
              <a:t>POLITECNICO DI MILANO</a:t>
            </a:r>
          </a:p>
        </p:txBody>
      </p:sp>
      <p:sp>
        <p:nvSpPr>
          <p:cNvPr id="4" name="Segnaposto piè di pagina 3">
            <a:extLst>
              <a:ext uri="{FF2B5EF4-FFF2-40B4-BE49-F238E27FC236}">
                <a16:creationId xmlns:a16="http://schemas.microsoft.com/office/drawing/2014/main" id="{4B250A46-5FB5-E318-9B41-FC85161F6743}"/>
              </a:ext>
            </a:extLst>
          </p:cNvPr>
          <p:cNvSpPr>
            <a:spLocks noGrp="1"/>
          </p:cNvSpPr>
          <p:nvPr>
            <p:ph type="ftr" sz="quarter" idx="11"/>
          </p:nvPr>
        </p:nvSpPr>
        <p:spPr>
          <a:xfrm>
            <a:off x="3216274" y="39688"/>
            <a:ext cx="7598263" cy="365125"/>
          </a:xfrm>
        </p:spPr>
        <p:txBody>
          <a:bodyPr anchor="b">
            <a:normAutofit/>
          </a:bodyPr>
          <a:lstStyle/>
          <a:p>
            <a:pPr>
              <a:spcAft>
                <a:spcPts val="600"/>
              </a:spcAft>
            </a:pPr>
            <a:r>
              <a:rPr lang="en-GB" noProof="0"/>
              <a:t>Marionette: Runtime Behavioural Configuration and A/B/n Testing for Microservices Systems 2025 / Prof. Matteo Camilli</a:t>
            </a:r>
          </a:p>
        </p:txBody>
      </p:sp>
      <p:sp>
        <p:nvSpPr>
          <p:cNvPr id="5" name="Segnaposto numero diapositiva 4">
            <a:extLst>
              <a:ext uri="{FF2B5EF4-FFF2-40B4-BE49-F238E27FC236}">
                <a16:creationId xmlns:a16="http://schemas.microsoft.com/office/drawing/2014/main" id="{96307B37-0C9A-C45F-CE07-497697BC1A3A}"/>
              </a:ext>
            </a:extLst>
          </p:cNvPr>
          <p:cNvSpPr>
            <a:spLocks noGrp="1"/>
          </p:cNvSpPr>
          <p:nvPr>
            <p:ph type="sldNum" sz="quarter" idx="12"/>
          </p:nvPr>
        </p:nvSpPr>
        <p:spPr>
          <a:xfrm>
            <a:off x="10814538" y="39688"/>
            <a:ext cx="1042500" cy="365125"/>
          </a:xfrm>
        </p:spPr>
        <p:txBody>
          <a:bodyPr anchor="b">
            <a:normAutofit/>
          </a:bodyPr>
          <a:lstStyle/>
          <a:p>
            <a:pPr>
              <a:spcAft>
                <a:spcPts val="600"/>
              </a:spcAft>
            </a:pPr>
            <a:fld id="{3135EEA2-8D42-4D46-95A6-66E65FDC5EB1}" type="slidenum">
              <a:rPr lang="en-GB" noProof="0" smtClean="0"/>
              <a:pPr>
                <a:spcAft>
                  <a:spcPts val="600"/>
                </a:spcAft>
              </a:pPr>
              <a:t>33</a:t>
            </a:fld>
            <a:endParaRPr lang="en-GB" noProof="0"/>
          </a:p>
        </p:txBody>
      </p:sp>
      <p:sp>
        <p:nvSpPr>
          <p:cNvPr id="14" name="Text Placeholder 6">
            <a:extLst>
              <a:ext uri="{FF2B5EF4-FFF2-40B4-BE49-F238E27FC236}">
                <a16:creationId xmlns:a16="http://schemas.microsoft.com/office/drawing/2014/main" id="{EBB12E8F-4CA2-313C-9E02-020A12517437}"/>
              </a:ext>
            </a:extLst>
          </p:cNvPr>
          <p:cNvSpPr>
            <a:spLocks noGrp="1"/>
          </p:cNvSpPr>
          <p:nvPr>
            <p:ph type="body" sz="quarter" idx="14"/>
          </p:nvPr>
        </p:nvSpPr>
        <p:spPr>
          <a:xfrm>
            <a:off x="5835192" y="2060575"/>
            <a:ext cx="6021846" cy="4429125"/>
          </a:xfrm>
        </p:spPr>
        <p:txBody>
          <a:bodyPr/>
          <a:lstStyle/>
          <a:p>
            <a:r>
              <a:rPr lang="en-GB" sz="1800" noProof="0"/>
              <a:t>This thesis was presented in the form of a </a:t>
            </a:r>
            <a:r>
              <a:rPr lang="en-GB" sz="1800" b="1" noProof="0"/>
              <a:t>poster </a:t>
            </a:r>
            <a:r>
              <a:rPr lang="en-GB" sz="1800" noProof="0"/>
              <a:t>at a national </a:t>
            </a:r>
            <a:r>
              <a:rPr lang="en-GB" sz="1800" b="1" noProof="0"/>
              <a:t>software engineering conference </a:t>
            </a:r>
            <a:r>
              <a:rPr lang="en-GB" sz="1800" noProof="0"/>
              <a:t>in Spain called </a:t>
            </a:r>
            <a:r>
              <a:rPr lang="en-GB" sz="1800" i="1" noProof="0" err="1"/>
              <a:t>Jornadas</a:t>
            </a:r>
            <a:r>
              <a:rPr lang="en-GB" sz="1800" i="1" noProof="0"/>
              <a:t> </a:t>
            </a:r>
            <a:r>
              <a:rPr lang="en-GB" sz="1800" i="1" noProof="0" err="1"/>
              <a:t>Sistedes</a:t>
            </a:r>
            <a:r>
              <a:rPr lang="en-GB" sz="1800" i="1" noProof="0"/>
              <a:t>.</a:t>
            </a:r>
          </a:p>
          <a:p>
            <a:endParaRPr lang="en-GB" sz="1800" i="1" noProof="0"/>
          </a:p>
          <a:p>
            <a:r>
              <a:rPr lang="en-GB" sz="1800" noProof="0"/>
              <a:t>It was an opportunity to discuss the project with </a:t>
            </a:r>
            <a:r>
              <a:rPr lang="en-GB" sz="1800" b="1" noProof="0"/>
              <a:t>researchers</a:t>
            </a:r>
            <a:r>
              <a:rPr lang="en-GB" sz="1800" noProof="0"/>
              <a:t> and </a:t>
            </a:r>
            <a:r>
              <a:rPr lang="en-GB" sz="1800" b="1" noProof="0"/>
              <a:t>experts</a:t>
            </a:r>
            <a:r>
              <a:rPr lang="en-GB" sz="1800" noProof="0"/>
              <a:t> in the field.</a:t>
            </a:r>
          </a:p>
        </p:txBody>
      </p:sp>
      <p:pic>
        <p:nvPicPr>
          <p:cNvPr id="13" name="Picture 12" descr="A close-up of a poster&#10;&#10;AI-generated content may be incorrect.">
            <a:extLst>
              <a:ext uri="{FF2B5EF4-FFF2-40B4-BE49-F238E27FC236}">
                <a16:creationId xmlns:a16="http://schemas.microsoft.com/office/drawing/2014/main" id="{E87B69AB-CA9A-6800-814C-A8643D086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948" y="944880"/>
            <a:ext cx="3851595" cy="5445760"/>
          </a:xfrm>
          <a:prstGeom prst="rect">
            <a:avLst/>
          </a:prstGeom>
          <a:ln>
            <a:noFill/>
          </a:ln>
          <a:effectLst>
            <a:outerShdw blurRad="63500" sx="103000" sy="103000" algn="ctr" rotWithShape="0">
              <a:prstClr val="black">
                <a:alpha val="30000"/>
              </a:prstClr>
            </a:outerShdw>
          </a:effectLst>
        </p:spPr>
      </p:pic>
      <p:sp>
        <p:nvSpPr>
          <p:cNvPr id="29" name="Position Fluo">
            <a:extLst>
              <a:ext uri="{FF2B5EF4-FFF2-40B4-BE49-F238E27FC236}">
                <a16:creationId xmlns:a16="http://schemas.microsoft.com/office/drawing/2014/main" id="{6BDB164F-392D-8A17-81B5-965B9E0CAEA5}"/>
              </a:ext>
            </a:extLst>
          </p:cNvPr>
          <p:cNvSpPr>
            <a:spLocks noChangeAspect="1"/>
          </p:cNvSpPr>
          <p:nvPr/>
        </p:nvSpPr>
        <p:spPr>
          <a:xfrm>
            <a:off x="10991953" y="91938"/>
            <a:ext cx="169544" cy="169544"/>
          </a:xfrm>
          <a:prstGeom prst="ellipse">
            <a:avLst/>
          </a:prstGeom>
          <a:solidFill>
            <a:schemeClr val="tx2">
              <a:lumMod val="25000"/>
              <a:lumOff val="75000"/>
            </a:schemeClr>
          </a:solidFill>
          <a:ln>
            <a:noFill/>
          </a:ln>
          <a:effectLst>
            <a:glow rad="152400">
              <a:schemeClr val="tx2">
                <a:lumMod val="25000"/>
                <a:lumOff val="75000"/>
                <a:alpha val="4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30" name="Group 29">
            <a:extLst>
              <a:ext uri="{FF2B5EF4-FFF2-40B4-BE49-F238E27FC236}">
                <a16:creationId xmlns:a16="http://schemas.microsoft.com/office/drawing/2014/main" id="{8E2822E4-A03D-90A6-E9D1-7BB86376200E}"/>
              </a:ext>
            </a:extLst>
          </p:cNvPr>
          <p:cNvGrpSpPr/>
          <p:nvPr/>
        </p:nvGrpSpPr>
        <p:grpSpPr>
          <a:xfrm>
            <a:off x="10278334" y="0"/>
            <a:ext cx="987657" cy="297132"/>
            <a:chOff x="10278334" y="0"/>
            <a:chExt cx="987657" cy="297132"/>
          </a:xfrm>
        </p:grpSpPr>
        <p:grpSp>
          <p:nvGrpSpPr>
            <p:cNvPr id="31" name="Group 30">
              <a:extLst>
                <a:ext uri="{FF2B5EF4-FFF2-40B4-BE49-F238E27FC236}">
                  <a16:creationId xmlns:a16="http://schemas.microsoft.com/office/drawing/2014/main" id="{555F178F-921E-A45D-3127-4C521825564A}"/>
                </a:ext>
              </a:extLst>
            </p:cNvPr>
            <p:cNvGrpSpPr/>
            <p:nvPr/>
          </p:nvGrpSpPr>
          <p:grpSpPr>
            <a:xfrm>
              <a:off x="10278334" y="0"/>
              <a:ext cx="336385" cy="294592"/>
              <a:chOff x="10278334" y="0"/>
              <a:chExt cx="336385" cy="294592"/>
            </a:xfrm>
          </p:grpSpPr>
          <p:sp>
            <p:nvSpPr>
              <p:cNvPr id="42" name="Rectangle 41">
                <a:extLst>
                  <a:ext uri="{FF2B5EF4-FFF2-40B4-BE49-F238E27FC236}">
                    <a16:creationId xmlns:a16="http://schemas.microsoft.com/office/drawing/2014/main" id="{E435A085-6496-0076-0876-990191D27D56}"/>
                  </a:ext>
                </a:extLst>
              </p:cNvPr>
              <p:cNvSpPr/>
              <p:nvPr/>
            </p:nvSpPr>
            <p:spPr>
              <a:xfrm>
                <a:off x="10302639"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68B8F183-3280-21D3-BCED-9E51A58BFC0A}"/>
                  </a:ext>
                </a:extLst>
              </p:cNvPr>
              <p:cNvSpPr/>
              <p:nvPr/>
            </p:nvSpPr>
            <p:spPr>
              <a:xfrm>
                <a:off x="10331554" y="91938"/>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89BEF533-50FB-FFF5-11B4-31EABE7CBA3A}"/>
                  </a:ext>
                </a:extLst>
              </p:cNvPr>
              <p:cNvSpPr txBox="1"/>
              <p:nvPr/>
            </p:nvSpPr>
            <p:spPr>
              <a:xfrm>
                <a:off x="10278334" y="79148"/>
                <a:ext cx="336385" cy="215444"/>
              </a:xfrm>
              <a:prstGeom prst="rect">
                <a:avLst/>
              </a:prstGeom>
              <a:noFill/>
            </p:spPr>
            <p:txBody>
              <a:bodyPr wrap="square" rtlCol="0">
                <a:spAutoFit/>
              </a:bodyPr>
              <a:lstStyle/>
              <a:p>
                <a:r>
                  <a:rPr lang="en-US" sz="800" dirty="0">
                    <a:solidFill>
                      <a:schemeClr val="tx2"/>
                    </a:solidFill>
                  </a:rPr>
                  <a:t>01</a:t>
                </a:r>
                <a:endParaRPr lang="en-GB" sz="800" dirty="0">
                  <a:solidFill>
                    <a:schemeClr val="tx2"/>
                  </a:solidFill>
                </a:endParaRPr>
              </a:p>
            </p:txBody>
          </p:sp>
        </p:grpSp>
        <p:grpSp>
          <p:nvGrpSpPr>
            <p:cNvPr id="32" name="Group 31">
              <a:extLst>
                <a:ext uri="{FF2B5EF4-FFF2-40B4-BE49-F238E27FC236}">
                  <a16:creationId xmlns:a16="http://schemas.microsoft.com/office/drawing/2014/main" id="{53B04293-7E4A-73FA-B4DD-28FDBA65A60A}"/>
                </a:ext>
              </a:extLst>
            </p:cNvPr>
            <p:cNvGrpSpPr/>
            <p:nvPr/>
          </p:nvGrpSpPr>
          <p:grpSpPr>
            <a:xfrm>
              <a:off x="10605240" y="0"/>
              <a:ext cx="336385" cy="297132"/>
              <a:chOff x="10289176" y="0"/>
              <a:chExt cx="336385" cy="297132"/>
            </a:xfrm>
          </p:grpSpPr>
          <p:sp>
            <p:nvSpPr>
              <p:cNvPr id="38" name="Rectangle 37">
                <a:extLst>
                  <a:ext uri="{FF2B5EF4-FFF2-40B4-BE49-F238E27FC236}">
                    <a16:creationId xmlns:a16="http://schemas.microsoft.com/office/drawing/2014/main" id="{B0774BC5-801D-E67F-17E1-D0E24DADE7C4}"/>
                  </a:ext>
                </a:extLst>
              </p:cNvPr>
              <p:cNvSpPr/>
              <p:nvPr/>
            </p:nvSpPr>
            <p:spPr>
              <a:xfrm>
                <a:off x="103252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oup 38">
                <a:extLst>
                  <a:ext uri="{FF2B5EF4-FFF2-40B4-BE49-F238E27FC236}">
                    <a16:creationId xmlns:a16="http://schemas.microsoft.com/office/drawing/2014/main" id="{7B8044E7-EBED-DD54-EC0A-CF03CBEC7B3E}"/>
                  </a:ext>
                </a:extLst>
              </p:cNvPr>
              <p:cNvGrpSpPr/>
              <p:nvPr/>
            </p:nvGrpSpPr>
            <p:grpSpPr>
              <a:xfrm>
                <a:off x="10289176" y="81688"/>
                <a:ext cx="336385" cy="215444"/>
                <a:chOff x="5178425" y="855322"/>
                <a:chExt cx="336385" cy="215444"/>
              </a:xfrm>
            </p:grpSpPr>
            <p:sp>
              <p:nvSpPr>
                <p:cNvPr id="40" name="Oval 39">
                  <a:extLst>
                    <a:ext uri="{FF2B5EF4-FFF2-40B4-BE49-F238E27FC236}">
                      <a16:creationId xmlns:a16="http://schemas.microsoft.com/office/drawing/2014/main" id="{763CA2EA-30FF-006D-3024-A6A558B2A4D9}"/>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5C868C7F-DB22-94D6-2329-C8CFC5659B3A}"/>
                    </a:ext>
                  </a:extLst>
                </p:cNvPr>
                <p:cNvSpPr txBox="1"/>
                <p:nvPr/>
              </p:nvSpPr>
              <p:spPr>
                <a:xfrm>
                  <a:off x="5178425" y="855322"/>
                  <a:ext cx="336385" cy="215444"/>
                </a:xfrm>
                <a:prstGeom prst="rect">
                  <a:avLst/>
                </a:prstGeom>
                <a:noFill/>
              </p:spPr>
              <p:txBody>
                <a:bodyPr wrap="square" rtlCol="0">
                  <a:spAutoFit/>
                </a:bodyPr>
                <a:lstStyle/>
                <a:p>
                  <a:r>
                    <a:rPr lang="en-US" sz="800" dirty="0">
                      <a:solidFill>
                        <a:schemeClr val="tx2"/>
                      </a:solidFill>
                    </a:rPr>
                    <a:t>02</a:t>
                  </a:r>
                  <a:endParaRPr lang="en-GB" sz="800" dirty="0">
                    <a:solidFill>
                      <a:schemeClr val="tx2"/>
                    </a:solidFill>
                  </a:endParaRPr>
                </a:p>
              </p:txBody>
            </p:sp>
          </p:grpSp>
        </p:grpSp>
        <p:grpSp>
          <p:nvGrpSpPr>
            <p:cNvPr id="33" name="Group 32">
              <a:extLst>
                <a:ext uri="{FF2B5EF4-FFF2-40B4-BE49-F238E27FC236}">
                  <a16:creationId xmlns:a16="http://schemas.microsoft.com/office/drawing/2014/main" id="{A21AA450-3893-2489-133C-2B5A9C5AC3E9}"/>
                </a:ext>
              </a:extLst>
            </p:cNvPr>
            <p:cNvGrpSpPr/>
            <p:nvPr/>
          </p:nvGrpSpPr>
          <p:grpSpPr>
            <a:xfrm>
              <a:off x="10929606" y="0"/>
              <a:ext cx="336385" cy="297132"/>
              <a:chOff x="10880361" y="0"/>
              <a:chExt cx="336385" cy="297132"/>
            </a:xfrm>
          </p:grpSpPr>
          <p:sp>
            <p:nvSpPr>
              <p:cNvPr id="34" name="Rectangle 33">
                <a:extLst>
                  <a:ext uri="{FF2B5EF4-FFF2-40B4-BE49-F238E27FC236}">
                    <a16:creationId xmlns:a16="http://schemas.microsoft.com/office/drawing/2014/main" id="{F45DF6F7-6C2C-A5F2-EB80-0A17583AF2E9}"/>
                  </a:ext>
                </a:extLst>
              </p:cNvPr>
              <p:cNvSpPr/>
              <p:nvPr/>
            </p:nvSpPr>
            <p:spPr>
              <a:xfrm>
                <a:off x="10909414" y="0"/>
                <a:ext cx="2312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a:extLst>
                  <a:ext uri="{FF2B5EF4-FFF2-40B4-BE49-F238E27FC236}">
                    <a16:creationId xmlns:a16="http://schemas.microsoft.com/office/drawing/2014/main" id="{1E151AD7-29A3-783B-CA3E-263704EDE0BE}"/>
                  </a:ext>
                </a:extLst>
              </p:cNvPr>
              <p:cNvGrpSpPr/>
              <p:nvPr/>
            </p:nvGrpSpPr>
            <p:grpSpPr>
              <a:xfrm>
                <a:off x="10880361" y="81688"/>
                <a:ext cx="336385" cy="215444"/>
                <a:chOff x="5180965" y="851650"/>
                <a:chExt cx="336385" cy="215444"/>
              </a:xfrm>
            </p:grpSpPr>
            <p:sp>
              <p:nvSpPr>
                <p:cNvPr id="36" name="Oval 35">
                  <a:extLst>
                    <a:ext uri="{FF2B5EF4-FFF2-40B4-BE49-F238E27FC236}">
                      <a16:creationId xmlns:a16="http://schemas.microsoft.com/office/drawing/2014/main" id="{29C3D6CB-5613-3D4D-5969-14CAA00C0871}"/>
                    </a:ext>
                  </a:extLst>
                </p:cNvPr>
                <p:cNvSpPr/>
                <p:nvPr/>
              </p:nvSpPr>
              <p:spPr>
                <a:xfrm>
                  <a:off x="5243710" y="870790"/>
                  <a:ext cx="169545" cy="169545"/>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B62A268C-A590-B341-B22B-815D7D662DA5}"/>
                    </a:ext>
                  </a:extLst>
                </p:cNvPr>
                <p:cNvSpPr txBox="1"/>
                <p:nvPr/>
              </p:nvSpPr>
              <p:spPr>
                <a:xfrm>
                  <a:off x="5180965" y="851650"/>
                  <a:ext cx="336385" cy="215444"/>
                </a:xfrm>
                <a:prstGeom prst="rect">
                  <a:avLst/>
                </a:prstGeom>
                <a:noFill/>
              </p:spPr>
              <p:txBody>
                <a:bodyPr wrap="square" rtlCol="0">
                  <a:spAutoFit/>
                </a:bodyPr>
                <a:lstStyle/>
                <a:p>
                  <a:r>
                    <a:rPr lang="en-US" sz="800" dirty="0">
                      <a:solidFill>
                        <a:schemeClr val="tx2"/>
                      </a:solidFill>
                    </a:rPr>
                    <a:t>03</a:t>
                  </a:r>
                  <a:endParaRPr lang="en-GB" sz="800" dirty="0">
                    <a:solidFill>
                      <a:schemeClr val="tx2"/>
                    </a:solidFill>
                  </a:endParaRPr>
                </a:p>
              </p:txBody>
            </p:sp>
          </p:grpSp>
        </p:grpSp>
      </p:grpSp>
    </p:spTree>
    <p:extLst>
      <p:ext uri="{BB962C8B-B14F-4D97-AF65-F5344CB8AC3E}">
        <p14:creationId xmlns:p14="http://schemas.microsoft.com/office/powerpoint/2010/main" val="1471432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AE4F85-264B-4566-A95C-D1FD7A57AAE0}"/>
              </a:ext>
            </a:extLst>
          </p:cNvPr>
          <p:cNvSpPr>
            <a:spLocks noGrp="1"/>
          </p:cNvSpPr>
          <p:nvPr>
            <p:ph type="title"/>
          </p:nvPr>
        </p:nvSpPr>
        <p:spPr/>
        <p:txBody>
          <a:bodyPr/>
          <a:lstStyle/>
          <a:p>
            <a:r>
              <a:rPr lang="en-GB" noProof="0" dirty="0"/>
              <a:t>Thank</a:t>
            </a:r>
            <a:r>
              <a:rPr lang="en-GB" dirty="0"/>
              <a:t> you</a:t>
            </a:r>
            <a:r>
              <a:rPr lang="en-GB" noProof="0" dirty="0"/>
              <a:t> for your attention</a:t>
            </a:r>
          </a:p>
        </p:txBody>
      </p:sp>
      <p:sp>
        <p:nvSpPr>
          <p:cNvPr id="5" name="Segnaposto numero diapositiva 4">
            <a:extLst>
              <a:ext uri="{FF2B5EF4-FFF2-40B4-BE49-F238E27FC236}">
                <a16:creationId xmlns:a16="http://schemas.microsoft.com/office/drawing/2014/main" id="{8D797D0E-5ECA-4024-80FB-841635BFC6C1}"/>
              </a:ext>
            </a:extLst>
          </p:cNvPr>
          <p:cNvSpPr>
            <a:spLocks noGrp="1"/>
          </p:cNvSpPr>
          <p:nvPr>
            <p:ph type="sldNum" sz="quarter" idx="4294967295"/>
          </p:nvPr>
        </p:nvSpPr>
        <p:spPr>
          <a:xfrm>
            <a:off x="10814538" y="39688"/>
            <a:ext cx="1042500" cy="365125"/>
          </a:xfrm>
        </p:spPr>
        <p:txBody>
          <a:bodyPr/>
          <a:lstStyle/>
          <a:p>
            <a:fld id="{3135EEA2-8D42-4D46-95A6-66E65FDC5EB1}" type="slidenum">
              <a:rPr lang="en-GB" noProof="0" smtClean="0"/>
              <a:pPr/>
              <a:t>34</a:t>
            </a:fld>
            <a:endParaRPr lang="en-GB" noProof="0"/>
          </a:p>
        </p:txBody>
      </p:sp>
    </p:spTree>
    <p:extLst>
      <p:ext uri="{BB962C8B-B14F-4D97-AF65-F5344CB8AC3E}">
        <p14:creationId xmlns:p14="http://schemas.microsoft.com/office/powerpoint/2010/main" val="2867388086"/>
      </p:ext>
    </p:extLst>
  </p:cSld>
  <p:clrMapOvr>
    <a:masterClrMapping/>
  </p:clrMapOvr>
</p:sld>
</file>

<file path=ppt/theme/theme1.xml><?xml version="1.0" encoding="utf-8"?>
<a:theme xmlns:a="http://schemas.openxmlformats.org/drawingml/2006/main" name="Interni">
  <a:themeElements>
    <a:clrScheme name="Poli">
      <a:dk1>
        <a:srgbClr val="000000"/>
      </a:dk1>
      <a:lt1>
        <a:srgbClr val="FFFFFF"/>
      </a:lt1>
      <a:dk2>
        <a:srgbClr val="102C53"/>
      </a:dk2>
      <a:lt2>
        <a:srgbClr val="FFFFFF"/>
      </a:lt2>
      <a:accent1>
        <a:srgbClr val="102C53"/>
      </a:accent1>
      <a:accent2>
        <a:srgbClr val="596C87"/>
      </a:accent2>
      <a:accent3>
        <a:srgbClr val="8795A8"/>
      </a:accent3>
      <a:accent4>
        <a:srgbClr val="B7BFCA"/>
      </a:accent4>
      <a:accent5>
        <a:srgbClr val="D0D5DD"/>
      </a:accent5>
      <a:accent6>
        <a:srgbClr val="F3F3F6"/>
      </a:accent6>
      <a:hlink>
        <a:srgbClr val="0000FF"/>
      </a:hlink>
      <a:folHlink>
        <a:srgbClr val="28C8F0"/>
      </a:folHlink>
    </a:clrScheme>
    <a:fontScheme name="caratteri tema manrope">
      <a:majorFont>
        <a:latin typeface="Manrope"/>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manrope_2024_regular" id="{AF503DD6-45CC-4FD9-A316-7E3073ACAABC}" vid="{376A186E-ACA5-4725-B103-CB5852E20BBA}"/>
    </a:ext>
  </a:extLst>
</a:theme>
</file>

<file path=ppt/theme/theme2.xml><?xml version="1.0" encoding="utf-8"?>
<a:theme xmlns:a="http://schemas.openxmlformats.org/drawingml/2006/main" name="Cover">
  <a:themeElements>
    <a:clrScheme name="Polimi ppt blu102c53">
      <a:dk1>
        <a:srgbClr val="000000"/>
      </a:dk1>
      <a:lt1>
        <a:srgbClr val="FFFFFF"/>
      </a:lt1>
      <a:dk2>
        <a:srgbClr val="102C53"/>
      </a:dk2>
      <a:lt2>
        <a:srgbClr val="FFFFFF"/>
      </a:lt2>
      <a:accent1>
        <a:srgbClr val="102C53"/>
      </a:accent1>
      <a:accent2>
        <a:srgbClr val="596C87"/>
      </a:accent2>
      <a:accent3>
        <a:srgbClr val="8795A8"/>
      </a:accent3>
      <a:accent4>
        <a:srgbClr val="B7BFCA"/>
      </a:accent4>
      <a:accent5>
        <a:srgbClr val="D0D5DD"/>
      </a:accent5>
      <a:accent6>
        <a:srgbClr val="F3F3F6"/>
      </a:accent6>
      <a:hlink>
        <a:srgbClr val="0000FF"/>
      </a:hlink>
      <a:folHlink>
        <a:srgbClr val="28C8F0"/>
      </a:folHlink>
    </a:clrScheme>
    <a:fontScheme name="caratteri tema manrope">
      <a:majorFont>
        <a:latin typeface="Manrope"/>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manrope_2024_regular" id="{AF503DD6-45CC-4FD9-A316-7E3073ACAABC}" vid="{376A186E-ACA5-4725-B103-CB5852E20BB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22E5598B4B0C141A1FB29F4D176F8F3" ma:contentTypeVersion="5" ma:contentTypeDescription="Creare un nuovo documento." ma:contentTypeScope="" ma:versionID="0d62aa490fb91d5d672640eb72429da4">
  <xsd:schema xmlns:xsd="http://www.w3.org/2001/XMLSchema" xmlns:xs="http://www.w3.org/2001/XMLSchema" xmlns:p="http://schemas.microsoft.com/office/2006/metadata/properties" xmlns:ns3="2c8b27ad-9356-4399-be6e-b8895a5c9226" targetNamespace="http://schemas.microsoft.com/office/2006/metadata/properties" ma:root="true" ma:fieldsID="e39182aa917bf31b500cb1245ffe55df" ns3:_="">
    <xsd:import namespace="2c8b27ad-9356-4399-be6e-b8895a5c9226"/>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8b27ad-9356-4399-be6e-b8895a5c9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2c8b27ad-9356-4399-be6e-b8895a5c92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D80003-E069-40FB-8D78-2CFB49ED8EE0}">
  <ds:schemaRefs>
    <ds:schemaRef ds:uri="2c8b27ad-9356-4399-be6e-b8895a5c922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DB12032-A9DA-4839-8229-314F9C0A8DD0}">
  <ds:schemaRefs>
    <ds:schemaRef ds:uri="http://purl.org/dc/terms/"/>
    <ds:schemaRef ds:uri="2c8b27ad-9356-4399-be6e-b8895a5c9226"/>
    <ds:schemaRef ds:uri="http://purl.org/dc/dcmitype/"/>
    <ds:schemaRef ds:uri="http://purl.org/dc/elements/1.1/"/>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DEAE6444-B201-4205-B136-6F38EDD8F7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9688</TotalTime>
  <Words>4234</Words>
  <Application>Microsoft Office PowerPoint</Application>
  <PresentationFormat>Widescreen</PresentationFormat>
  <Paragraphs>722</Paragraphs>
  <Slides>34</Slides>
  <Notes>32</Notes>
  <HiddenSlides>0</HiddenSlides>
  <MMClips>5</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34</vt:i4>
      </vt:variant>
    </vt:vector>
  </HeadingPairs>
  <TitlesOfParts>
    <vt:vector size="43" baseType="lpstr">
      <vt:lpstr>Hack</vt:lpstr>
      <vt:lpstr>Arial</vt:lpstr>
      <vt:lpstr>Aptos Mono</vt:lpstr>
      <vt:lpstr>Bodoni MT Black</vt:lpstr>
      <vt:lpstr>Calibri</vt:lpstr>
      <vt:lpstr>Manrope</vt:lpstr>
      <vt:lpstr>Cambria Math</vt:lpstr>
      <vt:lpstr>Interni</vt:lpstr>
      <vt:lpstr>Cover</vt:lpstr>
      <vt:lpstr>Marionette</vt:lpstr>
      <vt:lpstr>Overview</vt:lpstr>
      <vt:lpstr>Overview</vt:lpstr>
      <vt:lpstr>Overview</vt:lpstr>
      <vt:lpstr>Problem Identification</vt:lpstr>
      <vt:lpstr>PowerPoint Presentation</vt:lpstr>
      <vt:lpstr>PowerPoint Presentation</vt:lpstr>
      <vt:lpstr>PowerPoint Presentation</vt:lpstr>
      <vt:lpstr>PowerPoint Presentation</vt:lpstr>
      <vt:lpstr>PowerPoint Presentation</vt:lpstr>
      <vt:lpstr>High-level Goal</vt:lpstr>
      <vt:lpstr>The Marionette Framework</vt:lpstr>
      <vt:lpstr>Source Code Transformation Steps</vt:lpstr>
      <vt:lpstr>Source Code Transformation Steps</vt:lpstr>
      <vt:lpstr>Source Code Transformation Steps</vt:lpstr>
      <vt:lpstr>Source Code Transformation Steps</vt:lpstr>
      <vt:lpstr>Centralised Behavioural Management</vt:lpstr>
      <vt:lpstr>The A/B/n Testing Pipeline</vt:lpstr>
      <vt:lpstr>The A/B/n Testing Pipeline</vt:lpstr>
      <vt:lpstr>Experimental Results</vt:lpstr>
      <vt:lpstr>The Outfit App</vt:lpstr>
      <vt:lpstr>Experiment Setup</vt:lpstr>
      <vt:lpstr>Final Ranking</vt:lpstr>
      <vt:lpstr>Results Analysis</vt:lpstr>
      <vt:lpstr>Results Analysis</vt:lpstr>
      <vt:lpstr>PowerPoint Presentation</vt:lpstr>
      <vt:lpstr>PowerPoint Presentation</vt:lpstr>
      <vt:lpstr>PowerPoint Presentation</vt:lpstr>
      <vt:lpstr>Overhead Analysis</vt:lpstr>
      <vt:lpstr>Development Gains</vt:lpstr>
      <vt:lpstr>What can we conclude?</vt:lpstr>
      <vt:lpstr>What can we conclude?</vt:lpstr>
      <vt:lpstr>Jornadas Sistedes – Cordoba 2025</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Camilla Ghironi</dc:creator>
  <cp:lastModifiedBy>Matteo Sissa</cp:lastModifiedBy>
  <cp:revision>5</cp:revision>
  <dcterms:created xsi:type="dcterms:W3CDTF">2024-06-28T15:03:44Z</dcterms:created>
  <dcterms:modified xsi:type="dcterms:W3CDTF">2025-10-22T13:49:33Z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0x010100C22E5598B4B0C141A1FB29F4D176F8F3</vt:lpwstr>
  </property>
</Properties>
</file>