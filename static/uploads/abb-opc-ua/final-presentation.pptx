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23.jpg" ContentType="image/png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39"/>
  </p:notesMasterIdLst>
  <p:sldIdLst>
    <p:sldId id="295" r:id="rId4"/>
    <p:sldId id="296" r:id="rId5"/>
    <p:sldId id="300" r:id="rId6"/>
    <p:sldId id="301" r:id="rId7"/>
    <p:sldId id="302" r:id="rId8"/>
    <p:sldId id="303" r:id="rId9"/>
    <p:sldId id="262" r:id="rId10"/>
    <p:sldId id="263" r:id="rId11"/>
    <p:sldId id="264" r:id="rId12"/>
    <p:sldId id="265" r:id="rId13"/>
    <p:sldId id="267" r:id="rId14"/>
    <p:sldId id="266" r:id="rId15"/>
    <p:sldId id="268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0" r:id="rId36"/>
    <p:sldId id="305" r:id="rId37"/>
    <p:sldId id="29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CCECFF"/>
    <a:srgbClr val="6699FF"/>
    <a:srgbClr val="99CCFF"/>
    <a:srgbClr val="3366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216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Tests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59C-465A-BB7F-83B81BA03B2A}"/>
              </c:ext>
            </c:extLst>
          </c:dPt>
          <c:cat>
            <c:strRef>
              <c:f>Sheet1!$A$2</c:f>
              <c:strCache>
                <c:ptCount val="1"/>
                <c:pt idx="0">
                  <c:v>Passed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9C-465A-BB7F-83B81BA03B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615FF-9E3F-4CCE-969C-78B0376BF1AA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5582E-F1CC-4666-B8FB-8418A4396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487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5582E-F1CC-4666-B8FB-8418A4396033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849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5582E-F1CC-4666-B8FB-8418A439603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534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DC4F-652F-2154-3300-50A22E681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F2E91B-DC8F-7BC9-0397-118143FC7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1E9C-6990-842E-9B31-DDC6F24D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E7C57-4875-DBEF-CF70-05DD790A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DCF2D-253B-7FBE-C32C-9F2DA725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2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CC9ED-DE93-385E-65C8-4837F357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98230-C748-492D-7D84-CC84F1EFA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7EDC6-6D93-17CC-8874-DEFBDE42F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89DD4-255A-DC22-0467-132F7F2C7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43779-7150-BE10-55B5-22C9A898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9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8B16-214A-122D-9937-C67712C2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DC648-B999-3555-6E02-CC426FB98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F47F3-0F28-AA99-446B-E60D2E4F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D4918-A44D-6296-3016-35DBF81A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5D9BC-A376-4D71-6F70-78574C2E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75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F5AB-9D18-0A39-EB0C-CC14D88F3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2ECA0-BD84-D6E6-167E-508153487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BC874-7B2A-3B69-ADD6-1B6F6522B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7869A-5A52-1415-D2FC-7349323A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C0F7E-DF59-B0DB-3FD2-4E08379DB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D8206-EE4B-6DB3-7258-91D9D035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46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134B-94A9-02B2-AB02-0850B0E41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F5378-D7A0-3D58-C351-DFCE3FA1D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68735-6FE1-0E18-CB1C-07388B2D8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83B884-8664-FE2C-9A62-6A0DEEA94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DB90F-FA0D-7240-1E4D-C25BC6183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DAC79F-1B3A-D2F1-050F-A0D55FF3C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7D095-7E8F-12C7-80C9-85E4A5FF4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E027EE-9C11-B00F-A637-8659F975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72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2B024-56B9-6DAD-253F-7681E5A69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BD365A-A710-FE61-B226-89B22E580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FB9FE-F17A-61C5-F736-EBAF1417B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BCE76-39A1-DADE-07E2-878D3FD7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003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7DFB10-6472-117E-8D3C-BE19EFFA9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B5FF3-EC4E-9C3B-4D7D-6B11D02E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E8DAE-2C96-234A-84C7-FFF0EA5CB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446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0DB0-63A6-D8FA-7AB0-278D0F36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797B4-9428-1448-FB4F-57397FAE3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1A4E7-96E7-F207-B161-E7C126F2C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7F13E-4CC9-47C2-B42B-8C967CAE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64BB3-D0DA-4949-9C68-B5DF8DF4C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93F1D-FA09-0501-9A23-67762F77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653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3A128-C270-DAD1-33C6-CC039A66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C309B-0E66-1BD3-C5FA-872D6AFB3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C883E-DB11-AD74-BFFB-F12F3EB8A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275D9-9A5C-0E75-DC6D-0BB7ECE4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0302B-6D65-8A87-DDCA-39CAA53AA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1C71E-6E41-C594-97DC-AF334618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151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B256E-D438-B653-BA4F-4530BE1CB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4E798-9328-1777-AA3F-38CD55D51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F1D3E-6502-A39B-2235-CF0AB205C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C6D08-79AF-C324-29CE-45D42133F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2CBD-F57B-C91E-26E6-CCA5E8FA2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3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DEE221-E625-B35F-44AE-665051ADE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F721EC-F68B-F703-D504-967F2757B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DA819-F4C4-DF1F-FB26-891CD5A3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A6F08-E80C-517E-17D1-AB972F3D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04D2B-5BB1-44D4-CE55-B27765C8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249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976" y="3886200"/>
            <a:ext cx="10331624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fld id="{D46D24F6-4CBA-1F44-8620-85B06BC9812F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  <p:pic>
        <p:nvPicPr>
          <p:cNvPr id="8" name="Bildobjekt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62912" y="5914408"/>
            <a:ext cx="1266176" cy="89896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724603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rgbClr val="FF8600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fld id="{482F7D20-9ABA-9546-9BE5-08AE348939E0}" type="slidenum">
              <a:rPr lang="sv-SE" altLang="sv-SE" smtClean="0"/>
              <a:pPr>
                <a:defRPr/>
              </a:pPr>
              <a:t>‹#›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459925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fld id="{42C8F64A-2AD5-5545-9A41-0DAAC91DE3E0}" type="slidenum">
              <a:rPr lang="sv-SE" altLang="sv-SE" smtClean="0"/>
              <a:pPr>
                <a:defRPr/>
              </a:pPr>
              <a:t>‹#›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1272995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fld id="{B53751C9-6319-9C4A-9F55-8DF52DCC0A63}" type="slidenum">
              <a:rPr lang="sv-SE" altLang="sv-SE" smtClean="0"/>
              <a:pPr>
                <a:defRPr/>
              </a:pPr>
              <a:t>‹#›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1608013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fld id="{1A289591-1BDB-0741-A00B-6AD09B6BD339}" type="slidenum">
              <a:rPr lang="sv-SE" altLang="sv-SE" smtClean="0"/>
              <a:pPr>
                <a:defRPr/>
              </a:pPr>
              <a:t>‹#›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1516429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mp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‹#›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846804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fld id="{2536B659-5691-EC4E-8B35-6584E9E5E34B}" type="slidenum">
              <a:rPr lang="sv-SE" altLang="sv-SE" smtClean="0"/>
              <a:pPr>
                <a:defRPr/>
              </a:pPr>
              <a:t>‹#›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17736179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fld id="{D404149B-4E44-734C-BD59-7D1D3565E4A4}" type="slidenum">
              <a:rPr lang="sv-SE" altLang="sv-SE" smtClean="0"/>
              <a:pPr>
                <a:defRPr/>
              </a:pPr>
              <a:t>‹#›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27253660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sv-S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fld id="{4ACE218D-4F37-964B-ABF8-0ADAB020637A}" type="slidenum">
              <a:rPr lang="sv-SE" altLang="sv-SE" smtClean="0"/>
              <a:pPr>
                <a:defRPr/>
              </a:pPr>
              <a:t>‹#›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3494454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fld id="{C438EAE6-7A7E-BC4E-849B-D20A4BD21AE9}" type="slidenum">
              <a:rPr lang="sv-SE" altLang="sv-SE" smtClean="0"/>
              <a:pPr>
                <a:defRPr/>
              </a:pPr>
              <a:t>‹#›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18480036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fld id="{9EE29F77-F6CC-E94B-9707-75207AD880BD}" type="slidenum">
              <a:rPr lang="sv-SE" altLang="sv-SE" smtClean="0"/>
              <a:pPr>
                <a:defRPr/>
              </a:pPr>
              <a:t>‹#›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42392095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59887780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1220411016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1788419148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2987475572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1837942198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4274700255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3391995192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657689460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3378537426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2944423267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4497987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3476318813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9990880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376439628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1964413178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199840387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image" Target="../media/image1.tiff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56CDB-3D99-046E-D21C-5278577E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31D17-CABC-E7A5-4FD0-BD8932A9D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17B27-8E48-3EE5-7E08-3DE768221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81DA3-36E2-B21F-3719-3CCF02D91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8C8F1-E4E5-F694-6E66-57CEFA71D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94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2918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v-SE" altLang="sv-SE" dirty="0"/>
              <a:t>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4744"/>
            <a:ext cx="10972800" cy="4717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altLang="sv-SE" dirty="0"/>
              <a:t>First indentation</a:t>
            </a:r>
          </a:p>
          <a:p>
            <a:pPr lvl="1"/>
            <a:r>
              <a:rPr lang="sv-SE" altLang="sv-SE" dirty="0"/>
              <a:t>Nivå två</a:t>
            </a:r>
          </a:p>
          <a:p>
            <a:pPr lvl="2"/>
            <a:r>
              <a:rPr lang="sv-SE" altLang="sv-SE" dirty="0"/>
              <a:t>Nivå tre</a:t>
            </a:r>
          </a:p>
          <a:p>
            <a:pPr lvl="3"/>
            <a:r>
              <a:rPr lang="sv-SE" altLang="sv-SE" dirty="0"/>
              <a:t>Nivå fyra</a:t>
            </a:r>
          </a:p>
          <a:p>
            <a:pPr lvl="4"/>
            <a:r>
              <a:rPr lang="sv-SE" altLang="sv-SE" dirty="0"/>
              <a:t>Nivå fem</a:t>
            </a:r>
            <a:endParaRPr lang="sv-SE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52518" y="6597650"/>
            <a:ext cx="575733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>
                <a:solidFill>
                  <a:srgbClr val="FF9300"/>
                </a:solidFill>
              </a:defRPr>
            </a:lvl1pPr>
          </a:lstStyle>
          <a:p>
            <a:pPr>
              <a:defRPr/>
            </a:pPr>
            <a:fld id="{27D6937D-FC88-B64C-9480-907144D9B1D2}" type="slidenum">
              <a:rPr lang="sv-SE" altLang="sv-SE" smtClean="0"/>
              <a:pPr>
                <a:defRPr/>
              </a:pPr>
              <a:t>‹#›</a:t>
            </a:fld>
            <a:endParaRPr lang="sv-SE" altLang="sv-SE" dirty="0"/>
          </a:p>
        </p:txBody>
      </p:sp>
      <p:pic>
        <p:nvPicPr>
          <p:cNvPr id="12" name="Bildobjekt 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462912" y="5914408"/>
            <a:ext cx="1266176" cy="89896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Rektangel 1"/>
          <p:cNvSpPr/>
          <p:nvPr userDrawn="1"/>
        </p:nvSpPr>
        <p:spPr bwMode="auto">
          <a:xfrm>
            <a:off x="1271464" y="6453336"/>
            <a:ext cx="4032448" cy="7200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48000">
                <a:schemeClr val="accent4">
                  <a:lumMod val="45000"/>
                  <a:lumOff val="55000"/>
                </a:schemeClr>
              </a:gs>
              <a:gs pos="72000">
                <a:schemeClr val="tx1"/>
              </a:gs>
              <a:gs pos="100000">
                <a:schemeClr val="tx1"/>
              </a:gs>
            </a:gsLst>
            <a:lin ang="10800000" scaled="1"/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ktangel 14"/>
          <p:cNvSpPr/>
          <p:nvPr userDrawn="1"/>
        </p:nvSpPr>
        <p:spPr bwMode="auto">
          <a:xfrm>
            <a:off x="6888088" y="6453336"/>
            <a:ext cx="3744416" cy="7200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6000">
                <a:srgbClr val="FF4701"/>
              </a:gs>
              <a:gs pos="83000">
                <a:srgbClr val="FF4701"/>
              </a:gs>
              <a:gs pos="100000">
                <a:srgbClr val="FF4701"/>
              </a:gs>
            </a:gsLst>
            <a:lin ang="0" scaled="1"/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4" name="Bild 3">
            <a:extLst>
              <a:ext uri="{FF2B5EF4-FFF2-40B4-BE49-F238E27FC236}">
                <a16:creationId xmlns:a16="http://schemas.microsoft.com/office/drawing/2014/main" id="{1C86767F-6F56-80A3-AA8B-074C85AC02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45107" y="6110507"/>
            <a:ext cx="1078508" cy="685658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F622A432-A74C-BB01-6551-E4770A21054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0" y="6023535"/>
            <a:ext cx="1381944" cy="85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42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ＭＳ Ｐゴシック" charset="0"/>
          <a:cs typeface="Calibri" panose="020F050202020403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F5F5F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F5F5F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F5F5F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F5F5F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F5F5F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F5F5F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F5F5F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F5F5F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3200">
          <a:solidFill>
            <a:schemeClr val="tx1"/>
          </a:solidFill>
          <a:latin typeface="+mn-lt"/>
          <a:ea typeface="ＭＳ Ｐゴシック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2800">
          <a:solidFill>
            <a:schemeClr val="tx1"/>
          </a:solidFill>
          <a:latin typeface="Calibri" panose="020F0502020204030204" pitchFamily="34" charset="0"/>
          <a:ea typeface="ＭＳ Ｐゴシック" charset="-128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2400">
          <a:solidFill>
            <a:schemeClr val="tx1"/>
          </a:solidFill>
          <a:latin typeface="Calibri" panose="020F0502020204030204" pitchFamily="34" charset="0"/>
          <a:ea typeface="ＭＳ Ｐゴシック" charset="-128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2000">
          <a:solidFill>
            <a:schemeClr val="tx1"/>
          </a:solidFill>
          <a:latin typeface="Calibri" panose="020F0502020204030204" pitchFamily="34" charset="0"/>
          <a:ea typeface="ＭＳ Ｐゴシック" charset="-128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2000">
          <a:solidFill>
            <a:schemeClr val="tx1"/>
          </a:solidFill>
          <a:latin typeface="Calibri" panose="020F0502020204030204" pitchFamily="34" charset="0"/>
          <a:ea typeface="ＭＳ Ｐゴシック" charset="-128"/>
          <a:cs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CCFF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CCFF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CCFF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66CCFF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5CAB5-4645-4410-B334-E6EE486F75AB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8BE34F6-E251-4686-BA5D-A9A04C343C82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Bildobjekt 11">
            <a:extLst>
              <a:ext uri="{FF2B5EF4-FFF2-40B4-BE49-F238E27FC236}">
                <a16:creationId xmlns:a16="http://schemas.microsoft.com/office/drawing/2014/main" id="{94506972-EE4F-CE77-D901-6939BB01C0D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5462912" y="5914408"/>
            <a:ext cx="1266176" cy="89896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Rektangel 1">
            <a:extLst>
              <a:ext uri="{FF2B5EF4-FFF2-40B4-BE49-F238E27FC236}">
                <a16:creationId xmlns:a16="http://schemas.microsoft.com/office/drawing/2014/main" id="{DF6369DB-9487-36F4-31B6-AA64B50F70BF}"/>
              </a:ext>
            </a:extLst>
          </p:cNvPr>
          <p:cNvSpPr/>
          <p:nvPr userDrawn="1"/>
        </p:nvSpPr>
        <p:spPr bwMode="auto">
          <a:xfrm>
            <a:off x="1271464" y="6453336"/>
            <a:ext cx="4032448" cy="7200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48000">
                <a:schemeClr val="accent4">
                  <a:lumMod val="45000"/>
                  <a:lumOff val="55000"/>
                </a:schemeClr>
              </a:gs>
              <a:gs pos="72000">
                <a:schemeClr val="tx1"/>
              </a:gs>
              <a:gs pos="100000">
                <a:schemeClr val="tx1"/>
              </a:gs>
            </a:gsLst>
            <a:lin ang="10800000" scaled="1"/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ktangel 14">
            <a:extLst>
              <a:ext uri="{FF2B5EF4-FFF2-40B4-BE49-F238E27FC236}">
                <a16:creationId xmlns:a16="http://schemas.microsoft.com/office/drawing/2014/main" id="{F887B584-8054-DC40-8872-876C0B58DAD9}"/>
              </a:ext>
            </a:extLst>
          </p:cNvPr>
          <p:cNvSpPr/>
          <p:nvPr userDrawn="1"/>
        </p:nvSpPr>
        <p:spPr bwMode="auto">
          <a:xfrm>
            <a:off x="6888088" y="6453336"/>
            <a:ext cx="3744416" cy="7200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6000">
                <a:srgbClr val="FF4701"/>
              </a:gs>
              <a:gs pos="83000">
                <a:srgbClr val="FF4701"/>
              </a:gs>
              <a:gs pos="100000">
                <a:srgbClr val="FF4701"/>
              </a:gs>
            </a:gsLst>
            <a:lin ang="0" scaled="1"/>
            <a:tileRect/>
          </a:gra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1" name="Bild 3">
            <a:extLst>
              <a:ext uri="{FF2B5EF4-FFF2-40B4-BE49-F238E27FC236}">
                <a16:creationId xmlns:a16="http://schemas.microsoft.com/office/drawing/2014/main" id="{EAB82618-54F7-336B-815C-F30D65ADF220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745107" y="6110507"/>
            <a:ext cx="1078508" cy="685658"/>
          </a:xfrm>
          <a:prstGeom prst="rect">
            <a:avLst/>
          </a:prstGeom>
        </p:spPr>
      </p:pic>
      <p:pic>
        <p:nvPicPr>
          <p:cNvPr id="12" name="Bildobjekt 5">
            <a:extLst>
              <a:ext uri="{FF2B5EF4-FFF2-40B4-BE49-F238E27FC236}">
                <a16:creationId xmlns:a16="http://schemas.microsoft.com/office/drawing/2014/main" id="{D530B91A-0435-47D7-B3C7-F2A655B72881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0" y="6023535"/>
            <a:ext cx="1381944" cy="85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4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studycoexistent.z4.web.core.windows.net/whats-inside-a-thermometer.html" TargetMode="Externa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jpg"/><Relationship Id="rId5" Type="http://schemas.openxmlformats.org/officeDocument/2006/relationships/hyperlink" Target="https://studycoexistent.z4.web.core.windows.net/whats-inside-a-thermometer.html" TargetMode="Externa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jpg"/><Relationship Id="rId5" Type="http://schemas.openxmlformats.org/officeDocument/2006/relationships/hyperlink" Target="https://studycoexistent.z4.web.core.windows.net/whats-inside-a-thermometer.html" TargetMode="Externa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26" Type="http://schemas.openxmlformats.org/officeDocument/2006/relationships/image" Target="../media/image25.svg"/><Relationship Id="rId3" Type="http://schemas.microsoft.com/office/2007/relationships/media" Target="../media/media2.m4a"/><Relationship Id="rId21" Type="http://schemas.openxmlformats.org/officeDocument/2006/relationships/image" Target="../media/image21.svg"/><Relationship Id="rId7" Type="http://schemas.openxmlformats.org/officeDocument/2006/relationships/image" Target="../media/image10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5" Type="http://schemas.openxmlformats.org/officeDocument/2006/relationships/image" Target="../media/image24.png"/><Relationship Id="rId2" Type="http://schemas.microsoft.com/office/2007/relationships/media" Target="../media/media1.m4a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audio" Target="NULL" TargetMode="External"/><Relationship Id="rId6" Type="http://schemas.openxmlformats.org/officeDocument/2006/relationships/image" Target="../media/image9.png"/><Relationship Id="rId11" Type="http://schemas.openxmlformats.org/officeDocument/2006/relationships/image" Target="../media/image8.png"/><Relationship Id="rId24" Type="http://schemas.openxmlformats.org/officeDocument/2006/relationships/hyperlink" Target="https://icon-library.com/icon/server-icon-transparent-3.html" TargetMode="Externa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5.svg"/><Relationship Id="rId23" Type="http://schemas.openxmlformats.org/officeDocument/2006/relationships/image" Target="../media/image23.jpg"/><Relationship Id="rId28" Type="http://schemas.openxmlformats.org/officeDocument/2006/relationships/image" Target="../media/image27.svg"/><Relationship Id="rId10" Type="http://schemas.openxmlformats.org/officeDocument/2006/relationships/hyperlink" Target="https://www.vecteezy.com/vector-art/18755319-isometric-server-equipment-isolated-background-flat-isometric-3d-illustration-cloud-server-datacenter-storage-room-object-vector-illustration" TargetMode="External"/><Relationship Id="rId19" Type="http://schemas.openxmlformats.org/officeDocument/2006/relationships/image" Target="../media/image19.svg"/><Relationship Id="rId4" Type="http://schemas.openxmlformats.org/officeDocument/2006/relationships/audio" Target="../media/media2.m4a"/><Relationship Id="rId9" Type="http://schemas.microsoft.com/office/2007/relationships/hdphoto" Target="../media/hdphoto2.wdp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1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hyperlink" Target="https://community.atlassian.com/t5/DevOps-articles/Security-in-Jira-DevSecOps-capabilities-in-Jira-Software/ba-p/2243765" TargetMode="External"/><Relationship Id="rId18" Type="http://schemas.openxmlformats.org/officeDocument/2006/relationships/image" Target="../media/image36.png"/><Relationship Id="rId26" Type="http://schemas.openxmlformats.org/officeDocument/2006/relationships/image" Target="../media/image39.png"/><Relationship Id="rId3" Type="http://schemas.openxmlformats.org/officeDocument/2006/relationships/slideLayout" Target="../slideLayouts/slideLayout17.xml"/><Relationship Id="rId21" Type="http://schemas.openxmlformats.org/officeDocument/2006/relationships/image" Target="../media/image8.png"/><Relationship Id="rId34" Type="http://schemas.openxmlformats.org/officeDocument/2006/relationships/image" Target="../media/image22.png"/><Relationship Id="rId7" Type="http://schemas.openxmlformats.org/officeDocument/2006/relationships/image" Target="../media/image31.png"/><Relationship Id="rId12" Type="http://schemas.microsoft.com/office/2007/relationships/hdphoto" Target="../media/hdphoto6.wdp"/><Relationship Id="rId17" Type="http://schemas.openxmlformats.org/officeDocument/2006/relationships/hyperlink" Target="https://www.kitware.com/kitware-increases-android-support-in-cmake-3-7/" TargetMode="External"/><Relationship Id="rId25" Type="http://schemas.openxmlformats.org/officeDocument/2006/relationships/hyperlink" Target="http://operadorternario.blogspot.com/2014/09/introduccion-uml.html" TargetMode="External"/><Relationship Id="rId33" Type="http://schemas.openxmlformats.org/officeDocument/2006/relationships/hyperlink" Target="https://www.rauldiego.es/category/tutoriales/" TargetMode="External"/><Relationship Id="rId2" Type="http://schemas.openxmlformats.org/officeDocument/2006/relationships/audio" Target="../media/media3.m4a"/><Relationship Id="rId16" Type="http://schemas.openxmlformats.org/officeDocument/2006/relationships/image" Target="../media/image35.png"/><Relationship Id="rId20" Type="http://schemas.openxmlformats.org/officeDocument/2006/relationships/hyperlink" Target="https://www.business.com/reviews/clockify/" TargetMode="External"/><Relationship Id="rId29" Type="http://schemas.openxmlformats.org/officeDocument/2006/relationships/image" Target="../media/image40.png"/><Relationship Id="rId1" Type="http://schemas.microsoft.com/office/2007/relationships/media" Target="../media/media3.m4a"/><Relationship Id="rId6" Type="http://schemas.openxmlformats.org/officeDocument/2006/relationships/hyperlink" Target="https://www.powsybl.org/pages/community/" TargetMode="External"/><Relationship Id="rId11" Type="http://schemas.openxmlformats.org/officeDocument/2006/relationships/image" Target="../media/image33.png"/><Relationship Id="rId24" Type="http://schemas.openxmlformats.org/officeDocument/2006/relationships/image" Target="../media/image38.gif"/><Relationship Id="rId32" Type="http://schemas.openxmlformats.org/officeDocument/2006/relationships/image" Target="../media/image41.jpg"/><Relationship Id="rId5" Type="http://schemas.microsoft.com/office/2007/relationships/hdphoto" Target="../media/hdphoto4.wdp"/><Relationship Id="rId15" Type="http://schemas.openxmlformats.org/officeDocument/2006/relationships/hyperlink" Target="https://it.wikipedia.org/wiki/C++" TargetMode="External"/><Relationship Id="rId23" Type="http://schemas.openxmlformats.org/officeDocument/2006/relationships/hyperlink" Target="https://edtech4beginners.com/2016/05/06/edtech-tutorial-a-dynamic-and-collaborative-tool-which-your-students-can-use-to-create-documents/" TargetMode="External"/><Relationship Id="rId28" Type="http://schemas.openxmlformats.org/officeDocument/2006/relationships/hyperlink" Target="https://fity.club/lists/suggestions/microsoft-powerpoint/" TargetMode="External"/><Relationship Id="rId10" Type="http://schemas.openxmlformats.org/officeDocument/2006/relationships/image" Target="../media/image32.png"/><Relationship Id="rId19" Type="http://schemas.microsoft.com/office/2007/relationships/hdphoto" Target="../media/hdphoto7.wdp"/><Relationship Id="rId31" Type="http://schemas.openxmlformats.org/officeDocument/2006/relationships/hyperlink" Target="https://pisquare.fr/github-actions-101/" TargetMode="External"/><Relationship Id="rId4" Type="http://schemas.openxmlformats.org/officeDocument/2006/relationships/image" Target="../media/image30.png"/><Relationship Id="rId9" Type="http://schemas.openxmlformats.org/officeDocument/2006/relationships/hyperlink" Target="https://orinocotribune.com/is-the-gaza-resistance-diminishing-data-from-february-and-october-2024/" TargetMode="External"/><Relationship Id="rId14" Type="http://schemas.openxmlformats.org/officeDocument/2006/relationships/image" Target="../media/image34.png"/><Relationship Id="rId22" Type="http://schemas.openxmlformats.org/officeDocument/2006/relationships/image" Target="../media/image37.png"/><Relationship Id="rId27" Type="http://schemas.microsoft.com/office/2007/relationships/hdphoto" Target="../media/hdphoto8.wdp"/><Relationship Id="rId30" Type="http://schemas.microsoft.com/office/2007/relationships/hdphoto" Target="../media/hdphoto9.wdp"/><Relationship Id="rId8" Type="http://schemas.microsoft.com/office/2007/relationships/hdphoto" Target="../media/hdphoto5.wd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4.png"/><Relationship Id="rId18" Type="http://schemas.openxmlformats.org/officeDocument/2006/relationships/image" Target="../media/image23.jpg"/><Relationship Id="rId3" Type="http://schemas.microsoft.com/office/2007/relationships/media" Target="../media/media2.m4a"/><Relationship Id="rId21" Type="http://schemas.openxmlformats.org/officeDocument/2006/relationships/image" Target="../media/image25.svg"/><Relationship Id="rId7" Type="http://schemas.openxmlformats.org/officeDocument/2006/relationships/image" Target="../media/image9.png"/><Relationship Id="rId12" Type="http://schemas.openxmlformats.org/officeDocument/2006/relationships/image" Target="../media/image8.png"/><Relationship Id="rId17" Type="http://schemas.openxmlformats.org/officeDocument/2006/relationships/image" Target="../media/image22.png"/><Relationship Id="rId2" Type="http://schemas.microsoft.com/office/2007/relationships/media" Target="../media/media1.m4a"/><Relationship Id="rId16" Type="http://schemas.openxmlformats.org/officeDocument/2006/relationships/image" Target="../media/image19.svg"/><Relationship Id="rId20" Type="http://schemas.openxmlformats.org/officeDocument/2006/relationships/image" Target="../media/image24.png"/><Relationship Id="rId1" Type="http://schemas.openxmlformats.org/officeDocument/2006/relationships/audio" Target="NULL" TargetMode="External"/><Relationship Id="rId6" Type="http://schemas.openxmlformats.org/officeDocument/2006/relationships/notesSlide" Target="../notesSlides/notesSlide1.xml"/><Relationship Id="rId11" Type="http://schemas.openxmlformats.org/officeDocument/2006/relationships/hyperlink" Target="https://www.vecteezy.com/vector-art/18755319-isometric-server-equipment-isolated-background-flat-isometric-3d-illustration-cloud-server-datacenter-storage-room-object-vector-illustration" TargetMode="Externa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8.png"/><Relationship Id="rId23" Type="http://schemas.openxmlformats.org/officeDocument/2006/relationships/image" Target="../media/image27.svg"/><Relationship Id="rId10" Type="http://schemas.microsoft.com/office/2007/relationships/hdphoto" Target="../media/hdphoto2.wdp"/><Relationship Id="rId19" Type="http://schemas.openxmlformats.org/officeDocument/2006/relationships/hyperlink" Target="https://icon-library.com/icon/server-icon-transparent-3.html" TargetMode="External"/><Relationship Id="rId4" Type="http://schemas.openxmlformats.org/officeDocument/2006/relationships/audio" Target="../media/media2.m4a"/><Relationship Id="rId9" Type="http://schemas.openxmlformats.org/officeDocument/2006/relationships/image" Target="../media/image11.png"/><Relationship Id="rId14" Type="http://schemas.openxmlformats.org/officeDocument/2006/relationships/image" Target="../media/image15.svg"/><Relationship Id="rId22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4.png"/><Relationship Id="rId18" Type="http://schemas.openxmlformats.org/officeDocument/2006/relationships/image" Target="../media/image23.jpg"/><Relationship Id="rId3" Type="http://schemas.microsoft.com/office/2007/relationships/media" Target="../media/media2.m4a"/><Relationship Id="rId21" Type="http://schemas.openxmlformats.org/officeDocument/2006/relationships/image" Target="../media/image25.svg"/><Relationship Id="rId7" Type="http://schemas.openxmlformats.org/officeDocument/2006/relationships/image" Target="../media/image9.png"/><Relationship Id="rId12" Type="http://schemas.openxmlformats.org/officeDocument/2006/relationships/image" Target="../media/image8.png"/><Relationship Id="rId17" Type="http://schemas.openxmlformats.org/officeDocument/2006/relationships/image" Target="../media/image22.png"/><Relationship Id="rId25" Type="http://schemas.openxmlformats.org/officeDocument/2006/relationships/image" Target="../media/image21.svg"/><Relationship Id="rId2" Type="http://schemas.microsoft.com/office/2007/relationships/media" Target="../media/media1.m4a"/><Relationship Id="rId16" Type="http://schemas.openxmlformats.org/officeDocument/2006/relationships/image" Target="../media/image19.svg"/><Relationship Id="rId20" Type="http://schemas.openxmlformats.org/officeDocument/2006/relationships/image" Target="../media/image24.png"/><Relationship Id="rId1" Type="http://schemas.openxmlformats.org/officeDocument/2006/relationships/audio" Target="NULL" TargetMode="External"/><Relationship Id="rId6" Type="http://schemas.openxmlformats.org/officeDocument/2006/relationships/notesSlide" Target="../notesSlides/notesSlide2.xml"/><Relationship Id="rId11" Type="http://schemas.openxmlformats.org/officeDocument/2006/relationships/hyperlink" Target="https://www.vecteezy.com/vector-art/18755319-isometric-server-equipment-isolated-background-flat-isometric-3d-illustration-cloud-server-datacenter-storage-room-object-vector-illustration" TargetMode="External"/><Relationship Id="rId24" Type="http://schemas.openxmlformats.org/officeDocument/2006/relationships/image" Target="../media/image20.png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8.png"/><Relationship Id="rId23" Type="http://schemas.openxmlformats.org/officeDocument/2006/relationships/image" Target="../media/image27.svg"/><Relationship Id="rId10" Type="http://schemas.microsoft.com/office/2007/relationships/hdphoto" Target="../media/hdphoto2.wdp"/><Relationship Id="rId19" Type="http://schemas.openxmlformats.org/officeDocument/2006/relationships/hyperlink" Target="https://icon-library.com/icon/server-icon-transparent-3.html" TargetMode="External"/><Relationship Id="rId4" Type="http://schemas.openxmlformats.org/officeDocument/2006/relationships/audio" Target="../media/media2.m4a"/><Relationship Id="rId9" Type="http://schemas.openxmlformats.org/officeDocument/2006/relationships/image" Target="../media/image11.png"/><Relationship Id="rId14" Type="http://schemas.openxmlformats.org/officeDocument/2006/relationships/image" Target="../media/image15.svg"/><Relationship Id="rId22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26" Type="http://schemas.openxmlformats.org/officeDocument/2006/relationships/image" Target="../media/image27.svg"/><Relationship Id="rId3" Type="http://schemas.microsoft.com/office/2007/relationships/media" Target="../media/media2.m4a"/><Relationship Id="rId21" Type="http://schemas.openxmlformats.org/officeDocument/2006/relationships/image" Target="../media/image23.jpg"/><Relationship Id="rId7" Type="http://schemas.openxmlformats.org/officeDocument/2006/relationships/image" Target="../media/image10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5" Type="http://schemas.openxmlformats.org/officeDocument/2006/relationships/image" Target="../media/image26.png"/><Relationship Id="rId2" Type="http://schemas.microsoft.com/office/2007/relationships/media" Target="../media/media1.m4a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44.png"/><Relationship Id="rId1" Type="http://schemas.openxmlformats.org/officeDocument/2006/relationships/audio" Target="NULL" TargetMode="External"/><Relationship Id="rId6" Type="http://schemas.openxmlformats.org/officeDocument/2006/relationships/image" Target="../media/image9.png"/><Relationship Id="rId11" Type="http://schemas.openxmlformats.org/officeDocument/2006/relationships/image" Target="../media/image8.png"/><Relationship Id="rId24" Type="http://schemas.openxmlformats.org/officeDocument/2006/relationships/image" Target="../media/image25.svg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7.svg"/><Relationship Id="rId23" Type="http://schemas.openxmlformats.org/officeDocument/2006/relationships/image" Target="../media/image24.png"/><Relationship Id="rId28" Type="http://schemas.openxmlformats.org/officeDocument/2006/relationships/image" Target="../media/image43.svg"/><Relationship Id="rId10" Type="http://schemas.openxmlformats.org/officeDocument/2006/relationships/hyperlink" Target="https://www.vecteezy.com/vector-art/18755319-isometric-server-equipment-isolated-background-flat-isometric-3d-illustration-cloud-server-datacenter-storage-room-object-vector-illustration" TargetMode="External"/><Relationship Id="rId19" Type="http://schemas.openxmlformats.org/officeDocument/2006/relationships/image" Target="../media/image21.svg"/><Relationship Id="rId4" Type="http://schemas.openxmlformats.org/officeDocument/2006/relationships/audio" Target="../media/media2.m4a"/><Relationship Id="rId9" Type="http://schemas.microsoft.com/office/2007/relationships/hdphoto" Target="../media/hdphoto2.wdp"/><Relationship Id="rId14" Type="http://schemas.openxmlformats.org/officeDocument/2006/relationships/image" Target="../media/image16.png"/><Relationship Id="rId22" Type="http://schemas.openxmlformats.org/officeDocument/2006/relationships/hyperlink" Target="https://icon-library.com/icon/server-icon-transparent-3.html" TargetMode="External"/><Relationship Id="rId27" Type="http://schemas.openxmlformats.org/officeDocument/2006/relationships/image" Target="../media/image42.png"/><Relationship Id="rId30" Type="http://schemas.openxmlformats.org/officeDocument/2006/relationships/image" Target="../media/image4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1E1F6-E07C-CA36-2B85-5338AE63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1F967-6344-7D12-3EA4-29DA748F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2F7D20-9ABA-9546-9BE5-08AE348939E0}" type="slidenum">
              <a:rPr lang="sv-SE" altLang="sv-SE" smtClean="0"/>
              <a:pPr>
                <a:defRPr/>
              </a:pPr>
              <a:t>1</a:t>
            </a:fld>
            <a:endParaRPr lang="sv-SE" altLang="sv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30395-4AB0-32C4-5AD8-EBA128A5CBAB}"/>
              </a:ext>
            </a:extLst>
          </p:cNvPr>
          <p:cNvSpPr txBox="1"/>
          <p:nvPr/>
        </p:nvSpPr>
        <p:spPr>
          <a:xfrm>
            <a:off x="4255728" y="3814916"/>
            <a:ext cx="1384163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14-01-2025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564A8FA-6E49-AF4F-1DFB-1BB61884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75" y="1386562"/>
            <a:ext cx="8596668" cy="2615167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it-IT" sz="5300" dirty="0" err="1"/>
              <a:t>SecurePubSub</a:t>
            </a:r>
            <a:r>
              <a:rPr lang="it-IT" sz="5300" dirty="0"/>
              <a:t> Project</a:t>
            </a:r>
            <a:br>
              <a:rPr lang="it-IT" dirty="0"/>
            </a:br>
            <a:r>
              <a:rPr lang="it-IT" sz="3100" dirty="0" err="1"/>
              <a:t>Final</a:t>
            </a:r>
            <a:r>
              <a:rPr lang="it-IT" sz="3100" dirty="0"/>
              <a:t> </a:t>
            </a:r>
            <a:r>
              <a:rPr lang="it-IT" sz="3100" dirty="0" err="1"/>
              <a:t>presentation</a:t>
            </a:r>
            <a:endParaRPr lang="en-GB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4CB0BA6-5A77-A92F-35DA-293C662A0A00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14505350" y="3559844"/>
            <a:ext cx="1251210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E77A7229-AF90-50FA-59A3-B56FEADA2D43}"/>
              </a:ext>
            </a:extLst>
          </p:cNvPr>
          <p:cNvSpPr/>
          <p:nvPr/>
        </p:nvSpPr>
        <p:spPr>
          <a:xfrm>
            <a:off x="14342791" y="3478564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4BCA43-3ACD-97F0-FA33-EC0B8C8EC138}"/>
              </a:ext>
            </a:extLst>
          </p:cNvPr>
          <p:cNvGrpSpPr/>
          <p:nvPr/>
        </p:nvGrpSpPr>
        <p:grpSpPr>
          <a:xfrm>
            <a:off x="12621163" y="2503203"/>
            <a:ext cx="4021393" cy="976523"/>
            <a:chOff x="442452" y="2367280"/>
            <a:chExt cx="4021393" cy="97652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4308E1-8109-DFA4-804C-D129C15F79A8}"/>
                </a:ext>
              </a:extLst>
            </p:cNvPr>
            <p:cNvSpPr txBox="1"/>
            <p:nvPr/>
          </p:nvSpPr>
          <p:spPr>
            <a:xfrm>
              <a:off x="677334" y="2505619"/>
              <a:ext cx="3658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 err="1"/>
                <a:t>Initial</a:t>
              </a:r>
              <a:r>
                <a:rPr lang="it-IT" sz="2000" dirty="0"/>
                <a:t> goals and </a:t>
              </a:r>
              <a:r>
                <a:rPr lang="it-IT" sz="2000" dirty="0" err="1"/>
                <a:t>requirements</a:t>
              </a:r>
              <a:endParaRPr lang="en-GB" sz="200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67DA700-ACED-BF61-EBFB-A6376AFCF73E}"/>
                </a:ext>
              </a:extLst>
            </p:cNvPr>
            <p:cNvSpPr/>
            <p:nvPr/>
          </p:nvSpPr>
          <p:spPr>
            <a:xfrm>
              <a:off x="442452" y="2367280"/>
              <a:ext cx="4021393" cy="701008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BAFCB04-FA83-7384-19AA-62D310EF5A59}"/>
                </a:ext>
              </a:extLst>
            </p:cNvPr>
            <p:cNvCxnSpPr>
              <a:cxnSpLocks/>
            </p:cNvCxnSpPr>
            <p:nvPr/>
          </p:nvCxnSpPr>
          <p:spPr>
            <a:xfrm>
              <a:off x="2245359" y="3069450"/>
              <a:ext cx="1" cy="27435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1C9D51E-249C-EF5F-56CF-0DF604EE81A6}"/>
              </a:ext>
            </a:extLst>
          </p:cNvPr>
          <p:cNvSpPr txBox="1">
            <a:spLocks/>
          </p:cNvSpPr>
          <p:nvPr/>
        </p:nvSpPr>
        <p:spPr>
          <a:xfrm>
            <a:off x="335664" y="-1846210"/>
            <a:ext cx="8596668" cy="10127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4800"/>
              <a:t>Outline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9634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630D0-CE4E-1D97-C938-DC90728E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CE6ED-DB1F-6FE8-4D8C-3EACA9C8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2F7D20-9ABA-9546-9BE5-08AE348939E0}" type="slidenum">
              <a:rPr lang="sv-SE" altLang="sv-SE" smtClean="0"/>
              <a:pPr>
                <a:defRPr/>
              </a:pPr>
              <a:t>2</a:t>
            </a:fld>
            <a:endParaRPr lang="sv-SE" altLang="sv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0EC11-043D-0523-9BE0-AD4FDD51DE1B}"/>
              </a:ext>
            </a:extLst>
          </p:cNvPr>
          <p:cNvSpPr txBox="1"/>
          <p:nvPr/>
        </p:nvSpPr>
        <p:spPr>
          <a:xfrm>
            <a:off x="-18251365" y="3814916"/>
            <a:ext cx="1384163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14-01-2025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C83730-7C20-C2BF-7411-D67336DA5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57618" y="1386562"/>
            <a:ext cx="8596668" cy="2615167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it-IT" sz="5300" dirty="0" err="1"/>
              <a:t>SecurePubSub</a:t>
            </a:r>
            <a:r>
              <a:rPr lang="it-IT" sz="5300" dirty="0"/>
              <a:t> Project</a:t>
            </a:r>
            <a:br>
              <a:rPr lang="it-IT" dirty="0"/>
            </a:br>
            <a:r>
              <a:rPr lang="it-IT" sz="3100" dirty="0" err="1"/>
              <a:t>Final</a:t>
            </a:r>
            <a:r>
              <a:rPr lang="it-IT" sz="3100" dirty="0"/>
              <a:t> </a:t>
            </a:r>
            <a:r>
              <a:rPr lang="it-IT" sz="3100" dirty="0" err="1"/>
              <a:t>presentation</a:t>
            </a:r>
            <a:endParaRPr lang="en-GB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AC1FD36-E34A-2F00-1B1C-147C0974A798}"/>
              </a:ext>
            </a:extLst>
          </p:cNvPr>
          <p:cNvCxnSpPr>
            <a:cxnSpLocks/>
          </p:cNvCxnSpPr>
          <p:nvPr/>
        </p:nvCxnSpPr>
        <p:spPr>
          <a:xfrm>
            <a:off x="3017949" y="3559844"/>
            <a:ext cx="1251210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2F002CC-9104-7C75-51D5-EA420ADAA15C}"/>
              </a:ext>
            </a:extLst>
          </p:cNvPr>
          <p:cNvGrpSpPr/>
          <p:nvPr/>
        </p:nvGrpSpPr>
        <p:grpSpPr>
          <a:xfrm>
            <a:off x="1133762" y="2503203"/>
            <a:ext cx="4021393" cy="976523"/>
            <a:chOff x="442452" y="2367280"/>
            <a:chExt cx="4021393" cy="97652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EFBBE7-DDF0-DEB9-465A-86AE52479D42}"/>
                </a:ext>
              </a:extLst>
            </p:cNvPr>
            <p:cNvSpPr txBox="1"/>
            <p:nvPr/>
          </p:nvSpPr>
          <p:spPr>
            <a:xfrm>
              <a:off x="677334" y="2505619"/>
              <a:ext cx="3658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 err="1"/>
                <a:t>Initial</a:t>
              </a:r>
              <a:r>
                <a:rPr lang="it-IT" sz="2000" dirty="0"/>
                <a:t> goals and </a:t>
              </a:r>
              <a:r>
                <a:rPr lang="it-IT" sz="2000" dirty="0" err="1"/>
                <a:t>requirements</a:t>
              </a:r>
              <a:endParaRPr lang="en-GB" sz="200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63004CD-56F2-7090-C8EC-B67528C7F420}"/>
                </a:ext>
              </a:extLst>
            </p:cNvPr>
            <p:cNvSpPr/>
            <p:nvPr/>
          </p:nvSpPr>
          <p:spPr>
            <a:xfrm>
              <a:off x="442452" y="2367280"/>
              <a:ext cx="4021393" cy="701008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52856F5-4619-A2AE-E026-81A0C4ABA945}"/>
                </a:ext>
              </a:extLst>
            </p:cNvPr>
            <p:cNvCxnSpPr>
              <a:cxnSpLocks/>
            </p:cNvCxnSpPr>
            <p:nvPr/>
          </p:nvCxnSpPr>
          <p:spPr>
            <a:xfrm>
              <a:off x="2245359" y="3069450"/>
              <a:ext cx="1" cy="27435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5">
            <a:extLst>
              <a:ext uri="{FF2B5EF4-FFF2-40B4-BE49-F238E27FC236}">
                <a16:creationId xmlns:a16="http://schemas.microsoft.com/office/drawing/2014/main" id="{1CEB8ACA-0151-B529-12C9-CF599195BF1E}"/>
              </a:ext>
            </a:extLst>
          </p:cNvPr>
          <p:cNvSpPr/>
          <p:nvPr/>
        </p:nvSpPr>
        <p:spPr>
          <a:xfrm>
            <a:off x="14971257" y="3478564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B9E4824B-9B4D-A245-71AB-E8B4D15724C8}"/>
              </a:ext>
            </a:extLst>
          </p:cNvPr>
          <p:cNvSpPr/>
          <p:nvPr/>
        </p:nvSpPr>
        <p:spPr>
          <a:xfrm>
            <a:off x="14531095" y="3478562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2FCA2145-82FE-61F7-8C7B-206FE8CDDE1D}"/>
              </a:ext>
            </a:extLst>
          </p:cNvPr>
          <p:cNvSpPr/>
          <p:nvPr/>
        </p:nvSpPr>
        <p:spPr>
          <a:xfrm>
            <a:off x="14101093" y="3478563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2">
            <a:extLst>
              <a:ext uri="{FF2B5EF4-FFF2-40B4-BE49-F238E27FC236}">
                <a16:creationId xmlns:a16="http://schemas.microsoft.com/office/drawing/2014/main" id="{8320D354-5736-DC02-3CC5-561E765C48DF}"/>
              </a:ext>
            </a:extLst>
          </p:cNvPr>
          <p:cNvSpPr/>
          <p:nvPr/>
        </p:nvSpPr>
        <p:spPr>
          <a:xfrm>
            <a:off x="13718453" y="3478562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1">
            <a:extLst>
              <a:ext uri="{FF2B5EF4-FFF2-40B4-BE49-F238E27FC236}">
                <a16:creationId xmlns:a16="http://schemas.microsoft.com/office/drawing/2014/main" id="{EE32FF63-01B3-9A12-C972-0ECA9F22292E}"/>
              </a:ext>
            </a:extLst>
          </p:cNvPr>
          <p:cNvSpPr/>
          <p:nvPr/>
        </p:nvSpPr>
        <p:spPr>
          <a:xfrm>
            <a:off x="2855390" y="3491231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21E265A-BD19-8F2C-1B3D-591D1741AFCC}"/>
              </a:ext>
            </a:extLst>
          </p:cNvPr>
          <p:cNvSpPr txBox="1">
            <a:spLocks/>
          </p:cNvSpPr>
          <p:nvPr/>
        </p:nvSpPr>
        <p:spPr>
          <a:xfrm>
            <a:off x="335664" y="388062"/>
            <a:ext cx="8596668" cy="10127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4800"/>
              <a:t>Outline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8434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98AB4-D89E-6077-F557-E61E6954B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A0054-29F1-341C-6948-F08F3EF7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2F7D20-9ABA-9546-9BE5-08AE348939E0}" type="slidenum">
              <a:rPr lang="sv-SE" altLang="sv-SE" smtClean="0"/>
              <a:pPr>
                <a:defRPr/>
              </a:pPr>
              <a:t>3</a:t>
            </a:fld>
            <a:endParaRPr lang="sv-SE" altLang="sv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85860C-7911-1DC6-A762-FCB4F5A263FB}"/>
              </a:ext>
            </a:extLst>
          </p:cNvPr>
          <p:cNvSpPr txBox="1"/>
          <p:nvPr/>
        </p:nvSpPr>
        <p:spPr>
          <a:xfrm>
            <a:off x="-18251365" y="3814916"/>
            <a:ext cx="1384163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14-01-2025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A83723-F149-9DE3-1C54-E70C016E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57618" y="1386562"/>
            <a:ext cx="8596668" cy="2615167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it-IT" sz="5300" dirty="0" err="1"/>
              <a:t>SecurePubSub</a:t>
            </a:r>
            <a:r>
              <a:rPr lang="it-IT" sz="5300" dirty="0"/>
              <a:t> Project</a:t>
            </a:r>
            <a:br>
              <a:rPr lang="it-IT" dirty="0"/>
            </a:br>
            <a:r>
              <a:rPr lang="it-IT" sz="3100" dirty="0" err="1"/>
              <a:t>Final</a:t>
            </a:r>
            <a:r>
              <a:rPr lang="it-IT" sz="3100" dirty="0"/>
              <a:t> </a:t>
            </a:r>
            <a:r>
              <a:rPr lang="it-IT" sz="3100" dirty="0" err="1"/>
              <a:t>presentation</a:t>
            </a:r>
            <a:endParaRPr lang="en-GB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6A87B07-FE72-0A00-F434-50CE181A6CD8}"/>
              </a:ext>
            </a:extLst>
          </p:cNvPr>
          <p:cNvCxnSpPr>
            <a:cxnSpLocks/>
          </p:cNvCxnSpPr>
          <p:nvPr/>
        </p:nvCxnSpPr>
        <p:spPr>
          <a:xfrm>
            <a:off x="3017949" y="3559844"/>
            <a:ext cx="1251210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C57A80AA-2D1D-4EF6-4E75-B0E8F188CCD0}"/>
              </a:ext>
            </a:extLst>
          </p:cNvPr>
          <p:cNvGrpSpPr/>
          <p:nvPr/>
        </p:nvGrpSpPr>
        <p:grpSpPr>
          <a:xfrm>
            <a:off x="2231042" y="2503203"/>
            <a:ext cx="4021393" cy="976523"/>
            <a:chOff x="442452" y="2367280"/>
            <a:chExt cx="4021393" cy="97652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02DDF1-AF19-5726-2B8C-14FB35E319B7}"/>
                </a:ext>
              </a:extLst>
            </p:cNvPr>
            <p:cNvSpPr txBox="1"/>
            <p:nvPr/>
          </p:nvSpPr>
          <p:spPr>
            <a:xfrm>
              <a:off x="677334" y="2505619"/>
              <a:ext cx="3658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dirty="0"/>
                <a:t>The </a:t>
              </a:r>
              <a:r>
                <a:rPr lang="it-IT" sz="2000" dirty="0" err="1"/>
                <a:t>Process</a:t>
              </a:r>
              <a:r>
                <a:rPr lang="it-IT" sz="2000" dirty="0"/>
                <a:t> Timeline</a:t>
              </a:r>
              <a:endParaRPr lang="en-GB" sz="200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AA80750-91A2-D0FC-58A8-AE4D35A6A82F}"/>
                </a:ext>
              </a:extLst>
            </p:cNvPr>
            <p:cNvSpPr/>
            <p:nvPr/>
          </p:nvSpPr>
          <p:spPr>
            <a:xfrm>
              <a:off x="442452" y="2367280"/>
              <a:ext cx="4021393" cy="701008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FC96DD-78E3-F54E-BC4E-EB7830F2966B}"/>
                </a:ext>
              </a:extLst>
            </p:cNvPr>
            <p:cNvCxnSpPr>
              <a:cxnSpLocks/>
            </p:cNvCxnSpPr>
            <p:nvPr/>
          </p:nvCxnSpPr>
          <p:spPr>
            <a:xfrm>
              <a:off x="2245359" y="3069450"/>
              <a:ext cx="1" cy="27435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5">
            <a:extLst>
              <a:ext uri="{FF2B5EF4-FFF2-40B4-BE49-F238E27FC236}">
                <a16:creationId xmlns:a16="http://schemas.microsoft.com/office/drawing/2014/main" id="{EC4B0577-7384-70E9-20B6-F02FA37DC5F8}"/>
              </a:ext>
            </a:extLst>
          </p:cNvPr>
          <p:cNvSpPr/>
          <p:nvPr/>
        </p:nvSpPr>
        <p:spPr>
          <a:xfrm>
            <a:off x="14971257" y="3478564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ED7B58FE-EC14-34D1-0DC3-9C0513D640EE}"/>
              </a:ext>
            </a:extLst>
          </p:cNvPr>
          <p:cNvSpPr/>
          <p:nvPr/>
        </p:nvSpPr>
        <p:spPr>
          <a:xfrm>
            <a:off x="14531095" y="3478562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994E1A0F-CFC3-04F4-B0E7-76F91AC6E69A}"/>
              </a:ext>
            </a:extLst>
          </p:cNvPr>
          <p:cNvSpPr/>
          <p:nvPr/>
        </p:nvSpPr>
        <p:spPr>
          <a:xfrm>
            <a:off x="14101093" y="3478563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2">
            <a:extLst>
              <a:ext uri="{FF2B5EF4-FFF2-40B4-BE49-F238E27FC236}">
                <a16:creationId xmlns:a16="http://schemas.microsoft.com/office/drawing/2014/main" id="{223DD425-8688-13B2-92D0-78E939E97B4A}"/>
              </a:ext>
            </a:extLst>
          </p:cNvPr>
          <p:cNvSpPr/>
          <p:nvPr/>
        </p:nvSpPr>
        <p:spPr>
          <a:xfrm>
            <a:off x="3964633" y="3478562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1">
            <a:extLst>
              <a:ext uri="{FF2B5EF4-FFF2-40B4-BE49-F238E27FC236}">
                <a16:creationId xmlns:a16="http://schemas.microsoft.com/office/drawing/2014/main" id="{39B0BA78-C27F-4824-4CD6-3BFCE4CEB509}"/>
              </a:ext>
            </a:extLst>
          </p:cNvPr>
          <p:cNvSpPr/>
          <p:nvPr/>
        </p:nvSpPr>
        <p:spPr>
          <a:xfrm>
            <a:off x="2855390" y="3491231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209F9ED-D52B-AFB6-9F5D-F5FCDCFDB34E}"/>
              </a:ext>
            </a:extLst>
          </p:cNvPr>
          <p:cNvSpPr txBox="1">
            <a:spLocks/>
          </p:cNvSpPr>
          <p:nvPr/>
        </p:nvSpPr>
        <p:spPr>
          <a:xfrm>
            <a:off x="335664" y="388062"/>
            <a:ext cx="8596668" cy="10127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4800"/>
              <a:t>Outline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2286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C82C0-D200-2E82-15DC-A7F510A6F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A7F83-4803-725C-3412-3F3C7D2DA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2F7D20-9ABA-9546-9BE5-08AE348939E0}" type="slidenum">
              <a:rPr lang="sv-SE" altLang="sv-SE" smtClean="0"/>
              <a:pPr>
                <a:defRPr/>
              </a:pPr>
              <a:t>4</a:t>
            </a:fld>
            <a:endParaRPr lang="sv-SE" altLang="sv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D8236-9984-B1CE-5106-5227BF0EB5FA}"/>
              </a:ext>
            </a:extLst>
          </p:cNvPr>
          <p:cNvSpPr txBox="1"/>
          <p:nvPr/>
        </p:nvSpPr>
        <p:spPr>
          <a:xfrm>
            <a:off x="-18251365" y="3814916"/>
            <a:ext cx="1384163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14-01-2025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1C4C579-4FC7-DA14-3A71-8E1C82F6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57618" y="1386562"/>
            <a:ext cx="8596668" cy="2615167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it-IT" sz="5300" dirty="0" err="1"/>
              <a:t>SecurePubSub</a:t>
            </a:r>
            <a:r>
              <a:rPr lang="it-IT" sz="5300" dirty="0"/>
              <a:t> Project</a:t>
            </a:r>
            <a:br>
              <a:rPr lang="it-IT" dirty="0"/>
            </a:br>
            <a:r>
              <a:rPr lang="it-IT" sz="3100" dirty="0" err="1"/>
              <a:t>Final</a:t>
            </a:r>
            <a:r>
              <a:rPr lang="it-IT" sz="3100" dirty="0"/>
              <a:t> </a:t>
            </a:r>
            <a:r>
              <a:rPr lang="it-IT" sz="3100" dirty="0" err="1"/>
              <a:t>presentation</a:t>
            </a:r>
            <a:endParaRPr lang="en-GB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9215C70-DF46-CD26-FFF5-CFE2D2C17D28}"/>
              </a:ext>
            </a:extLst>
          </p:cNvPr>
          <p:cNvCxnSpPr>
            <a:cxnSpLocks/>
          </p:cNvCxnSpPr>
          <p:nvPr/>
        </p:nvCxnSpPr>
        <p:spPr>
          <a:xfrm>
            <a:off x="3017949" y="3559844"/>
            <a:ext cx="1251210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6B36D-6C58-55A9-084C-5F7518C48B99}"/>
              </a:ext>
            </a:extLst>
          </p:cNvPr>
          <p:cNvGrpSpPr/>
          <p:nvPr/>
        </p:nvGrpSpPr>
        <p:grpSpPr>
          <a:xfrm>
            <a:off x="3368962" y="2503203"/>
            <a:ext cx="4021393" cy="976523"/>
            <a:chOff x="442452" y="2367280"/>
            <a:chExt cx="4021393" cy="97652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ED63EB-C58F-3C8A-D2AA-336F29948D1A}"/>
                </a:ext>
              </a:extLst>
            </p:cNvPr>
            <p:cNvSpPr txBox="1"/>
            <p:nvPr/>
          </p:nvSpPr>
          <p:spPr>
            <a:xfrm>
              <a:off x="660619" y="2505619"/>
              <a:ext cx="3658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dirty="0"/>
                <a:t>The </a:t>
              </a:r>
              <a:r>
                <a:rPr lang="it-IT" sz="2000" dirty="0" err="1"/>
                <a:t>results</a:t>
              </a:r>
              <a:r>
                <a:rPr lang="it-IT" sz="2000" dirty="0"/>
                <a:t> </a:t>
              </a:r>
              <a:r>
                <a:rPr lang="it-IT" sz="2000" dirty="0" err="1"/>
                <a:t>obtained</a:t>
              </a:r>
              <a:endParaRPr lang="en-GB" sz="200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B2F7A19-6F97-9A59-DFF0-EA972971F603}"/>
                </a:ext>
              </a:extLst>
            </p:cNvPr>
            <p:cNvSpPr/>
            <p:nvPr/>
          </p:nvSpPr>
          <p:spPr>
            <a:xfrm>
              <a:off x="442452" y="2367280"/>
              <a:ext cx="4021393" cy="701008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E857BE1-9E8F-C662-E5B7-BDE640B827CB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44" y="3069450"/>
              <a:ext cx="1" cy="27435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5">
            <a:extLst>
              <a:ext uri="{FF2B5EF4-FFF2-40B4-BE49-F238E27FC236}">
                <a16:creationId xmlns:a16="http://schemas.microsoft.com/office/drawing/2014/main" id="{FC5082FE-414B-A597-AC37-1E11B36A852D}"/>
              </a:ext>
            </a:extLst>
          </p:cNvPr>
          <p:cNvSpPr/>
          <p:nvPr/>
        </p:nvSpPr>
        <p:spPr>
          <a:xfrm>
            <a:off x="14971257" y="3478564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076F6F4F-9345-F5A6-7A89-CACF400B5A48}"/>
              </a:ext>
            </a:extLst>
          </p:cNvPr>
          <p:cNvSpPr/>
          <p:nvPr/>
        </p:nvSpPr>
        <p:spPr>
          <a:xfrm>
            <a:off x="14531095" y="3478562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A356E0B1-1300-078C-1AFB-53159DD1AA1E}"/>
              </a:ext>
            </a:extLst>
          </p:cNvPr>
          <p:cNvSpPr/>
          <p:nvPr/>
        </p:nvSpPr>
        <p:spPr>
          <a:xfrm>
            <a:off x="5073876" y="3478563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2">
            <a:extLst>
              <a:ext uri="{FF2B5EF4-FFF2-40B4-BE49-F238E27FC236}">
                <a16:creationId xmlns:a16="http://schemas.microsoft.com/office/drawing/2014/main" id="{E8CD3BB1-9E9B-3CE4-CA1C-0FA3EF6C78B4}"/>
              </a:ext>
            </a:extLst>
          </p:cNvPr>
          <p:cNvSpPr/>
          <p:nvPr/>
        </p:nvSpPr>
        <p:spPr>
          <a:xfrm>
            <a:off x="3964633" y="3478562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1">
            <a:extLst>
              <a:ext uri="{FF2B5EF4-FFF2-40B4-BE49-F238E27FC236}">
                <a16:creationId xmlns:a16="http://schemas.microsoft.com/office/drawing/2014/main" id="{D2AD2547-532E-7B33-408C-E46141109AB4}"/>
              </a:ext>
            </a:extLst>
          </p:cNvPr>
          <p:cNvSpPr/>
          <p:nvPr/>
        </p:nvSpPr>
        <p:spPr>
          <a:xfrm>
            <a:off x="2855390" y="3491231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09BB2EB-3556-C7F2-EE01-213C1AE6DA03}"/>
              </a:ext>
            </a:extLst>
          </p:cNvPr>
          <p:cNvSpPr txBox="1">
            <a:spLocks/>
          </p:cNvSpPr>
          <p:nvPr/>
        </p:nvSpPr>
        <p:spPr>
          <a:xfrm>
            <a:off x="335664" y="388062"/>
            <a:ext cx="8596668" cy="10127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4800"/>
              <a:t>Outline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4184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73EF0-6820-A77F-992C-2E8E47981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AA8A5-C03F-B1FE-982E-FEFF6D0D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2F7D20-9ABA-9546-9BE5-08AE348939E0}" type="slidenum">
              <a:rPr lang="sv-SE" altLang="sv-SE" smtClean="0"/>
              <a:pPr>
                <a:defRPr/>
              </a:pPr>
              <a:t>5</a:t>
            </a:fld>
            <a:endParaRPr lang="sv-SE" altLang="sv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7037E-F8D6-D1C0-D013-F3CBB0895D76}"/>
              </a:ext>
            </a:extLst>
          </p:cNvPr>
          <p:cNvSpPr txBox="1"/>
          <p:nvPr/>
        </p:nvSpPr>
        <p:spPr>
          <a:xfrm>
            <a:off x="-18251365" y="3814916"/>
            <a:ext cx="1384163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14-01-2025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6E7716-24E3-814F-5E9A-7F9B11F4A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57618" y="1386562"/>
            <a:ext cx="8596668" cy="2615167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it-IT" sz="5300" dirty="0" err="1"/>
              <a:t>SecurePubSub</a:t>
            </a:r>
            <a:r>
              <a:rPr lang="it-IT" sz="5300" dirty="0"/>
              <a:t> Project</a:t>
            </a:r>
            <a:br>
              <a:rPr lang="it-IT" dirty="0"/>
            </a:br>
            <a:r>
              <a:rPr lang="it-IT" sz="3100" dirty="0" err="1"/>
              <a:t>Final</a:t>
            </a:r>
            <a:r>
              <a:rPr lang="it-IT" sz="3100" dirty="0"/>
              <a:t> </a:t>
            </a:r>
            <a:r>
              <a:rPr lang="it-IT" sz="3100" dirty="0" err="1"/>
              <a:t>presentation</a:t>
            </a:r>
            <a:endParaRPr lang="en-GB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04B6CF1-FD6C-8F6D-FB8C-940B29767B85}"/>
              </a:ext>
            </a:extLst>
          </p:cNvPr>
          <p:cNvCxnSpPr>
            <a:cxnSpLocks/>
          </p:cNvCxnSpPr>
          <p:nvPr/>
        </p:nvCxnSpPr>
        <p:spPr>
          <a:xfrm>
            <a:off x="3017949" y="3559844"/>
            <a:ext cx="1251210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B13674D8-7110-8EAC-BFDF-524DAD5D034E}"/>
              </a:ext>
            </a:extLst>
          </p:cNvPr>
          <p:cNvGrpSpPr/>
          <p:nvPr/>
        </p:nvGrpSpPr>
        <p:grpSpPr>
          <a:xfrm>
            <a:off x="4475271" y="2503203"/>
            <a:ext cx="4021393" cy="976523"/>
            <a:chOff x="442452" y="2367280"/>
            <a:chExt cx="4021393" cy="97652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C8D292-2839-6644-0FA2-918472C7164C}"/>
                </a:ext>
              </a:extLst>
            </p:cNvPr>
            <p:cNvSpPr txBox="1"/>
            <p:nvPr/>
          </p:nvSpPr>
          <p:spPr>
            <a:xfrm>
              <a:off x="660619" y="2505619"/>
              <a:ext cx="3658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dirty="0" err="1"/>
                <a:t>Lessons</a:t>
              </a:r>
              <a:r>
                <a:rPr lang="it-IT" sz="2000" dirty="0"/>
                <a:t> </a:t>
              </a:r>
              <a:r>
                <a:rPr lang="it-IT" sz="2000" dirty="0" err="1"/>
                <a:t>learnt</a:t>
              </a:r>
              <a:endParaRPr lang="en-GB" sz="200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5461340-70A5-B10F-A1C9-C55BF0AFEA2B}"/>
                </a:ext>
              </a:extLst>
            </p:cNvPr>
            <p:cNvSpPr/>
            <p:nvPr/>
          </p:nvSpPr>
          <p:spPr>
            <a:xfrm>
              <a:off x="442452" y="2367280"/>
              <a:ext cx="4021393" cy="701008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3080498-7E84-F690-8925-E505A979472F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44" y="3069450"/>
              <a:ext cx="1" cy="27435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5">
            <a:extLst>
              <a:ext uri="{FF2B5EF4-FFF2-40B4-BE49-F238E27FC236}">
                <a16:creationId xmlns:a16="http://schemas.microsoft.com/office/drawing/2014/main" id="{CC7A8158-BC21-650B-00EA-F481D360940C}"/>
              </a:ext>
            </a:extLst>
          </p:cNvPr>
          <p:cNvSpPr/>
          <p:nvPr/>
        </p:nvSpPr>
        <p:spPr>
          <a:xfrm>
            <a:off x="14971257" y="3478564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1EA2392B-112E-34EB-21F2-328442AD8F52}"/>
              </a:ext>
            </a:extLst>
          </p:cNvPr>
          <p:cNvSpPr/>
          <p:nvPr/>
        </p:nvSpPr>
        <p:spPr>
          <a:xfrm>
            <a:off x="6183117" y="3478562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B69BB3A8-459C-0B49-202F-FABF12CA32B9}"/>
              </a:ext>
            </a:extLst>
          </p:cNvPr>
          <p:cNvSpPr/>
          <p:nvPr/>
        </p:nvSpPr>
        <p:spPr>
          <a:xfrm>
            <a:off x="5073876" y="3478563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2">
            <a:extLst>
              <a:ext uri="{FF2B5EF4-FFF2-40B4-BE49-F238E27FC236}">
                <a16:creationId xmlns:a16="http://schemas.microsoft.com/office/drawing/2014/main" id="{A823FB4E-5B12-1CD2-81A2-1A6FC6236DF8}"/>
              </a:ext>
            </a:extLst>
          </p:cNvPr>
          <p:cNvSpPr/>
          <p:nvPr/>
        </p:nvSpPr>
        <p:spPr>
          <a:xfrm>
            <a:off x="3964633" y="3478562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1">
            <a:extLst>
              <a:ext uri="{FF2B5EF4-FFF2-40B4-BE49-F238E27FC236}">
                <a16:creationId xmlns:a16="http://schemas.microsoft.com/office/drawing/2014/main" id="{901B11AE-5158-FF65-481F-1EDAFA3C9034}"/>
              </a:ext>
            </a:extLst>
          </p:cNvPr>
          <p:cNvSpPr/>
          <p:nvPr/>
        </p:nvSpPr>
        <p:spPr>
          <a:xfrm>
            <a:off x="2855390" y="3491231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C7149-F4B0-3B80-7CA2-9ED74CC81CB8}"/>
              </a:ext>
            </a:extLst>
          </p:cNvPr>
          <p:cNvSpPr txBox="1">
            <a:spLocks/>
          </p:cNvSpPr>
          <p:nvPr/>
        </p:nvSpPr>
        <p:spPr>
          <a:xfrm>
            <a:off x="335664" y="388062"/>
            <a:ext cx="8596668" cy="10127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4800"/>
              <a:t>Outline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673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CDA74-EE7F-3938-A243-9D397C06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3F989-359F-82F1-5C39-8CB7ED66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2F7D20-9ABA-9546-9BE5-08AE348939E0}" type="slidenum">
              <a:rPr lang="sv-SE" altLang="sv-SE" smtClean="0"/>
              <a:pPr>
                <a:defRPr/>
              </a:pPr>
              <a:t>6</a:t>
            </a:fld>
            <a:endParaRPr lang="sv-SE" altLang="sv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A393E-6095-6768-93C2-2FD2EBAD06ED}"/>
              </a:ext>
            </a:extLst>
          </p:cNvPr>
          <p:cNvSpPr txBox="1"/>
          <p:nvPr/>
        </p:nvSpPr>
        <p:spPr>
          <a:xfrm>
            <a:off x="-18251365" y="3814916"/>
            <a:ext cx="1384163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14-01-2025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061C6C-1819-B02C-62BD-F72207296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57618" y="1386562"/>
            <a:ext cx="8596668" cy="2615167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it-IT" sz="5300" dirty="0" err="1"/>
              <a:t>SecurePubSub</a:t>
            </a:r>
            <a:r>
              <a:rPr lang="it-IT" sz="5300" dirty="0"/>
              <a:t> Project</a:t>
            </a:r>
            <a:br>
              <a:rPr lang="it-IT" dirty="0"/>
            </a:br>
            <a:r>
              <a:rPr lang="it-IT" sz="3100" dirty="0" err="1"/>
              <a:t>Final</a:t>
            </a:r>
            <a:r>
              <a:rPr lang="it-IT" sz="3100" dirty="0"/>
              <a:t> </a:t>
            </a:r>
            <a:r>
              <a:rPr lang="it-IT" sz="3100" dirty="0" err="1"/>
              <a:t>presentation</a:t>
            </a:r>
            <a:endParaRPr lang="en-GB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1C104BA-2E4A-A414-CB84-288DC5ABCFB8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3017949" y="3559844"/>
            <a:ext cx="43483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D84EE083-DFF3-7127-67DB-F531B0BD3ABC}"/>
              </a:ext>
            </a:extLst>
          </p:cNvPr>
          <p:cNvGrpSpPr/>
          <p:nvPr/>
        </p:nvGrpSpPr>
        <p:grpSpPr>
          <a:xfrm>
            <a:off x="5648751" y="2503203"/>
            <a:ext cx="4021393" cy="976523"/>
            <a:chOff x="442452" y="2367280"/>
            <a:chExt cx="4021393" cy="97652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38FDF5E-0C4D-8257-4507-B5C0B53FAEEF}"/>
                </a:ext>
              </a:extLst>
            </p:cNvPr>
            <p:cNvSpPr txBox="1"/>
            <p:nvPr/>
          </p:nvSpPr>
          <p:spPr>
            <a:xfrm>
              <a:off x="660619" y="2505619"/>
              <a:ext cx="3658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dirty="0"/>
                <a:t>Project demo</a:t>
              </a:r>
              <a:endParaRPr lang="en-GB" sz="200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699E22F-D9D6-2271-FE0D-F724FDBFC469}"/>
                </a:ext>
              </a:extLst>
            </p:cNvPr>
            <p:cNvSpPr/>
            <p:nvPr/>
          </p:nvSpPr>
          <p:spPr>
            <a:xfrm>
              <a:off x="442452" y="2367280"/>
              <a:ext cx="4021393" cy="701008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4402A5E-7D04-14A5-CA9D-03F92E5C9886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44" y="3069450"/>
              <a:ext cx="1" cy="27435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5">
            <a:extLst>
              <a:ext uri="{FF2B5EF4-FFF2-40B4-BE49-F238E27FC236}">
                <a16:creationId xmlns:a16="http://schemas.microsoft.com/office/drawing/2014/main" id="{3B402FF0-B54E-A009-471E-84D4C5278946}"/>
              </a:ext>
            </a:extLst>
          </p:cNvPr>
          <p:cNvSpPr/>
          <p:nvPr/>
        </p:nvSpPr>
        <p:spPr>
          <a:xfrm>
            <a:off x="7366299" y="3478564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EA24F230-8A9D-C018-7816-41E0E6CCB4DC}"/>
              </a:ext>
            </a:extLst>
          </p:cNvPr>
          <p:cNvSpPr/>
          <p:nvPr/>
        </p:nvSpPr>
        <p:spPr>
          <a:xfrm>
            <a:off x="6183117" y="3478562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2DB8F427-32AA-AE9D-03B3-10C42C99C899}"/>
              </a:ext>
            </a:extLst>
          </p:cNvPr>
          <p:cNvSpPr/>
          <p:nvPr/>
        </p:nvSpPr>
        <p:spPr>
          <a:xfrm>
            <a:off x="5073876" y="3478563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2">
            <a:extLst>
              <a:ext uri="{FF2B5EF4-FFF2-40B4-BE49-F238E27FC236}">
                <a16:creationId xmlns:a16="http://schemas.microsoft.com/office/drawing/2014/main" id="{730DE92B-EC87-6E9F-695B-7326DC23A555}"/>
              </a:ext>
            </a:extLst>
          </p:cNvPr>
          <p:cNvSpPr/>
          <p:nvPr/>
        </p:nvSpPr>
        <p:spPr>
          <a:xfrm>
            <a:off x="3964633" y="3478562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1">
            <a:extLst>
              <a:ext uri="{FF2B5EF4-FFF2-40B4-BE49-F238E27FC236}">
                <a16:creationId xmlns:a16="http://schemas.microsoft.com/office/drawing/2014/main" id="{6B528BB9-BE9C-6417-0403-36E111276C84}"/>
              </a:ext>
            </a:extLst>
          </p:cNvPr>
          <p:cNvSpPr/>
          <p:nvPr/>
        </p:nvSpPr>
        <p:spPr>
          <a:xfrm>
            <a:off x="2855390" y="3491231"/>
            <a:ext cx="162559" cy="1625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E98D584-9DFA-BB1B-472A-29EA6201A049}"/>
              </a:ext>
            </a:extLst>
          </p:cNvPr>
          <p:cNvSpPr txBox="1">
            <a:spLocks/>
          </p:cNvSpPr>
          <p:nvPr/>
        </p:nvSpPr>
        <p:spPr>
          <a:xfrm>
            <a:off x="335664" y="388062"/>
            <a:ext cx="8596668" cy="10127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sz="4800"/>
              <a:t>Outline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5161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CF2C0-01CD-6DDA-1210-D62D6376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OPC UA Technology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FAEBF4-D000-729C-4640-46C0C716D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7</a:t>
            </a:fld>
            <a:endParaRPr lang="sv-SE" altLang="sv-SE"/>
          </a:p>
        </p:txBody>
      </p:sp>
      <p:pic>
        <p:nvPicPr>
          <p:cNvPr id="11" name="Picture 10" descr="Blackboard and yellow chairs in a classroom">
            <a:extLst>
              <a:ext uri="{FF2B5EF4-FFF2-40B4-BE49-F238E27FC236}">
                <a16:creationId xmlns:a16="http://schemas.microsoft.com/office/drawing/2014/main" id="{2F4EB64D-1CBC-C36D-B70B-8142F0913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" t="6750" r="1100" b="6522"/>
          <a:stretch/>
        </p:blipFill>
        <p:spPr>
          <a:xfrm>
            <a:off x="855407" y="1282349"/>
            <a:ext cx="8396748" cy="4293301"/>
          </a:xfrm>
          <a:prstGeom prst="rect">
            <a:avLst/>
          </a:prstGeom>
        </p:spPr>
      </p:pic>
      <p:pic>
        <p:nvPicPr>
          <p:cNvPr id="9" name="Picture 8" descr="A thermometer on a wood surface&#10;&#10;Description automatically generated">
            <a:extLst>
              <a:ext uri="{FF2B5EF4-FFF2-40B4-BE49-F238E27FC236}">
                <a16:creationId xmlns:a16="http://schemas.microsoft.com/office/drawing/2014/main" id="{0DEBBB8A-CEFF-62D8-362D-BFC1FA97D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4721" y1="11094" x2="67458" y2="10508"/>
                        <a14:foregroundMark x1="67458" y1="10508" x2="67458" y2="105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533883" y="1763407"/>
            <a:ext cx="845068" cy="151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9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57444-996F-5287-B662-68D8524C8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CA509-BB30-FA6F-360D-4E35BDBD3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OPC UA Technology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C1A3E8-9BB4-A8D0-4E61-D3028947D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8</a:t>
            </a:fld>
            <a:endParaRPr lang="sv-SE" altLang="sv-SE"/>
          </a:p>
        </p:txBody>
      </p:sp>
      <p:pic>
        <p:nvPicPr>
          <p:cNvPr id="11" name="Picture 10" descr="Blackboard and yellow chairs in a classroom">
            <a:extLst>
              <a:ext uri="{FF2B5EF4-FFF2-40B4-BE49-F238E27FC236}">
                <a16:creationId xmlns:a16="http://schemas.microsoft.com/office/drawing/2014/main" id="{6D3741B8-0D27-C63E-E83B-BF11EFBB8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" t="6750" r="1100" b="6522"/>
          <a:stretch/>
        </p:blipFill>
        <p:spPr>
          <a:xfrm>
            <a:off x="737419" y="1420001"/>
            <a:ext cx="4126264" cy="2109780"/>
          </a:xfrm>
          <a:prstGeom prst="rect">
            <a:avLst/>
          </a:prstGeom>
        </p:spPr>
      </p:pic>
      <p:pic>
        <p:nvPicPr>
          <p:cNvPr id="4" name="Picture 3" descr="Blackboard and yellow chairs in a classroom">
            <a:extLst>
              <a:ext uri="{FF2B5EF4-FFF2-40B4-BE49-F238E27FC236}">
                <a16:creationId xmlns:a16="http://schemas.microsoft.com/office/drawing/2014/main" id="{37D06DE3-64FF-6F68-3760-4433E6BAB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" t="6750" r="1100" b="6522"/>
          <a:stretch/>
        </p:blipFill>
        <p:spPr>
          <a:xfrm>
            <a:off x="737419" y="3961640"/>
            <a:ext cx="4126264" cy="2109780"/>
          </a:xfrm>
          <a:prstGeom prst="rect">
            <a:avLst/>
          </a:prstGeom>
        </p:spPr>
      </p:pic>
      <p:pic>
        <p:nvPicPr>
          <p:cNvPr id="9" name="Picture 8" descr="A thermometer on a wood surface&#10;&#10;Description automatically generated">
            <a:extLst>
              <a:ext uri="{FF2B5EF4-FFF2-40B4-BE49-F238E27FC236}">
                <a16:creationId xmlns:a16="http://schemas.microsoft.com/office/drawing/2014/main" id="{07382F8B-D075-687D-7FB3-45899F5EF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4721" y1="11094" x2="67458" y2="10508"/>
                        <a14:foregroundMark x1="67458" y1="10508" x2="67458" y2="105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74606" y="1594144"/>
            <a:ext cx="492668" cy="880747"/>
          </a:xfrm>
          <a:prstGeom prst="rect">
            <a:avLst/>
          </a:prstGeom>
        </p:spPr>
      </p:pic>
      <p:pic>
        <p:nvPicPr>
          <p:cNvPr id="5" name="Picture 4" descr="A thermometer on a wood surface&#10;&#10;Description automatically generated">
            <a:extLst>
              <a:ext uri="{FF2B5EF4-FFF2-40B4-BE49-F238E27FC236}">
                <a16:creationId xmlns:a16="http://schemas.microsoft.com/office/drawing/2014/main" id="{FE8B8317-95C8-5ADC-494E-AFBBCC0EAFF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4721" y1="11094" x2="67458" y2="10508"/>
                        <a14:foregroundMark x1="67458" y1="10508" x2="67458" y2="105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74606" y="4135783"/>
            <a:ext cx="492668" cy="880747"/>
          </a:xfrm>
          <a:prstGeom prst="rect">
            <a:avLst/>
          </a:prstGeom>
        </p:spPr>
      </p:pic>
      <p:pic>
        <p:nvPicPr>
          <p:cNvPr id="7" name="Picture 6" descr="Businessperson on a computer">
            <a:extLst>
              <a:ext uri="{FF2B5EF4-FFF2-40B4-BE49-F238E27FC236}">
                <a16:creationId xmlns:a16="http://schemas.microsoft.com/office/drawing/2014/main" id="{66016C2C-CC51-8555-29A4-CA4580DE5E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670" y="2474891"/>
            <a:ext cx="3097161" cy="17421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E0475E-4536-16E9-4118-4BB8E2FAA0F3}"/>
              </a:ext>
            </a:extLst>
          </p:cNvPr>
          <p:cNvSpPr txBox="1"/>
          <p:nvPr/>
        </p:nvSpPr>
        <p:spPr>
          <a:xfrm>
            <a:off x="4863683" y="1710813"/>
            <a:ext cx="162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23.01 °C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592109-515F-0AE3-18B0-EDC7DDA1518D}"/>
              </a:ext>
            </a:extLst>
          </p:cNvPr>
          <p:cNvSpPr txBox="1"/>
          <p:nvPr/>
        </p:nvSpPr>
        <p:spPr>
          <a:xfrm>
            <a:off x="4863684" y="4118059"/>
            <a:ext cx="1625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20.12045 °C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4412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repeatCount="indefinite" accel="50000" decel="5000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11111E-6 L 0.21993 0.11273 " pathEditMode="relative" rAng="0" ptsTypes="AA">
                                      <p:cBhvr>
                                        <p:cTn id="24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90" y="562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81481E-6 L 0.18764 -0.08819 " pathEditMode="relative" rAng="0" ptsTypes="AA">
                                      <p:cBhvr>
                                        <p:cTn id="26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75" y="-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/>
      <p:bldP spid="1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089D-1721-3805-8792-527B6AB4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B296E-D40F-C7ED-24CB-CACC1366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OPC UA Technology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C86EF2-755E-BB37-F078-28BE3AB6C5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9</a:t>
            </a:fld>
            <a:endParaRPr lang="sv-SE" altLang="sv-SE"/>
          </a:p>
        </p:txBody>
      </p:sp>
      <p:pic>
        <p:nvPicPr>
          <p:cNvPr id="11" name="Picture 10" descr="Blackboard and yellow chairs in a classroom">
            <a:extLst>
              <a:ext uri="{FF2B5EF4-FFF2-40B4-BE49-F238E27FC236}">
                <a16:creationId xmlns:a16="http://schemas.microsoft.com/office/drawing/2014/main" id="{BACA20A6-6901-9C04-E719-3456DA18B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" t="6750" r="1100" b="6522"/>
          <a:stretch/>
        </p:blipFill>
        <p:spPr>
          <a:xfrm>
            <a:off x="737419" y="1420001"/>
            <a:ext cx="4126264" cy="2109780"/>
          </a:xfrm>
          <a:prstGeom prst="rect">
            <a:avLst/>
          </a:prstGeom>
        </p:spPr>
      </p:pic>
      <p:pic>
        <p:nvPicPr>
          <p:cNvPr id="4" name="Picture 3" descr="Blackboard and yellow chairs in a classroom">
            <a:extLst>
              <a:ext uri="{FF2B5EF4-FFF2-40B4-BE49-F238E27FC236}">
                <a16:creationId xmlns:a16="http://schemas.microsoft.com/office/drawing/2014/main" id="{25B8105A-51B0-D849-AF20-5269EE7F6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" t="6750" r="1100" b="6522"/>
          <a:stretch/>
        </p:blipFill>
        <p:spPr>
          <a:xfrm>
            <a:off x="737419" y="3961640"/>
            <a:ext cx="4126264" cy="2109780"/>
          </a:xfrm>
          <a:prstGeom prst="rect">
            <a:avLst/>
          </a:prstGeom>
        </p:spPr>
      </p:pic>
      <p:pic>
        <p:nvPicPr>
          <p:cNvPr id="9" name="Picture 8" descr="A thermometer on a wood surface&#10;&#10;Description automatically generated">
            <a:extLst>
              <a:ext uri="{FF2B5EF4-FFF2-40B4-BE49-F238E27FC236}">
                <a16:creationId xmlns:a16="http://schemas.microsoft.com/office/drawing/2014/main" id="{835201B3-8B14-A17E-93AB-AF5260FA3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4721" y1="11094" x2="67458" y2="10508"/>
                        <a14:foregroundMark x1="67458" y1="10508" x2="67458" y2="105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74606" y="1594144"/>
            <a:ext cx="492668" cy="880747"/>
          </a:xfrm>
          <a:prstGeom prst="rect">
            <a:avLst/>
          </a:prstGeom>
        </p:spPr>
      </p:pic>
      <p:pic>
        <p:nvPicPr>
          <p:cNvPr id="5" name="Picture 4" descr="A thermometer on a wood surface&#10;&#10;Description automatically generated">
            <a:extLst>
              <a:ext uri="{FF2B5EF4-FFF2-40B4-BE49-F238E27FC236}">
                <a16:creationId xmlns:a16="http://schemas.microsoft.com/office/drawing/2014/main" id="{7389354D-250B-64D7-ADA6-E876BD2C0C8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4721" y1="11094" x2="67458" y2="10508"/>
                        <a14:foregroundMark x1="67458" y1="10508" x2="67458" y2="105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974606" y="4135783"/>
            <a:ext cx="492668" cy="880747"/>
          </a:xfrm>
          <a:prstGeom prst="rect">
            <a:avLst/>
          </a:prstGeom>
        </p:spPr>
      </p:pic>
      <p:pic>
        <p:nvPicPr>
          <p:cNvPr id="7" name="Picture 6" descr="Businessperson on a computer">
            <a:extLst>
              <a:ext uri="{FF2B5EF4-FFF2-40B4-BE49-F238E27FC236}">
                <a16:creationId xmlns:a16="http://schemas.microsoft.com/office/drawing/2014/main" id="{9329BA6A-AAD5-F438-4543-C852D43898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670" y="2474891"/>
            <a:ext cx="3097161" cy="1742153"/>
          </a:xfrm>
          <a:prstGeom prst="rect">
            <a:avLst/>
          </a:prstGeom>
        </p:spPr>
      </p:pic>
      <p:pic>
        <p:nvPicPr>
          <p:cNvPr id="12" name="Picture 2" descr="What is OPC UA? | Dewesoft">
            <a:extLst>
              <a:ext uri="{FF2B5EF4-FFF2-40B4-BE49-F238E27FC236}">
                <a16:creationId xmlns:a16="http://schemas.microsoft.com/office/drawing/2014/main" id="{AF1878FF-5D14-D0ED-3DC9-4D4DF3865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21471" y="1844993"/>
            <a:ext cx="1933845" cy="1667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What is OPC UA? | Dewesoft">
            <a:extLst>
              <a:ext uri="{FF2B5EF4-FFF2-40B4-BE49-F238E27FC236}">
                <a16:creationId xmlns:a16="http://schemas.microsoft.com/office/drawing/2014/main" id="{B0308AB2-1768-15CA-6DBF-7B2B318E4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2436" y="3420656"/>
            <a:ext cx="1933845" cy="1667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DE648C-ADD5-A4CA-FB54-48010F9316E7}"/>
              </a:ext>
            </a:extLst>
          </p:cNvPr>
          <p:cNvSpPr txBox="1"/>
          <p:nvPr/>
        </p:nvSpPr>
        <p:spPr>
          <a:xfrm>
            <a:off x="4965057" y="3961640"/>
            <a:ext cx="1625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20.12045 °C</a:t>
            </a:r>
            <a:endParaRPr lang="en-GB" sz="1400" dirty="0"/>
          </a:p>
        </p:txBody>
      </p:sp>
      <p:pic>
        <p:nvPicPr>
          <p:cNvPr id="1026" name="Picture 2" descr="What is OPC UA? | Dewesoft">
            <a:extLst>
              <a:ext uri="{FF2B5EF4-FFF2-40B4-BE49-F238E27FC236}">
                <a16:creationId xmlns:a16="http://schemas.microsoft.com/office/drawing/2014/main" id="{18D3D8B3-9CE5-C7D0-A07C-56B77FB1E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2130" y="1227771"/>
            <a:ext cx="1933845" cy="1667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A2FF2B-2703-530D-4526-F979C3396B2A}"/>
              </a:ext>
            </a:extLst>
          </p:cNvPr>
          <p:cNvSpPr txBox="1"/>
          <p:nvPr/>
        </p:nvSpPr>
        <p:spPr>
          <a:xfrm>
            <a:off x="4873201" y="1753548"/>
            <a:ext cx="12323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23.01 °C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727556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2.96296E-6 L 0.25911 0.0956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56" y="47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7.40741E-7 L 0.26185 0.0993 " pathEditMode="relative" rAng="0" ptsTypes="AA">
                                      <p:cBhvr>
                                        <p:cTn id="8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86" y="495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3.7037E-7 L 0.25912 -0.09143 " pathEditMode="relative" rAng="0" ptsTypes="AA">
                                      <p:cBhvr>
                                        <p:cTn id="10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56" y="-458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11022E-16 L 0.25403 -0.08796 " pathEditMode="relative" rAng="0" ptsTypes="AA">
                                      <p:cBhvr>
                                        <p:cTn id="12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95" y="-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9940-B3E6-1FE7-5F2B-CC8762C34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security </a:t>
            </a:r>
            <a:r>
              <a:rPr lang="it-IT" dirty="0" err="1"/>
              <a:t>layer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226B67-AF3D-4BAA-6CBC-562031151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10</a:t>
            </a:fld>
            <a:endParaRPr lang="sv-SE" altLang="sv-SE"/>
          </a:p>
        </p:txBody>
      </p:sp>
      <p:pic>
        <p:nvPicPr>
          <p:cNvPr id="9" name="Graphic 8" descr="Computer with solid fill">
            <a:extLst>
              <a:ext uri="{FF2B5EF4-FFF2-40B4-BE49-F238E27FC236}">
                <a16:creationId xmlns:a16="http://schemas.microsoft.com/office/drawing/2014/main" id="{622286FC-8F14-4FEC-2513-F6EFB4FC08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26744" y="3079244"/>
            <a:ext cx="1659906" cy="165990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0E1C490-A4CF-86AA-B20B-5EB312873DB6}"/>
              </a:ext>
            </a:extLst>
          </p:cNvPr>
          <p:cNvGrpSpPr/>
          <p:nvPr/>
        </p:nvGrpSpPr>
        <p:grpSpPr>
          <a:xfrm>
            <a:off x="1438193" y="3246648"/>
            <a:ext cx="1321108" cy="1226576"/>
            <a:chOff x="1717948" y="2536968"/>
            <a:chExt cx="1616878" cy="1411469"/>
          </a:xfrm>
        </p:grpSpPr>
        <p:pic>
          <p:nvPicPr>
            <p:cNvPr id="5" name="Picture 4" descr="A computer tower with many windows&#10;&#10;Description automatically generated">
              <a:extLst>
                <a:ext uri="{FF2B5EF4-FFF2-40B4-BE49-F238E27FC236}">
                  <a16:creationId xmlns:a16="http://schemas.microsoft.com/office/drawing/2014/main" id="{69A16C89-03AE-ED0A-2926-7DB3A15D8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3177" l="10000" r="90000">
                          <a14:foregroundMark x1="42656" y1="90938" x2="53672" y2="93177"/>
                          <a14:foregroundMark x1="53672" y1="93177" x2="58359" y2="911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rcRect l="14301" t="9209" r="8064" b="5629"/>
            <a:stretch/>
          </p:blipFill>
          <p:spPr>
            <a:xfrm>
              <a:off x="1717948" y="2721861"/>
              <a:ext cx="745445" cy="1226576"/>
            </a:xfrm>
            <a:prstGeom prst="rect">
              <a:avLst/>
            </a:prstGeom>
          </p:spPr>
        </p:pic>
        <p:pic>
          <p:nvPicPr>
            <p:cNvPr id="11" name="Picture 2" descr="What is OPC UA? | Dewesoft">
              <a:extLst>
                <a:ext uri="{FF2B5EF4-FFF2-40B4-BE49-F238E27FC236}">
                  <a16:creationId xmlns:a16="http://schemas.microsoft.com/office/drawing/2014/main" id="{2E1B6594-550A-CE75-91ED-2CA77552BC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003528" y="2536968"/>
              <a:ext cx="1331298" cy="114767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236E9F-0807-FA8B-CCA9-C009AE6C5824}"/>
              </a:ext>
            </a:extLst>
          </p:cNvPr>
          <p:cNvGrpSpPr/>
          <p:nvPr/>
        </p:nvGrpSpPr>
        <p:grpSpPr>
          <a:xfrm>
            <a:off x="2873107" y="3176926"/>
            <a:ext cx="6532090" cy="2362201"/>
            <a:chOff x="1717948" y="1230160"/>
            <a:chExt cx="7516732" cy="2718277"/>
          </a:xfrm>
        </p:grpSpPr>
        <p:pic>
          <p:nvPicPr>
            <p:cNvPr id="14" name="Picture 13" descr="A computer tower with many windows&#10;&#10;Description automatically generated">
              <a:extLst>
                <a:ext uri="{FF2B5EF4-FFF2-40B4-BE49-F238E27FC236}">
                  <a16:creationId xmlns:a16="http://schemas.microsoft.com/office/drawing/2014/main" id="{6DDA14DF-BA53-CDC5-5885-42165C101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3177" l="10000" r="90000">
                          <a14:foregroundMark x1="42656" y1="90938" x2="53672" y2="93177"/>
                          <a14:foregroundMark x1="53672" y1="93177" x2="58359" y2="911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rcRect l="14301" t="9209" r="8064" b="5629"/>
            <a:stretch/>
          </p:blipFill>
          <p:spPr>
            <a:xfrm>
              <a:off x="1717948" y="2721861"/>
              <a:ext cx="745445" cy="1226576"/>
            </a:xfrm>
            <a:prstGeom prst="rect">
              <a:avLst/>
            </a:prstGeom>
          </p:spPr>
        </p:pic>
        <p:pic>
          <p:nvPicPr>
            <p:cNvPr id="15" name="Picture 2" descr="What is OPC UA? | Dewesoft">
              <a:extLst>
                <a:ext uri="{FF2B5EF4-FFF2-40B4-BE49-F238E27FC236}">
                  <a16:creationId xmlns:a16="http://schemas.microsoft.com/office/drawing/2014/main" id="{1724BC25-DBC4-A582-624D-C0EC513FC4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003528" y="2536968"/>
              <a:ext cx="1331298" cy="114767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What is OPC UA? | Dewesoft">
              <a:extLst>
                <a:ext uri="{FF2B5EF4-FFF2-40B4-BE49-F238E27FC236}">
                  <a16:creationId xmlns:a16="http://schemas.microsoft.com/office/drawing/2014/main" id="{CD678F50-8A88-6583-E817-61BD8F5492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903382" y="1230160"/>
              <a:ext cx="1331298" cy="114767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C903BD3-C4F5-533B-1932-6DD14770F07D}"/>
              </a:ext>
            </a:extLst>
          </p:cNvPr>
          <p:cNvGrpSpPr/>
          <p:nvPr/>
        </p:nvGrpSpPr>
        <p:grpSpPr>
          <a:xfrm>
            <a:off x="2916677" y="2350923"/>
            <a:ext cx="1288682" cy="1124967"/>
            <a:chOff x="1717948" y="2536968"/>
            <a:chExt cx="1616878" cy="1411469"/>
          </a:xfrm>
        </p:grpSpPr>
        <p:pic>
          <p:nvPicPr>
            <p:cNvPr id="17" name="Picture 16" descr="A computer tower with many windows&#10;&#10;Description automatically generated">
              <a:extLst>
                <a:ext uri="{FF2B5EF4-FFF2-40B4-BE49-F238E27FC236}">
                  <a16:creationId xmlns:a16="http://schemas.microsoft.com/office/drawing/2014/main" id="{827F34B6-BA2B-FE0F-E7F8-FC3E73370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3177" l="10000" r="90000">
                          <a14:foregroundMark x1="42656" y1="90938" x2="53672" y2="93177"/>
                          <a14:foregroundMark x1="53672" y1="93177" x2="58359" y2="911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rcRect l="14301" t="9209" r="8064" b="5629"/>
            <a:stretch/>
          </p:blipFill>
          <p:spPr>
            <a:xfrm>
              <a:off x="1717948" y="2721861"/>
              <a:ext cx="745445" cy="1226576"/>
            </a:xfrm>
            <a:prstGeom prst="rect">
              <a:avLst/>
            </a:prstGeom>
          </p:spPr>
        </p:pic>
        <p:pic>
          <p:nvPicPr>
            <p:cNvPr id="18" name="Picture 2" descr="What is OPC UA? | Dewesoft">
              <a:extLst>
                <a:ext uri="{FF2B5EF4-FFF2-40B4-BE49-F238E27FC236}">
                  <a16:creationId xmlns:a16="http://schemas.microsoft.com/office/drawing/2014/main" id="{5C53E0FD-740E-B687-BA3D-B90C3CEEB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003528" y="2536968"/>
              <a:ext cx="1331298" cy="114767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08EB1B8-EF0C-2CB2-F009-3BA72801FDB4}"/>
              </a:ext>
            </a:extLst>
          </p:cNvPr>
          <p:cNvSpPr txBox="1"/>
          <p:nvPr/>
        </p:nvSpPr>
        <p:spPr>
          <a:xfrm>
            <a:off x="1252247" y="5682332"/>
            <a:ext cx="2865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Publishers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EBEB7-BEF1-9858-190E-0CC284ECAAF3}"/>
              </a:ext>
            </a:extLst>
          </p:cNvPr>
          <p:cNvSpPr txBox="1"/>
          <p:nvPr/>
        </p:nvSpPr>
        <p:spPr>
          <a:xfrm>
            <a:off x="8223981" y="5682332"/>
            <a:ext cx="2865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/>
              <a:t>Subscriber</a:t>
            </a:r>
            <a:endParaRPr lang="en-GB" sz="1600" b="1" dirty="0"/>
          </a:p>
        </p:txBody>
      </p:sp>
      <p:pic>
        <p:nvPicPr>
          <p:cNvPr id="24" name="Graphic 23" descr="Envelope with solid fill">
            <a:extLst>
              <a:ext uri="{FF2B5EF4-FFF2-40B4-BE49-F238E27FC236}">
                <a16:creationId xmlns:a16="http://schemas.microsoft.com/office/drawing/2014/main" id="{DF89CD1E-8DC3-E211-1EF9-9EA51777E9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78460" y="3880735"/>
            <a:ext cx="608343" cy="608343"/>
          </a:xfrm>
          <a:prstGeom prst="rect">
            <a:avLst/>
          </a:prstGeom>
        </p:spPr>
      </p:pic>
      <p:pic>
        <p:nvPicPr>
          <p:cNvPr id="25" name="Graphic 24" descr="Envelope with solid fill">
            <a:extLst>
              <a:ext uri="{FF2B5EF4-FFF2-40B4-BE49-F238E27FC236}">
                <a16:creationId xmlns:a16="http://schemas.microsoft.com/office/drawing/2014/main" id="{279AAED0-47E2-D8EE-CCA3-E68D868E9D6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51207" y="5091457"/>
            <a:ext cx="608343" cy="608343"/>
          </a:xfrm>
          <a:prstGeom prst="rect">
            <a:avLst/>
          </a:prstGeom>
        </p:spPr>
      </p:pic>
      <p:pic>
        <p:nvPicPr>
          <p:cNvPr id="26" name="Graphic 25" descr="Envelope with solid fill">
            <a:extLst>
              <a:ext uri="{FF2B5EF4-FFF2-40B4-BE49-F238E27FC236}">
                <a16:creationId xmlns:a16="http://schemas.microsoft.com/office/drawing/2014/main" id="{B57EB91A-A338-9047-1A3D-0B460D6378B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20904" y="2942476"/>
            <a:ext cx="608343" cy="608343"/>
          </a:xfrm>
          <a:prstGeom prst="rect">
            <a:avLst/>
          </a:prstGeom>
        </p:spPr>
      </p:pic>
      <p:pic>
        <p:nvPicPr>
          <p:cNvPr id="28" name="Graphic 27" descr="Syncing cloud with solid fill">
            <a:extLst>
              <a:ext uri="{FF2B5EF4-FFF2-40B4-BE49-F238E27FC236}">
                <a16:creationId xmlns:a16="http://schemas.microsoft.com/office/drawing/2014/main" id="{E83BE9C1-F616-FA82-8469-D5F5D8E443E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11794" y="3246648"/>
            <a:ext cx="1616593" cy="1616593"/>
          </a:xfrm>
          <a:prstGeom prst="rect">
            <a:avLst/>
          </a:prstGeom>
        </p:spPr>
      </p:pic>
      <p:pic>
        <p:nvPicPr>
          <p:cNvPr id="29" name="Graphic 28" descr="Envelope with solid fill">
            <a:extLst>
              <a:ext uri="{FF2B5EF4-FFF2-40B4-BE49-F238E27FC236}">
                <a16:creationId xmlns:a16="http://schemas.microsoft.com/office/drawing/2014/main" id="{93FA054E-CD7D-CB99-2E1C-B928218BF6A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58494" y="3300854"/>
            <a:ext cx="608343" cy="608343"/>
          </a:xfrm>
          <a:prstGeom prst="rect">
            <a:avLst/>
          </a:prstGeom>
        </p:spPr>
      </p:pic>
      <p:pic>
        <p:nvPicPr>
          <p:cNvPr id="30" name="Graphic 29" descr="Envelope with solid fill">
            <a:extLst>
              <a:ext uri="{FF2B5EF4-FFF2-40B4-BE49-F238E27FC236}">
                <a16:creationId xmlns:a16="http://schemas.microsoft.com/office/drawing/2014/main" id="{D4C3FC12-78A7-FA36-0B6F-98B7CD0A18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03176" y="3701148"/>
            <a:ext cx="608343" cy="608343"/>
          </a:xfrm>
          <a:prstGeom prst="rect">
            <a:avLst/>
          </a:prstGeom>
        </p:spPr>
      </p:pic>
      <p:pic>
        <p:nvPicPr>
          <p:cNvPr id="31" name="Graphic 30" descr="Envelope with solid fill">
            <a:extLst>
              <a:ext uri="{FF2B5EF4-FFF2-40B4-BE49-F238E27FC236}">
                <a16:creationId xmlns:a16="http://schemas.microsoft.com/office/drawing/2014/main" id="{DB66EBC8-AAAC-9497-2358-B9B666D3D4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62665" y="4243982"/>
            <a:ext cx="608343" cy="6083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045D8-87FA-CCFC-757A-5993AF42542E}"/>
              </a:ext>
            </a:extLst>
          </p:cNvPr>
          <p:cNvSpPr txBox="1"/>
          <p:nvPr/>
        </p:nvSpPr>
        <p:spPr>
          <a:xfrm>
            <a:off x="5502104" y="5125219"/>
            <a:ext cx="161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Multicast IP</a:t>
            </a:r>
            <a:endParaRPr lang="en-GB" b="1" dirty="0"/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CE6C8DDF-9FF8-8161-22F4-44631E4B8A1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2685.9115"/>
                  <p14:bmkLst>
                    <p14:bmk name="Bookmark 1" time="1077.6648"/>
                  </p14:bmkLst>
                </p14:media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9308836" y="7346832"/>
            <a:ext cx="487363" cy="48736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FA31C7F-BFED-9AE6-8E23-CAA04A1D7C3D}"/>
              </a:ext>
            </a:extLst>
          </p:cNvPr>
          <p:cNvGrpSpPr/>
          <p:nvPr/>
        </p:nvGrpSpPr>
        <p:grpSpPr>
          <a:xfrm>
            <a:off x="8134608" y="380812"/>
            <a:ext cx="1174003" cy="1320022"/>
            <a:chOff x="8134608" y="380812"/>
            <a:chExt cx="1174003" cy="1320022"/>
          </a:xfrm>
        </p:grpSpPr>
        <p:pic>
          <p:nvPicPr>
            <p:cNvPr id="8" name="Picture 7" descr="A computer tower and a blue cylinder&#10;&#10;Description automatically generated">
              <a:extLst>
                <a:ext uri="{FF2B5EF4-FFF2-40B4-BE49-F238E27FC236}">
                  <a16:creationId xmlns:a16="http://schemas.microsoft.com/office/drawing/2014/main" id="{68C639E8-81C5-778A-55B6-ED07D00E50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24"/>
                </a:ext>
              </a:extLst>
            </a:blip>
            <a:stretch>
              <a:fillRect/>
            </a:stretch>
          </p:blipFill>
          <p:spPr>
            <a:xfrm>
              <a:off x="8134608" y="627691"/>
              <a:ext cx="872823" cy="1073143"/>
            </a:xfrm>
            <a:prstGeom prst="rect">
              <a:avLst/>
            </a:prstGeom>
          </p:spPr>
        </p:pic>
        <p:pic>
          <p:nvPicPr>
            <p:cNvPr id="22" name="Graphic 21" descr="Shield Tick with solid fill">
              <a:extLst>
                <a:ext uri="{FF2B5EF4-FFF2-40B4-BE49-F238E27FC236}">
                  <a16:creationId xmlns:a16="http://schemas.microsoft.com/office/drawing/2014/main" id="{9ADB31BE-562B-3B9E-BFAA-6AD271EB8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8525161" y="380812"/>
              <a:ext cx="783450" cy="783450"/>
            </a:xfrm>
            <a:prstGeom prst="rect">
              <a:avLst/>
            </a:prstGeom>
          </p:spPr>
        </p:pic>
      </p:grpSp>
      <p:pic>
        <p:nvPicPr>
          <p:cNvPr id="32" name="Graphic 31" descr="Key with solid fill">
            <a:extLst>
              <a:ext uri="{FF2B5EF4-FFF2-40B4-BE49-F238E27FC236}">
                <a16:creationId xmlns:a16="http://schemas.microsoft.com/office/drawing/2014/main" id="{6B76BB41-562F-2E24-AEB2-960A8FE8E71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020335" y="1014401"/>
            <a:ext cx="608343" cy="608343"/>
          </a:xfrm>
          <a:prstGeom prst="rect">
            <a:avLst/>
          </a:prstGeom>
        </p:spPr>
      </p:pic>
      <p:pic>
        <p:nvPicPr>
          <p:cNvPr id="33" name="Graphic 32" descr="Key with solid fill">
            <a:extLst>
              <a:ext uri="{FF2B5EF4-FFF2-40B4-BE49-F238E27FC236}">
                <a16:creationId xmlns:a16="http://schemas.microsoft.com/office/drawing/2014/main" id="{EAC25ED3-3E70-A6A6-63BA-A5627114401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166836" y="1268009"/>
            <a:ext cx="608343" cy="608343"/>
          </a:xfrm>
          <a:prstGeom prst="rect">
            <a:avLst/>
          </a:prstGeom>
        </p:spPr>
      </p:pic>
      <p:pic>
        <p:nvPicPr>
          <p:cNvPr id="34" name="Graphic 33" descr="Key with solid fill">
            <a:extLst>
              <a:ext uri="{FF2B5EF4-FFF2-40B4-BE49-F238E27FC236}">
                <a16:creationId xmlns:a16="http://schemas.microsoft.com/office/drawing/2014/main" id="{6627C23B-19B6-D2F1-16EC-CD5A08B7C98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379764" y="1482213"/>
            <a:ext cx="608343" cy="608343"/>
          </a:xfrm>
          <a:prstGeom prst="rect">
            <a:avLst/>
          </a:prstGeom>
        </p:spPr>
      </p:pic>
      <p:pic>
        <p:nvPicPr>
          <p:cNvPr id="35" name="Graphic 34" descr="Key with solid fill">
            <a:extLst>
              <a:ext uri="{FF2B5EF4-FFF2-40B4-BE49-F238E27FC236}">
                <a16:creationId xmlns:a16="http://schemas.microsoft.com/office/drawing/2014/main" id="{34605D24-9F99-D1D7-F86E-27B261F7555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520875" y="1549295"/>
            <a:ext cx="608343" cy="608343"/>
          </a:xfrm>
          <a:prstGeom prst="rect">
            <a:avLst/>
          </a:prstGeom>
        </p:spPr>
      </p:pic>
      <p:pic>
        <p:nvPicPr>
          <p:cNvPr id="3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378EE27F-307E-E10D-A57F-6C73146A6FC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>
                  <p14:bmkLst>
                    <p14:bmk name="Bookmark 1" time="1134.4572"/>
                  </p14:bmkLst>
                </p14:media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7665570" y="7346832"/>
            <a:ext cx="487363" cy="48736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3F9C820-D751-72E2-AFDD-EF24C5FC9417}"/>
              </a:ext>
            </a:extLst>
          </p:cNvPr>
          <p:cNvSpPr txBox="1"/>
          <p:nvPr/>
        </p:nvSpPr>
        <p:spPr>
          <a:xfrm>
            <a:off x="9153932" y="894583"/>
            <a:ext cx="1259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SKS Server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99944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683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4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8" dur="415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20000" mute="1">
                    <p:cTn id="19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6"/>
                    </p:tgtEl>
                  </p:cMediaNode>
                </p:audio>
                <p:seq concurrent="1" nextAc="seek">
                  <p:cTn id="20" restart="whenNotActive" fill="hold" evtFilter="cancelBubble" nodeType="interactiveSeq">
                    <p:stCondLst>
                      <p:cond evt="onMediaBookmark" delay="0">
                        <p:tgtEl>
                          <p14:bmkTgt spid="6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1" fill="hold">
                          <p:stCondLst>
                            <p:cond delay="0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42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3.7037E-7 L 0.128 0.06528 " pathEditMode="relative" rAng="0" ptsTypes="AA">
                                          <p:cBhvr>
                                            <p:cTn id="2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393" y="3264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23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25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375E-6 4.81481E-6 L 0.23502 -0.01088 " pathEditMode="relative" rAng="0" ptsTypes="AA">
                                          <p:cBhvr>
                                            <p:cTn id="26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745" y="-556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25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27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-4.07407E-6 L 0.11796 -0.1162 " pathEditMode="relative" rAng="0" ptsTypes="AA">
                                          <p:cBhvr>
                                            <p:cTn id="2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898" y="-5810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27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30" presetID="42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6.25E-7 -2.96296E-6 L 0.12474 -0.00787 " pathEditMode="relative" rAng="0" ptsTypes="AA">
                                          <p:cBhvr>
                                            <p:cTn id="3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237" y="-394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30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32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0.12148 -0.01412 " pathEditMode="relative" rAng="0" ptsTypes="AA">
                                          <p:cBhvr>
                                            <p:cTn id="33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068" y="-718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32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34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6.25E-7 3.33333E-6 L 0.13255 -0.03287 " pathEditMode="relative" rAng="0" ptsTypes="AA">
                                          <p:cBhvr>
                                            <p:cTn id="3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628" y="-1644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34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6" bmkName="Bookmark 1"/>
                      </p:tgtEl>
                    </p:cond>
                  </p:nextCondLst>
                </p:seq>
                <p:audio>
                  <p:cMediaNode vol="80000">
                    <p:cTn id="3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seq concurrent="1" nextAc="seek">
                  <p:cTn id="37" restart="whenNotActive" fill="hold" evtFilter="cancelBubble" nodeType="interactiveSeq">
                    <p:stCondLst>
                      <p:cond evt="onMediaBookmark" delay="0">
                        <p:tgtEl>
                          <p14:bmkTgt spid="36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8" fill="hold">
                          <p:stCondLst>
                            <p:cond delay="0"/>
                          </p:stCondLst>
                          <p:childTnLst>
                            <p:par>
                              <p:cTn id="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0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2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5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1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53" presetID="42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04167E-6 3.7037E-7 L -0.275 0.16643 " pathEditMode="relative" rAng="0" ptsTypes="AA">
                                          <p:cBhvr>
                                            <p:cTn id="54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3750" y="8310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53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55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7 3.33333E-6 L -0.40925 0.38102 " pathEditMode="relative" rAng="0" ptsTypes="AA">
                                          <p:cBhvr>
                                            <p:cTn id="56" dur="2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9870" y="16644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55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57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66667E-6 3.33333E-6 L -0.28906 0.36689 " pathEditMode="relative" rAng="0" ptsTypes="AA">
                                          <p:cBhvr>
                                            <p:cTn id="58" dur="2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4453" y="18333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57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59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875E-6 1.11111E-6 L 0.05664 0.19305 " pathEditMode="relative" rAng="0" ptsTypes="AA">
                                          <p:cBhvr>
                                            <p:cTn id="60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26" y="9653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59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6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683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4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8" dur="415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20000" mute="1">
                    <p:cTn id="19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6"/>
                    </p:tgtEl>
                  </p:cMediaNode>
                </p:audio>
                <p:audio>
                  <p:cMediaNode vol="80000">
                    <p:cTn id="3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</p:childTnLst>
            </p:cTn>
          </p:par>
        </p:tnLst>
        <p:bldLst>
          <p:bldP spid="37" grpId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B130D-7C9F-F52E-EBCE-BA0DE7F0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86099"/>
            <a:ext cx="10972800" cy="685802"/>
          </a:xfrm>
        </p:spPr>
        <p:txBody>
          <a:bodyPr/>
          <a:lstStyle/>
          <a:p>
            <a:pPr algn="ctr"/>
            <a:r>
              <a:rPr lang="it-IT" dirty="0" err="1"/>
              <a:t>Initial</a:t>
            </a:r>
            <a:r>
              <a:rPr lang="it-IT" dirty="0"/>
              <a:t> Goals and </a:t>
            </a:r>
            <a:r>
              <a:rPr lang="it-IT" dirty="0" err="1"/>
              <a:t>Requirements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9780C3-3F4B-163E-51EA-C24D8646DC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11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2424518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DDCEEE-9579-9BC4-9410-BD775F076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12</a:t>
            </a:fld>
            <a:endParaRPr lang="sv-SE" altLang="sv-S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2668EE-8EFF-B94F-51FB-07855EE4B10A}"/>
              </a:ext>
            </a:extLst>
          </p:cNvPr>
          <p:cNvGrpSpPr/>
          <p:nvPr/>
        </p:nvGrpSpPr>
        <p:grpSpPr>
          <a:xfrm>
            <a:off x="3833180" y="7711440"/>
            <a:ext cx="4525639" cy="5760719"/>
            <a:chOff x="-5105401" y="0"/>
            <a:chExt cx="4525639" cy="576071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233BD45-CC9C-9A6E-43C9-70743A51A599}"/>
                </a:ext>
              </a:extLst>
            </p:cNvPr>
            <p:cNvSpPr/>
            <p:nvPr/>
          </p:nvSpPr>
          <p:spPr bwMode="auto">
            <a:xfrm>
              <a:off x="-5105401" y="0"/>
              <a:ext cx="4525639" cy="5760719"/>
            </a:xfrm>
            <a:prstGeom prst="roundRect">
              <a:avLst>
                <a:gd name="adj" fmla="val 5856"/>
              </a:avLst>
            </a:prstGeom>
            <a:solidFill>
              <a:srgbClr val="3366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76200" dist="139700" dir="1200000" algn="tl" rotWithShape="0">
                <a:schemeClr val="bg2">
                  <a:lumMod val="50000"/>
                  <a:alpha val="51000"/>
                </a:schemeClr>
              </a:outerShdw>
              <a:softEdge rad="31750"/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9059CC-43EA-468B-01DA-9A180DA1D942}"/>
                </a:ext>
              </a:extLst>
            </p:cNvPr>
            <p:cNvSpPr txBox="1"/>
            <p:nvPr/>
          </p:nvSpPr>
          <p:spPr>
            <a:xfrm>
              <a:off x="-4789170" y="1104899"/>
              <a:ext cx="4091940" cy="2748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sz="4000" b="1" dirty="0">
                  <a:solidFill>
                    <a:schemeClr val="bg1"/>
                  </a:solidFill>
                </a:rPr>
                <a:t>Recovery </a:t>
              </a:r>
              <a:r>
                <a:rPr lang="it-IT" sz="4000" b="1" dirty="0" err="1">
                  <a:solidFill>
                    <a:schemeClr val="bg1"/>
                  </a:solidFill>
                </a:rPr>
                <a:t>mechanism</a:t>
              </a:r>
              <a:r>
                <a:rPr lang="it-IT" sz="4000" b="1" dirty="0">
                  <a:solidFill>
                    <a:schemeClr val="bg1"/>
                  </a:solidFill>
                </a:rPr>
                <a:t> SKS</a:t>
              </a:r>
              <a:endParaRPr lang="en-GB" sz="4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4664E07-9EC8-43D1-CF34-5DB8D98C2059}"/>
              </a:ext>
            </a:extLst>
          </p:cNvPr>
          <p:cNvGrpSpPr/>
          <p:nvPr/>
        </p:nvGrpSpPr>
        <p:grpSpPr>
          <a:xfrm>
            <a:off x="762000" y="182880"/>
            <a:ext cx="4724400" cy="5760719"/>
            <a:chOff x="0" y="1"/>
            <a:chExt cx="4709160" cy="611124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2806213-EFD5-7D7B-276C-B0463B5B4C54}"/>
                </a:ext>
              </a:extLst>
            </p:cNvPr>
            <p:cNvSpPr/>
            <p:nvPr/>
          </p:nvSpPr>
          <p:spPr bwMode="auto">
            <a:xfrm>
              <a:off x="0" y="1"/>
              <a:ext cx="4709160" cy="6111240"/>
            </a:xfrm>
            <a:prstGeom prst="roundRect">
              <a:avLst>
                <a:gd name="adj" fmla="val 5856"/>
              </a:avLst>
            </a:prstGeom>
            <a:solidFill>
              <a:srgbClr val="000099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76200" dist="139700" dir="1200000" algn="tl" rotWithShape="0">
                <a:schemeClr val="bg2">
                  <a:lumMod val="50000"/>
                  <a:alpha val="51000"/>
                </a:schemeClr>
              </a:outerShdw>
              <a:softEdge rad="31750"/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56DF97-C969-FF04-9BD9-37F5326BE6DD}"/>
                </a:ext>
              </a:extLst>
            </p:cNvPr>
            <p:cNvSpPr txBox="1"/>
            <p:nvPr/>
          </p:nvSpPr>
          <p:spPr>
            <a:xfrm>
              <a:off x="442931" y="1467877"/>
              <a:ext cx="3823298" cy="1935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sz="4000" b="1" dirty="0">
                  <a:solidFill>
                    <a:schemeClr val="bg1"/>
                  </a:solidFill>
                </a:rPr>
                <a:t>XML </a:t>
              </a:r>
              <a:r>
                <a:rPr lang="it-IT" sz="4000" b="1" dirty="0" err="1">
                  <a:solidFill>
                    <a:schemeClr val="bg1"/>
                  </a:solidFill>
                </a:rPr>
                <a:t>configuration</a:t>
              </a:r>
              <a:endParaRPr lang="en-GB" sz="4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651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9A9E9-6B87-11C4-EE2E-AB6B0D6A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C8FF60-036C-80DB-3A80-D6F50EDE4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13</a:t>
            </a:fld>
            <a:endParaRPr lang="sv-SE" altLang="sv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267BB2-F76E-56AA-DC68-F7B115367B43}"/>
              </a:ext>
            </a:extLst>
          </p:cNvPr>
          <p:cNvGrpSpPr/>
          <p:nvPr/>
        </p:nvGrpSpPr>
        <p:grpSpPr>
          <a:xfrm>
            <a:off x="7781739" y="7465256"/>
            <a:ext cx="4117289" cy="5760719"/>
            <a:chOff x="-5105401" y="0"/>
            <a:chExt cx="4525639" cy="576071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1AA1602-B88B-B6DA-6022-88CBC47C19D6}"/>
                </a:ext>
              </a:extLst>
            </p:cNvPr>
            <p:cNvSpPr/>
            <p:nvPr/>
          </p:nvSpPr>
          <p:spPr bwMode="auto">
            <a:xfrm>
              <a:off x="-5105401" y="0"/>
              <a:ext cx="4525639" cy="5760719"/>
            </a:xfrm>
            <a:prstGeom prst="roundRect">
              <a:avLst>
                <a:gd name="adj" fmla="val 5856"/>
              </a:avLst>
            </a:prstGeom>
            <a:solidFill>
              <a:srgbClr val="99C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76200" dist="139700" dir="1200000" algn="tl" rotWithShape="0">
                <a:schemeClr val="bg2">
                  <a:lumMod val="50000"/>
                  <a:alpha val="51000"/>
                </a:schemeClr>
              </a:outerShdw>
              <a:softEdge rad="31750"/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D2438A-6D2F-249D-65A6-43051AA657FE}"/>
                </a:ext>
              </a:extLst>
            </p:cNvPr>
            <p:cNvSpPr txBox="1"/>
            <p:nvPr/>
          </p:nvSpPr>
          <p:spPr>
            <a:xfrm>
              <a:off x="-4671702" y="1498974"/>
              <a:ext cx="4091940" cy="1824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sz="4000" b="1" dirty="0">
                  <a:solidFill>
                    <a:schemeClr val="bg1"/>
                  </a:solidFill>
                </a:rPr>
                <a:t>RTT</a:t>
              </a:r>
            </a:p>
            <a:p>
              <a:pPr algn="ctr">
                <a:lnSpc>
                  <a:spcPct val="150000"/>
                </a:lnSpc>
              </a:pPr>
              <a:r>
                <a:rPr lang="it-IT" sz="4000" b="1" dirty="0">
                  <a:solidFill>
                    <a:schemeClr val="bg1"/>
                  </a:solidFill>
                </a:rPr>
                <a:t>tool</a:t>
              </a:r>
              <a:endParaRPr lang="en-GB" sz="4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CA497C2-FC21-0586-3BB7-3B66BC1050CB}"/>
              </a:ext>
            </a:extLst>
          </p:cNvPr>
          <p:cNvGrpSpPr/>
          <p:nvPr/>
        </p:nvGrpSpPr>
        <p:grpSpPr>
          <a:xfrm>
            <a:off x="4401870" y="182880"/>
            <a:ext cx="4253381" cy="5760719"/>
            <a:chOff x="-5105401" y="0"/>
            <a:chExt cx="4675228" cy="576071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26481D3-9948-5CB6-C1EA-A2482873760A}"/>
                </a:ext>
              </a:extLst>
            </p:cNvPr>
            <p:cNvSpPr/>
            <p:nvPr/>
          </p:nvSpPr>
          <p:spPr bwMode="auto">
            <a:xfrm>
              <a:off x="-5105401" y="0"/>
              <a:ext cx="4525639" cy="5760719"/>
            </a:xfrm>
            <a:prstGeom prst="roundRect">
              <a:avLst>
                <a:gd name="adj" fmla="val 5856"/>
              </a:avLst>
            </a:prstGeom>
            <a:solidFill>
              <a:srgbClr val="3366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76200" dist="139700" dir="1200000" algn="tl" rotWithShape="0">
                <a:schemeClr val="bg2">
                  <a:lumMod val="50000"/>
                  <a:alpha val="51000"/>
                </a:schemeClr>
              </a:outerShdw>
              <a:softEdge rad="31750"/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F2FF77-9E25-ED25-D9CF-955E7382CFB3}"/>
                </a:ext>
              </a:extLst>
            </p:cNvPr>
            <p:cNvSpPr txBox="1"/>
            <p:nvPr/>
          </p:nvSpPr>
          <p:spPr>
            <a:xfrm>
              <a:off x="-4522113" y="1034341"/>
              <a:ext cx="4091940" cy="2748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sz="4000" b="1" dirty="0">
                  <a:solidFill>
                    <a:schemeClr val="bg1"/>
                  </a:solidFill>
                </a:rPr>
                <a:t>Recovery </a:t>
              </a:r>
              <a:r>
                <a:rPr lang="it-IT" sz="4000" b="1" dirty="0" err="1">
                  <a:solidFill>
                    <a:schemeClr val="bg1"/>
                  </a:solidFill>
                </a:rPr>
                <a:t>mechanism</a:t>
              </a:r>
              <a:r>
                <a:rPr lang="it-IT" sz="4000" b="1" dirty="0">
                  <a:solidFill>
                    <a:schemeClr val="bg1"/>
                  </a:solidFill>
                </a:rPr>
                <a:t> SKS</a:t>
              </a:r>
              <a:endParaRPr lang="en-GB" sz="4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BD7690-F370-2EA3-8719-0A9F39FA61B7}"/>
              </a:ext>
            </a:extLst>
          </p:cNvPr>
          <p:cNvGrpSpPr/>
          <p:nvPr/>
        </p:nvGrpSpPr>
        <p:grpSpPr>
          <a:xfrm>
            <a:off x="762000" y="182880"/>
            <a:ext cx="4306621" cy="5760719"/>
            <a:chOff x="0" y="1"/>
            <a:chExt cx="4709160" cy="611124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7DB8157-0D57-C2F1-B6AF-831330A616F4}"/>
                </a:ext>
              </a:extLst>
            </p:cNvPr>
            <p:cNvSpPr/>
            <p:nvPr/>
          </p:nvSpPr>
          <p:spPr bwMode="auto">
            <a:xfrm>
              <a:off x="0" y="1"/>
              <a:ext cx="4709160" cy="6111240"/>
            </a:xfrm>
            <a:prstGeom prst="roundRect">
              <a:avLst>
                <a:gd name="adj" fmla="val 5856"/>
              </a:avLst>
            </a:prstGeom>
            <a:solidFill>
              <a:srgbClr val="000099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76200" dist="139700" dir="1200000" algn="tl" rotWithShape="0">
                <a:schemeClr val="bg2">
                  <a:lumMod val="50000"/>
                  <a:alpha val="51000"/>
                </a:schemeClr>
              </a:outerShdw>
              <a:softEdge rad="31750"/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EE6BF4-6D9B-26EA-D9E8-6853182019CF}"/>
                </a:ext>
              </a:extLst>
            </p:cNvPr>
            <p:cNvSpPr txBox="1"/>
            <p:nvPr/>
          </p:nvSpPr>
          <p:spPr>
            <a:xfrm>
              <a:off x="459153" y="1587033"/>
              <a:ext cx="3790852" cy="1935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sz="4000" b="1" dirty="0">
                  <a:solidFill>
                    <a:schemeClr val="bg1"/>
                  </a:solidFill>
                </a:rPr>
                <a:t>XML </a:t>
              </a:r>
              <a:r>
                <a:rPr lang="it-IT" sz="4000" b="1" dirty="0" err="1">
                  <a:solidFill>
                    <a:schemeClr val="bg1"/>
                  </a:solidFill>
                </a:rPr>
                <a:t>configuration</a:t>
              </a:r>
              <a:endParaRPr lang="en-GB" sz="4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0218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24A02-51F9-1D67-1358-9BAD95FB0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0A22E8-C194-C6E3-F359-078E7B7ED6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14</a:t>
            </a:fld>
            <a:endParaRPr lang="sv-SE" altLang="sv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EF5A935-A796-6995-49E3-821C3419A5A2}"/>
              </a:ext>
            </a:extLst>
          </p:cNvPr>
          <p:cNvGrpSpPr/>
          <p:nvPr/>
        </p:nvGrpSpPr>
        <p:grpSpPr>
          <a:xfrm>
            <a:off x="7303114" y="182879"/>
            <a:ext cx="4001992" cy="5760719"/>
            <a:chOff x="-5105401" y="0"/>
            <a:chExt cx="4683885" cy="576071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CC7A721-3031-1779-0994-F72B9FEAE66C}"/>
                </a:ext>
              </a:extLst>
            </p:cNvPr>
            <p:cNvSpPr/>
            <p:nvPr/>
          </p:nvSpPr>
          <p:spPr bwMode="auto">
            <a:xfrm>
              <a:off x="-5105401" y="0"/>
              <a:ext cx="4525639" cy="5760719"/>
            </a:xfrm>
            <a:prstGeom prst="roundRect">
              <a:avLst>
                <a:gd name="adj" fmla="val 5856"/>
              </a:avLst>
            </a:prstGeom>
            <a:solidFill>
              <a:srgbClr val="99C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76200" dist="139700" dir="1200000" algn="tl" rotWithShape="0">
                <a:schemeClr val="bg2">
                  <a:lumMod val="50000"/>
                  <a:alpha val="51000"/>
                </a:schemeClr>
              </a:outerShdw>
              <a:softEdge rad="31750"/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051E52-B5B9-DAA7-ACBA-62D1C2646167}"/>
                </a:ext>
              </a:extLst>
            </p:cNvPr>
            <p:cNvSpPr txBox="1"/>
            <p:nvPr/>
          </p:nvSpPr>
          <p:spPr>
            <a:xfrm>
              <a:off x="-4513456" y="1633165"/>
              <a:ext cx="4091940" cy="1824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sz="4000" b="1" dirty="0">
                  <a:solidFill>
                    <a:schemeClr val="bg1"/>
                  </a:solidFill>
                </a:rPr>
                <a:t>RTT</a:t>
              </a:r>
            </a:p>
            <a:p>
              <a:pPr algn="ctr">
                <a:lnSpc>
                  <a:spcPct val="150000"/>
                </a:lnSpc>
              </a:pPr>
              <a:r>
                <a:rPr lang="it-IT" sz="4000" b="1" dirty="0">
                  <a:solidFill>
                    <a:schemeClr val="bg1"/>
                  </a:solidFill>
                </a:rPr>
                <a:t>tool</a:t>
              </a:r>
              <a:endParaRPr lang="en-GB" sz="4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443AD5-2C0A-DE47-E854-88CD6D7F4E98}"/>
              </a:ext>
            </a:extLst>
          </p:cNvPr>
          <p:cNvGrpSpPr/>
          <p:nvPr/>
        </p:nvGrpSpPr>
        <p:grpSpPr>
          <a:xfrm>
            <a:off x="4247186" y="182880"/>
            <a:ext cx="3949650" cy="5760719"/>
            <a:chOff x="-5105401" y="0"/>
            <a:chExt cx="4675228" cy="576071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196F51F-736E-CA48-9A76-F4C68FF0DC58}"/>
                </a:ext>
              </a:extLst>
            </p:cNvPr>
            <p:cNvSpPr/>
            <p:nvPr/>
          </p:nvSpPr>
          <p:spPr bwMode="auto">
            <a:xfrm>
              <a:off x="-5105401" y="0"/>
              <a:ext cx="4525639" cy="5760719"/>
            </a:xfrm>
            <a:prstGeom prst="roundRect">
              <a:avLst>
                <a:gd name="adj" fmla="val 5856"/>
              </a:avLst>
            </a:prstGeom>
            <a:solidFill>
              <a:srgbClr val="3366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76200" dist="139700" dir="1200000" algn="tl" rotWithShape="0">
                <a:schemeClr val="bg2">
                  <a:lumMod val="50000"/>
                  <a:alpha val="51000"/>
                </a:schemeClr>
              </a:outerShdw>
              <a:softEdge rad="31750"/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C664E5A-9AD7-A0B3-E386-19292E49E58B}"/>
                </a:ext>
              </a:extLst>
            </p:cNvPr>
            <p:cNvSpPr txBox="1"/>
            <p:nvPr/>
          </p:nvSpPr>
          <p:spPr>
            <a:xfrm>
              <a:off x="-4522113" y="1034341"/>
              <a:ext cx="4091940" cy="2748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sz="4000" b="1" dirty="0">
                  <a:solidFill>
                    <a:schemeClr val="bg1"/>
                  </a:solidFill>
                </a:rPr>
                <a:t>Recovery </a:t>
              </a:r>
              <a:r>
                <a:rPr lang="it-IT" sz="4000" b="1" dirty="0" err="1">
                  <a:solidFill>
                    <a:schemeClr val="bg1"/>
                  </a:solidFill>
                </a:rPr>
                <a:t>mechanism</a:t>
              </a:r>
              <a:r>
                <a:rPr lang="it-IT" sz="4000" b="1" dirty="0">
                  <a:solidFill>
                    <a:schemeClr val="bg1"/>
                  </a:solidFill>
                </a:rPr>
                <a:t> SKS</a:t>
              </a:r>
              <a:endParaRPr lang="en-GB" sz="4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3F7D554-9E4D-41EA-8576-0A239F4A51B7}"/>
              </a:ext>
            </a:extLst>
          </p:cNvPr>
          <p:cNvGrpSpPr/>
          <p:nvPr/>
        </p:nvGrpSpPr>
        <p:grpSpPr>
          <a:xfrm>
            <a:off x="762001" y="182880"/>
            <a:ext cx="4170528" cy="5760719"/>
            <a:chOff x="0" y="1"/>
            <a:chExt cx="4709160" cy="611124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7D82F6C-9B8A-1B40-BC87-1A6CC02BDC4D}"/>
                </a:ext>
              </a:extLst>
            </p:cNvPr>
            <p:cNvSpPr/>
            <p:nvPr/>
          </p:nvSpPr>
          <p:spPr bwMode="auto">
            <a:xfrm>
              <a:off x="0" y="1"/>
              <a:ext cx="4709160" cy="6111240"/>
            </a:xfrm>
            <a:prstGeom prst="roundRect">
              <a:avLst>
                <a:gd name="adj" fmla="val 5856"/>
              </a:avLst>
            </a:prstGeom>
            <a:solidFill>
              <a:srgbClr val="000099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76200" dist="139700" dir="1200000" algn="tl" rotWithShape="0">
                <a:schemeClr val="bg2">
                  <a:lumMod val="50000"/>
                  <a:alpha val="51000"/>
                </a:schemeClr>
              </a:outerShdw>
              <a:softEdge rad="31750"/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ECA518-2A7E-1C54-BF3C-D93F24DA1588}"/>
                </a:ext>
              </a:extLst>
            </p:cNvPr>
            <p:cNvSpPr txBox="1"/>
            <p:nvPr/>
          </p:nvSpPr>
          <p:spPr>
            <a:xfrm>
              <a:off x="344164" y="1587033"/>
              <a:ext cx="3905841" cy="1935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sz="4000" b="1" dirty="0">
                  <a:solidFill>
                    <a:schemeClr val="bg1"/>
                  </a:solidFill>
                </a:rPr>
                <a:t>XML </a:t>
              </a:r>
              <a:r>
                <a:rPr lang="it-IT" sz="4000" b="1" dirty="0" err="1">
                  <a:solidFill>
                    <a:schemeClr val="bg1"/>
                  </a:solidFill>
                </a:rPr>
                <a:t>configuration</a:t>
              </a:r>
              <a:endParaRPr lang="en-GB" sz="4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1732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4D6B-3CEF-7923-D580-FE33476BF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D265B-B826-69CA-E4CF-356EFB5C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86099"/>
            <a:ext cx="10972800" cy="685802"/>
          </a:xfrm>
        </p:spPr>
        <p:txBody>
          <a:bodyPr/>
          <a:lstStyle/>
          <a:p>
            <a:pPr algn="ctr"/>
            <a:r>
              <a:rPr lang="it-IT" dirty="0"/>
              <a:t>The </a:t>
            </a:r>
            <a:r>
              <a:rPr lang="it-IT" dirty="0" err="1"/>
              <a:t>Process</a:t>
            </a:r>
            <a:r>
              <a:rPr lang="it-IT" dirty="0"/>
              <a:t> Timeline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7F2C76-F422-CE67-8E17-03BE4142AB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15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2303178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2E28-5FA4-667A-0267-312FA26C7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Sprint #0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59C5C2-2612-BBFF-306F-C9EDD5EEA6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16</a:t>
            </a:fld>
            <a:endParaRPr lang="sv-SE" altLang="sv-SE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949EB766-DFBA-AE0A-47FD-4139377C8A2E}"/>
              </a:ext>
            </a:extLst>
          </p:cNvPr>
          <p:cNvSpPr/>
          <p:nvPr/>
        </p:nvSpPr>
        <p:spPr bwMode="auto">
          <a:xfrm>
            <a:off x="3327172" y="1359877"/>
            <a:ext cx="961560" cy="25899695"/>
          </a:xfrm>
          <a:prstGeom prst="downArrow">
            <a:avLst/>
          </a:prstGeom>
          <a:solidFill>
            <a:schemeClr val="bg2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F90AA6-0495-AF9C-B849-92B6DE5B06C5}"/>
              </a:ext>
            </a:extLst>
          </p:cNvPr>
          <p:cNvCxnSpPr/>
          <p:nvPr/>
        </p:nvCxnSpPr>
        <p:spPr bwMode="auto">
          <a:xfrm>
            <a:off x="4080387" y="1359877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3E507E-E3A9-B361-97AC-07F793404E7A}"/>
              </a:ext>
            </a:extLst>
          </p:cNvPr>
          <p:cNvCxnSpPr/>
          <p:nvPr/>
        </p:nvCxnSpPr>
        <p:spPr bwMode="auto">
          <a:xfrm>
            <a:off x="4080387" y="4001986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0E0497-0B2D-59FF-8319-2504EBEDE01E}"/>
              </a:ext>
            </a:extLst>
          </p:cNvPr>
          <p:cNvSpPr txBox="1"/>
          <p:nvPr/>
        </p:nvSpPr>
        <p:spPr>
          <a:xfrm>
            <a:off x="5004619" y="1175211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2024-10-07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C4D69F-51B6-DBD5-F5CD-657ABD17A26A}"/>
              </a:ext>
            </a:extLst>
          </p:cNvPr>
          <p:cNvSpPr txBox="1"/>
          <p:nvPr/>
        </p:nvSpPr>
        <p:spPr>
          <a:xfrm>
            <a:off x="5004618" y="3817320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2024-10-13</a:t>
            </a:r>
            <a:endParaRPr lang="en-GB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D4D2F0-B9BF-6B5D-FD05-6597A4588162}"/>
              </a:ext>
            </a:extLst>
          </p:cNvPr>
          <p:cNvGrpSpPr/>
          <p:nvPr/>
        </p:nvGrpSpPr>
        <p:grpSpPr>
          <a:xfrm>
            <a:off x="7049918" y="1175211"/>
            <a:ext cx="4532482" cy="2908600"/>
            <a:chOff x="6928590" y="830063"/>
            <a:chExt cx="4532482" cy="29086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141839D-38EA-CDD1-629A-B8DDEF4A9E2C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D29DAD7-BE90-1F7F-3902-E154264F8709}"/>
                </a:ext>
              </a:extLst>
            </p:cNvPr>
            <p:cNvSpPr txBox="1"/>
            <p:nvPr/>
          </p:nvSpPr>
          <p:spPr>
            <a:xfrm>
              <a:off x="7334864" y="1264282"/>
              <a:ext cx="4126208" cy="1843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First zero meeting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First meeting with customer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Getting</a:t>
              </a:r>
              <a:r>
                <a:rPr lang="it-IT" sz="2000" dirty="0"/>
                <a:t> to know </a:t>
              </a:r>
              <a:r>
                <a:rPr lang="it-IT" sz="2000" dirty="0" err="1"/>
                <a:t>each</a:t>
              </a:r>
              <a:r>
                <a:rPr lang="it-IT" sz="2000" dirty="0"/>
                <a:t> </a:t>
              </a:r>
              <a:r>
                <a:rPr lang="it-IT" sz="2000" dirty="0" err="1"/>
                <a:t>other</a:t>
              </a:r>
              <a:endParaRPr lang="en-GB" sz="2000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B047B0-8A13-BDF2-20C3-C98D3AA80150}"/>
              </a:ext>
            </a:extLst>
          </p:cNvPr>
          <p:cNvCxnSpPr/>
          <p:nvPr/>
        </p:nvCxnSpPr>
        <p:spPr bwMode="auto">
          <a:xfrm>
            <a:off x="4080387" y="7608277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7B5AAE-DD7B-A3D5-E4CC-43527A1D43C4}"/>
              </a:ext>
            </a:extLst>
          </p:cNvPr>
          <p:cNvCxnSpPr/>
          <p:nvPr/>
        </p:nvCxnSpPr>
        <p:spPr bwMode="auto">
          <a:xfrm>
            <a:off x="4080387" y="10250386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05D9992-F452-0CD1-CF30-79F0B0E602E8}"/>
              </a:ext>
            </a:extLst>
          </p:cNvPr>
          <p:cNvSpPr txBox="1"/>
          <p:nvPr/>
        </p:nvSpPr>
        <p:spPr>
          <a:xfrm>
            <a:off x="5004619" y="7423611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2024-10-14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828B8F-4ED4-4118-CBA4-8194A802C624}"/>
              </a:ext>
            </a:extLst>
          </p:cNvPr>
          <p:cNvSpPr txBox="1"/>
          <p:nvPr/>
        </p:nvSpPr>
        <p:spPr>
          <a:xfrm>
            <a:off x="5004618" y="10065720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2024-10-27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25AFA5-E312-1C98-91F4-A3D5F959E7A5}"/>
              </a:ext>
            </a:extLst>
          </p:cNvPr>
          <p:cNvGrpSpPr/>
          <p:nvPr/>
        </p:nvGrpSpPr>
        <p:grpSpPr>
          <a:xfrm>
            <a:off x="7049918" y="7423611"/>
            <a:ext cx="4927098" cy="2908600"/>
            <a:chOff x="6928590" y="830063"/>
            <a:chExt cx="4466997" cy="29086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470AE6E-8AE0-B4A4-98F5-4694DA370772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8C867D-391D-4222-8424-A483C3E0F444}"/>
                </a:ext>
              </a:extLst>
            </p:cNvPr>
            <p:cNvSpPr txBox="1"/>
            <p:nvPr/>
          </p:nvSpPr>
          <p:spPr>
            <a:xfrm>
              <a:off x="7134389" y="1259598"/>
              <a:ext cx="4126208" cy="1843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Studying</a:t>
              </a:r>
              <a:r>
                <a:rPr lang="it-IT" sz="2000" dirty="0"/>
                <a:t> the OPC UA </a:t>
              </a:r>
              <a:r>
                <a:rPr lang="it-IT" sz="2000" dirty="0" err="1"/>
                <a:t>technology</a:t>
              </a:r>
              <a:endParaRPr lang="it-IT" sz="2000" dirty="0"/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Setting up </a:t>
              </a:r>
              <a:r>
                <a:rPr lang="it-IT" sz="2000" dirty="0" err="1"/>
                <a:t>environment</a:t>
              </a:r>
              <a:r>
                <a:rPr lang="it-IT" sz="2000" dirty="0"/>
                <a:t> (GH, CICD)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Familiarise</a:t>
              </a:r>
              <a:r>
                <a:rPr lang="it-IT" sz="2000" dirty="0"/>
                <a:t> with SCRUM practice</a:t>
              </a:r>
              <a:endParaRPr lang="en-GB" sz="2000" dirty="0"/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1849C87B-5036-3F41-654F-47BBE75F08D4}"/>
              </a:ext>
            </a:extLst>
          </p:cNvPr>
          <p:cNvSpPr txBox="1">
            <a:spLocks/>
          </p:cNvSpPr>
          <p:nvPr/>
        </p:nvSpPr>
        <p:spPr bwMode="auto">
          <a:xfrm>
            <a:off x="609600" y="6922475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#1</a:t>
            </a:r>
            <a:endParaRPr lang="en-GB" kern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D81FD4C-FDB0-6296-1873-F6CD6528FF08}"/>
              </a:ext>
            </a:extLst>
          </p:cNvPr>
          <p:cNvCxnSpPr>
            <a:cxnSpLocks/>
          </p:cNvCxnSpPr>
          <p:nvPr/>
        </p:nvCxnSpPr>
        <p:spPr bwMode="auto">
          <a:xfrm>
            <a:off x="3798277" y="1609430"/>
            <a:ext cx="0" cy="25236416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2607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10" grpId="0"/>
      <p:bldP spid="1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05620-048A-E0AB-9204-E853463D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5679-5E50-F815-F516-F05E5A0D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390536"/>
            <a:ext cx="10972800" cy="685802"/>
          </a:xfrm>
        </p:spPr>
        <p:txBody>
          <a:bodyPr/>
          <a:lstStyle/>
          <a:p>
            <a:r>
              <a:rPr lang="it-IT" dirty="0"/>
              <a:t>Sprint #0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D71C29-E740-16CA-4827-F1ED04A3A6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17</a:t>
            </a:fld>
            <a:endParaRPr lang="sv-SE" altLang="sv-SE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8B63A0DC-4C25-845E-0D36-987E5D64A5E8}"/>
              </a:ext>
            </a:extLst>
          </p:cNvPr>
          <p:cNvSpPr/>
          <p:nvPr/>
        </p:nvSpPr>
        <p:spPr bwMode="auto">
          <a:xfrm>
            <a:off x="3327172" y="-4243754"/>
            <a:ext cx="961560" cy="25899695"/>
          </a:xfrm>
          <a:prstGeom prst="downArrow">
            <a:avLst/>
          </a:prstGeom>
          <a:solidFill>
            <a:schemeClr val="bg2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1AACF5-4D7A-8374-DDEC-01CCC5762735}"/>
              </a:ext>
            </a:extLst>
          </p:cNvPr>
          <p:cNvCxnSpPr/>
          <p:nvPr/>
        </p:nvCxnSpPr>
        <p:spPr bwMode="auto">
          <a:xfrm>
            <a:off x="4080387" y="-4243754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0B6756-CE75-0F1E-0EF2-CE0ACAC7F509}"/>
              </a:ext>
            </a:extLst>
          </p:cNvPr>
          <p:cNvCxnSpPr/>
          <p:nvPr/>
        </p:nvCxnSpPr>
        <p:spPr bwMode="auto">
          <a:xfrm>
            <a:off x="4080387" y="-1601645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624B8F2-9C6F-51EC-3A8C-A6CCF3061345}"/>
              </a:ext>
            </a:extLst>
          </p:cNvPr>
          <p:cNvSpPr txBox="1"/>
          <p:nvPr/>
        </p:nvSpPr>
        <p:spPr>
          <a:xfrm>
            <a:off x="5004619" y="-4428420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2024-10-07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C7CD7B-4040-D2F7-CCEB-8F93A38D92F3}"/>
              </a:ext>
            </a:extLst>
          </p:cNvPr>
          <p:cNvSpPr txBox="1"/>
          <p:nvPr/>
        </p:nvSpPr>
        <p:spPr>
          <a:xfrm>
            <a:off x="5004618" y="-1786311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2024-10-13</a:t>
            </a:r>
            <a:endParaRPr lang="en-GB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C0B850-91EB-716F-7D9A-74244A0C340C}"/>
              </a:ext>
            </a:extLst>
          </p:cNvPr>
          <p:cNvGrpSpPr/>
          <p:nvPr/>
        </p:nvGrpSpPr>
        <p:grpSpPr>
          <a:xfrm>
            <a:off x="7334864" y="-5443893"/>
            <a:ext cx="4532482" cy="2908600"/>
            <a:chOff x="6928590" y="830063"/>
            <a:chExt cx="4532482" cy="29086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C7E761-3B71-FFC4-46EA-6A1409E9E7AC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3F58E9-D29C-2204-37B1-7CBF464A865F}"/>
                </a:ext>
              </a:extLst>
            </p:cNvPr>
            <p:cNvSpPr txBox="1"/>
            <p:nvPr/>
          </p:nvSpPr>
          <p:spPr>
            <a:xfrm>
              <a:off x="7334864" y="1264282"/>
              <a:ext cx="4126208" cy="1843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First zero meeting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First meeting with customer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Getting</a:t>
              </a:r>
              <a:r>
                <a:rPr lang="it-IT" sz="2000" dirty="0"/>
                <a:t> to know </a:t>
              </a:r>
              <a:r>
                <a:rPr lang="it-IT" sz="2000" dirty="0" err="1"/>
                <a:t>each</a:t>
              </a:r>
              <a:r>
                <a:rPr lang="it-IT" sz="2000" dirty="0"/>
                <a:t> </a:t>
              </a:r>
              <a:r>
                <a:rPr lang="it-IT" sz="2000" dirty="0" err="1"/>
                <a:t>other</a:t>
              </a:r>
              <a:endParaRPr lang="en-GB" sz="2000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4CDF97-609B-AD62-F358-92E4CB8BA64E}"/>
              </a:ext>
            </a:extLst>
          </p:cNvPr>
          <p:cNvCxnSpPr/>
          <p:nvPr/>
        </p:nvCxnSpPr>
        <p:spPr bwMode="auto">
          <a:xfrm>
            <a:off x="4080387" y="2004646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5A7892-F629-20C7-4D63-775FB4770FA3}"/>
              </a:ext>
            </a:extLst>
          </p:cNvPr>
          <p:cNvCxnSpPr/>
          <p:nvPr/>
        </p:nvCxnSpPr>
        <p:spPr bwMode="auto">
          <a:xfrm>
            <a:off x="4080387" y="4646755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D40F821-A399-5B26-4F3B-CD08636371E8}"/>
              </a:ext>
            </a:extLst>
          </p:cNvPr>
          <p:cNvSpPr txBox="1"/>
          <p:nvPr/>
        </p:nvSpPr>
        <p:spPr>
          <a:xfrm>
            <a:off x="5004619" y="1819980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2024-10-14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98B5EC-86C1-E33D-5AE3-E7AFC6B25A38}"/>
              </a:ext>
            </a:extLst>
          </p:cNvPr>
          <p:cNvSpPr txBox="1"/>
          <p:nvPr/>
        </p:nvSpPr>
        <p:spPr>
          <a:xfrm>
            <a:off x="5004618" y="4462089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2024-10-27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4FD1C0-2723-64FA-05F7-4530481A7D19}"/>
              </a:ext>
            </a:extLst>
          </p:cNvPr>
          <p:cNvGrpSpPr/>
          <p:nvPr/>
        </p:nvGrpSpPr>
        <p:grpSpPr>
          <a:xfrm>
            <a:off x="7049918" y="1819980"/>
            <a:ext cx="4927098" cy="2908600"/>
            <a:chOff x="6928590" y="830063"/>
            <a:chExt cx="4466997" cy="29086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CCA5FF6-6654-7054-781D-0CD3C2C2D035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5D174F7-3F19-09E7-BE56-383D68D0A98B}"/>
                </a:ext>
              </a:extLst>
            </p:cNvPr>
            <p:cNvSpPr txBox="1"/>
            <p:nvPr/>
          </p:nvSpPr>
          <p:spPr>
            <a:xfrm>
              <a:off x="7134389" y="1259598"/>
              <a:ext cx="4126208" cy="1843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Studying</a:t>
              </a:r>
              <a:r>
                <a:rPr lang="it-IT" sz="2000" dirty="0"/>
                <a:t> the OPC UA </a:t>
              </a:r>
              <a:r>
                <a:rPr lang="it-IT" sz="2000" dirty="0" err="1"/>
                <a:t>technology</a:t>
              </a:r>
              <a:endParaRPr lang="it-IT" sz="2000" dirty="0"/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Setting up </a:t>
              </a:r>
              <a:r>
                <a:rPr lang="it-IT" sz="2000" dirty="0" err="1"/>
                <a:t>environment</a:t>
              </a:r>
              <a:r>
                <a:rPr lang="it-IT" sz="2000" dirty="0"/>
                <a:t> (GH, CICD)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Familiarise</a:t>
              </a:r>
              <a:r>
                <a:rPr lang="it-IT" sz="2000" dirty="0"/>
                <a:t> with SCRUM practice</a:t>
              </a:r>
              <a:endParaRPr lang="en-GB" sz="2000" dirty="0"/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1EE6E42A-DF85-A50E-8DD2-20D0C6E33806}"/>
              </a:ext>
            </a:extLst>
          </p:cNvPr>
          <p:cNvSpPr txBox="1">
            <a:spLocks/>
          </p:cNvSpPr>
          <p:nvPr/>
        </p:nvSpPr>
        <p:spPr bwMode="auto">
          <a:xfrm>
            <a:off x="609600" y="542748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#1</a:t>
            </a:r>
            <a:endParaRPr lang="en-GB" kern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031A0A0-9D8B-7CB2-6A3B-98B7801E6C9C}"/>
              </a:ext>
            </a:extLst>
          </p:cNvPr>
          <p:cNvGrpSpPr/>
          <p:nvPr/>
        </p:nvGrpSpPr>
        <p:grpSpPr>
          <a:xfrm>
            <a:off x="7072034" y="7883272"/>
            <a:ext cx="5531446" cy="3257168"/>
            <a:chOff x="6928590" y="830063"/>
            <a:chExt cx="4692830" cy="29086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F60EC44-D2F3-97D4-0257-E40854118F47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09FA29-68C1-C95F-EDF3-133318D6FE08}"/>
                </a:ext>
              </a:extLst>
            </p:cNvPr>
            <p:cNvSpPr txBox="1"/>
            <p:nvPr/>
          </p:nvSpPr>
          <p:spPr>
            <a:xfrm>
              <a:off x="7154423" y="1262453"/>
              <a:ext cx="4466997" cy="1843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</a:t>
              </a:r>
              <a:r>
                <a:rPr lang="it-IT" sz="2000" dirty="0" err="1"/>
                <a:t>documentation</a:t>
              </a:r>
              <a:r>
                <a:rPr lang="it-IT" sz="2000" dirty="0"/>
                <a:t> (v1)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Backlog </a:t>
              </a:r>
              <a:r>
                <a:rPr lang="it-IT" sz="2000" dirty="0" err="1"/>
                <a:t>refinement</a:t>
              </a:r>
              <a:endParaRPr lang="it-IT" sz="2000" dirty="0"/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SKS recovery </a:t>
              </a:r>
              <a:r>
                <a:rPr lang="it-IT" sz="2000" dirty="0" err="1"/>
                <a:t>mechanism</a:t>
              </a:r>
              <a:endParaRPr lang="en-GB" sz="2000" dirty="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97C81AD1-E09A-D2D6-5EA1-C8F5903D52C3}"/>
              </a:ext>
            </a:extLst>
          </p:cNvPr>
          <p:cNvSpPr txBox="1">
            <a:spLocks/>
          </p:cNvSpPr>
          <p:nvPr/>
        </p:nvSpPr>
        <p:spPr bwMode="auto">
          <a:xfrm>
            <a:off x="609600" y="7335501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#2</a:t>
            </a:r>
            <a:endParaRPr lang="en-GB" kern="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16284F8-0389-8972-6012-A28F98BDF74C}"/>
              </a:ext>
            </a:extLst>
          </p:cNvPr>
          <p:cNvCxnSpPr/>
          <p:nvPr/>
        </p:nvCxnSpPr>
        <p:spPr bwMode="auto">
          <a:xfrm>
            <a:off x="4080387" y="7883273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7E4F0A-BC82-AB6F-CD69-FBB42ECCDFE4}"/>
              </a:ext>
            </a:extLst>
          </p:cNvPr>
          <p:cNvCxnSpPr/>
          <p:nvPr/>
        </p:nvCxnSpPr>
        <p:spPr bwMode="auto">
          <a:xfrm>
            <a:off x="4080387" y="10525382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C3203BD-2FE3-63BE-4DFF-4F8C488FB8E2}"/>
              </a:ext>
            </a:extLst>
          </p:cNvPr>
          <p:cNvSpPr txBox="1"/>
          <p:nvPr/>
        </p:nvSpPr>
        <p:spPr>
          <a:xfrm>
            <a:off x="5004619" y="7698607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2024-10-28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34DAAC-F790-FA3B-1247-9442BF83F250}"/>
              </a:ext>
            </a:extLst>
          </p:cNvPr>
          <p:cNvSpPr txBox="1"/>
          <p:nvPr/>
        </p:nvSpPr>
        <p:spPr>
          <a:xfrm>
            <a:off x="5004618" y="10340716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2024-11-10</a:t>
            </a:r>
            <a:endParaRPr lang="en-GB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2968AF3-3575-D551-F00B-348F39932EDE}"/>
              </a:ext>
            </a:extLst>
          </p:cNvPr>
          <p:cNvCxnSpPr>
            <a:cxnSpLocks/>
          </p:cNvCxnSpPr>
          <p:nvPr/>
        </p:nvCxnSpPr>
        <p:spPr bwMode="auto">
          <a:xfrm>
            <a:off x="3798277" y="-4243754"/>
            <a:ext cx="0" cy="25236416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76274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9E67A-B0E8-AF88-5036-138CF3943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15A315-E936-1597-7B4F-945B7005A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18</a:t>
            </a:fld>
            <a:endParaRPr lang="sv-SE" altLang="sv-SE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194DF6D-9F4C-3938-69BB-891FF4E32AA7}"/>
              </a:ext>
            </a:extLst>
          </p:cNvPr>
          <p:cNvSpPr/>
          <p:nvPr/>
        </p:nvSpPr>
        <p:spPr bwMode="auto">
          <a:xfrm>
            <a:off x="3327172" y="-10095914"/>
            <a:ext cx="961560" cy="25899695"/>
          </a:xfrm>
          <a:prstGeom prst="downArrow">
            <a:avLst/>
          </a:prstGeom>
          <a:solidFill>
            <a:schemeClr val="bg2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016C595-8E98-C067-181F-CA5281292CDB}"/>
              </a:ext>
            </a:extLst>
          </p:cNvPr>
          <p:cNvCxnSpPr/>
          <p:nvPr/>
        </p:nvCxnSpPr>
        <p:spPr bwMode="auto">
          <a:xfrm>
            <a:off x="4368693" y="-4286117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98C83B-0F66-BA9B-0F71-F3D482EE168A}"/>
              </a:ext>
            </a:extLst>
          </p:cNvPr>
          <p:cNvCxnSpPr/>
          <p:nvPr/>
        </p:nvCxnSpPr>
        <p:spPr bwMode="auto">
          <a:xfrm>
            <a:off x="4368693" y="-1644008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5093BE5-5C9A-910C-33EC-28C8CD1D00B6}"/>
              </a:ext>
            </a:extLst>
          </p:cNvPr>
          <p:cNvSpPr txBox="1"/>
          <p:nvPr/>
        </p:nvSpPr>
        <p:spPr>
          <a:xfrm>
            <a:off x="5292925" y="-4470783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2024-10-14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E294E5-A990-8F8E-1E6B-05C397EA8016}"/>
              </a:ext>
            </a:extLst>
          </p:cNvPr>
          <p:cNvSpPr txBox="1"/>
          <p:nvPr/>
        </p:nvSpPr>
        <p:spPr>
          <a:xfrm>
            <a:off x="5292924" y="-1828674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2024-10-27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A44CA8-FD5B-8D94-98CB-F9EF27FA1C7F}"/>
              </a:ext>
            </a:extLst>
          </p:cNvPr>
          <p:cNvGrpSpPr/>
          <p:nvPr/>
        </p:nvGrpSpPr>
        <p:grpSpPr>
          <a:xfrm>
            <a:off x="7338224" y="-4470783"/>
            <a:ext cx="4927098" cy="2908600"/>
            <a:chOff x="6928590" y="830063"/>
            <a:chExt cx="4466997" cy="29086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D12339A-7D6E-9725-09B9-F0FD48EA837A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DFC4A3-1E50-3963-5D1B-AA2A30079733}"/>
                </a:ext>
              </a:extLst>
            </p:cNvPr>
            <p:cNvSpPr txBox="1"/>
            <p:nvPr/>
          </p:nvSpPr>
          <p:spPr>
            <a:xfrm>
              <a:off x="7134389" y="1259598"/>
              <a:ext cx="4126208" cy="1843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Studying</a:t>
              </a:r>
              <a:r>
                <a:rPr lang="it-IT" sz="2000" dirty="0"/>
                <a:t> the OPC UA </a:t>
              </a:r>
              <a:r>
                <a:rPr lang="it-IT" sz="2000" dirty="0" err="1"/>
                <a:t>technology</a:t>
              </a:r>
              <a:endParaRPr lang="it-IT" sz="2000" dirty="0"/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Setting up </a:t>
              </a:r>
              <a:r>
                <a:rPr lang="it-IT" sz="2000" dirty="0" err="1"/>
                <a:t>environment</a:t>
              </a:r>
              <a:r>
                <a:rPr lang="it-IT" sz="2000" dirty="0"/>
                <a:t> (GH, CICD)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Familiarise</a:t>
              </a:r>
              <a:r>
                <a:rPr lang="it-IT" sz="2000" dirty="0"/>
                <a:t> with SCRUM practice</a:t>
              </a:r>
              <a:endParaRPr lang="en-GB" sz="2000" dirty="0"/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6876A1E0-DA87-BA8E-9B5F-7FD049AA51E6}"/>
              </a:ext>
            </a:extLst>
          </p:cNvPr>
          <p:cNvSpPr txBox="1">
            <a:spLocks/>
          </p:cNvSpPr>
          <p:nvPr/>
        </p:nvSpPr>
        <p:spPr bwMode="auto">
          <a:xfrm>
            <a:off x="609600" y="-4470783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#1</a:t>
            </a:r>
            <a:endParaRPr lang="en-GB" kern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9EF525-AA66-B6EA-9ADE-2071B90D0563}"/>
              </a:ext>
            </a:extLst>
          </p:cNvPr>
          <p:cNvGrpSpPr/>
          <p:nvPr/>
        </p:nvGrpSpPr>
        <p:grpSpPr>
          <a:xfrm>
            <a:off x="6786795" y="1657773"/>
            <a:ext cx="5478527" cy="3200115"/>
            <a:chOff x="6928590" y="830063"/>
            <a:chExt cx="4692830" cy="29086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59CCF35-83CE-CB2B-1858-B2C7EC2577E5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2E1592-DEBB-E0AD-E232-BAE7076FC373}"/>
                </a:ext>
              </a:extLst>
            </p:cNvPr>
            <p:cNvSpPr txBox="1"/>
            <p:nvPr/>
          </p:nvSpPr>
          <p:spPr>
            <a:xfrm>
              <a:off x="7154423" y="1262453"/>
              <a:ext cx="4466997" cy="1843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</a:t>
              </a:r>
              <a:r>
                <a:rPr lang="it-IT" sz="2000" dirty="0" err="1"/>
                <a:t>documentation</a:t>
              </a:r>
              <a:r>
                <a:rPr lang="it-IT" sz="2000" dirty="0"/>
                <a:t> (v1)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Backlog </a:t>
              </a:r>
              <a:r>
                <a:rPr lang="it-IT" sz="2000" dirty="0" err="1"/>
                <a:t>refinement</a:t>
              </a:r>
              <a:endParaRPr lang="it-IT" sz="2000" dirty="0"/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SKS recovery </a:t>
              </a:r>
              <a:r>
                <a:rPr lang="it-IT" sz="2000" dirty="0" err="1"/>
                <a:t>mechanism</a:t>
              </a:r>
              <a:endParaRPr lang="en-GB" sz="2000" dirty="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EBFA1073-BB1D-47AE-BB71-29B3D360986E}"/>
              </a:ext>
            </a:extLst>
          </p:cNvPr>
          <p:cNvSpPr txBox="1">
            <a:spLocks/>
          </p:cNvSpPr>
          <p:nvPr/>
        </p:nvSpPr>
        <p:spPr bwMode="auto">
          <a:xfrm>
            <a:off x="609600" y="478274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#2</a:t>
            </a:r>
            <a:endParaRPr lang="en-GB" kern="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A77DCFD-88EC-E9E8-2D7E-54A899D726F3}"/>
              </a:ext>
            </a:extLst>
          </p:cNvPr>
          <p:cNvCxnSpPr/>
          <p:nvPr/>
        </p:nvCxnSpPr>
        <p:spPr bwMode="auto">
          <a:xfrm>
            <a:off x="4080387" y="2031113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1C5BDB6-558D-C4DA-6820-5F0E7CCC6EAF}"/>
              </a:ext>
            </a:extLst>
          </p:cNvPr>
          <p:cNvCxnSpPr/>
          <p:nvPr/>
        </p:nvCxnSpPr>
        <p:spPr bwMode="auto">
          <a:xfrm>
            <a:off x="4080387" y="4673222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277BF25-CA86-F9ED-D92A-A4C6F3557351}"/>
              </a:ext>
            </a:extLst>
          </p:cNvPr>
          <p:cNvSpPr txBox="1"/>
          <p:nvPr/>
        </p:nvSpPr>
        <p:spPr>
          <a:xfrm>
            <a:off x="5004619" y="1846447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2024-10-28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7F34CD-3330-2E59-E957-9C2AC11E326F}"/>
              </a:ext>
            </a:extLst>
          </p:cNvPr>
          <p:cNvSpPr txBox="1"/>
          <p:nvPr/>
        </p:nvSpPr>
        <p:spPr>
          <a:xfrm>
            <a:off x="5004618" y="4488556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2024-11-10</a:t>
            </a:r>
            <a:endParaRPr lang="en-GB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187DB87-9507-4136-2B50-76F7D5AC70AA}"/>
              </a:ext>
            </a:extLst>
          </p:cNvPr>
          <p:cNvGrpSpPr/>
          <p:nvPr/>
        </p:nvGrpSpPr>
        <p:grpSpPr>
          <a:xfrm>
            <a:off x="6918616" y="8077845"/>
            <a:ext cx="5478527" cy="2903484"/>
            <a:chOff x="6928590" y="830063"/>
            <a:chExt cx="4692830" cy="290860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B56DC0F-5E96-0339-6C19-4A8C86958732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7409500-20A8-31BB-15EF-35134996FD16}"/>
                </a:ext>
              </a:extLst>
            </p:cNvPr>
            <p:cNvSpPr txBox="1"/>
            <p:nvPr/>
          </p:nvSpPr>
          <p:spPr>
            <a:xfrm>
              <a:off x="7154423" y="1262453"/>
              <a:ext cx="4466997" cy="1675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Late sprint planning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</a:t>
              </a:r>
              <a:r>
                <a:rPr lang="it-IT" sz="2000" dirty="0" err="1"/>
                <a:t>configuration</a:t>
              </a:r>
              <a:r>
                <a:rPr lang="it-IT" sz="2000" dirty="0"/>
                <a:t> Publisher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Backlog </a:t>
              </a:r>
              <a:r>
                <a:rPr lang="it-IT" sz="2000" dirty="0" err="1"/>
                <a:t>refinement</a:t>
              </a:r>
              <a:endParaRPr lang="it-IT" sz="2000" dirty="0"/>
            </a:p>
          </p:txBody>
        </p:sp>
      </p:grpSp>
      <p:sp>
        <p:nvSpPr>
          <p:cNvPr id="35" name="Title 1">
            <a:extLst>
              <a:ext uri="{FF2B5EF4-FFF2-40B4-BE49-F238E27FC236}">
                <a16:creationId xmlns:a16="http://schemas.microsoft.com/office/drawing/2014/main" id="{D59AAB37-6471-0FF2-2783-D10E647C490A}"/>
              </a:ext>
            </a:extLst>
          </p:cNvPr>
          <p:cNvSpPr txBox="1">
            <a:spLocks/>
          </p:cNvSpPr>
          <p:nvPr/>
        </p:nvSpPr>
        <p:spPr bwMode="auto">
          <a:xfrm>
            <a:off x="609600" y="7392042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#3</a:t>
            </a:r>
            <a:endParaRPr lang="en-GB" kern="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305E585-91E3-CCE1-DB9B-4710E1D286F5}"/>
              </a:ext>
            </a:extLst>
          </p:cNvPr>
          <p:cNvCxnSpPr/>
          <p:nvPr/>
        </p:nvCxnSpPr>
        <p:spPr bwMode="auto">
          <a:xfrm>
            <a:off x="4080387" y="8339220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E9F393B-7534-84DB-9100-150808A6E7BC}"/>
              </a:ext>
            </a:extLst>
          </p:cNvPr>
          <p:cNvCxnSpPr/>
          <p:nvPr/>
        </p:nvCxnSpPr>
        <p:spPr bwMode="auto">
          <a:xfrm>
            <a:off x="4080387" y="10981329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D312AEF-6295-89C6-EF1E-0BB3221D029D}"/>
              </a:ext>
            </a:extLst>
          </p:cNvPr>
          <p:cNvSpPr txBox="1"/>
          <p:nvPr/>
        </p:nvSpPr>
        <p:spPr>
          <a:xfrm>
            <a:off x="5004619" y="8154554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2024-11-11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940ECC-3842-7802-5724-40646DD48F17}"/>
              </a:ext>
            </a:extLst>
          </p:cNvPr>
          <p:cNvSpPr txBox="1"/>
          <p:nvPr/>
        </p:nvSpPr>
        <p:spPr>
          <a:xfrm>
            <a:off x="5004618" y="10796663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2024-11-24</a:t>
            </a:r>
            <a:endParaRPr lang="en-GB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58CC7A7-EA1D-C386-7037-8A6B8ACDCC06}"/>
              </a:ext>
            </a:extLst>
          </p:cNvPr>
          <p:cNvCxnSpPr>
            <a:cxnSpLocks/>
          </p:cNvCxnSpPr>
          <p:nvPr/>
        </p:nvCxnSpPr>
        <p:spPr bwMode="auto">
          <a:xfrm>
            <a:off x="3798277" y="-10095914"/>
            <a:ext cx="0" cy="25236416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131816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E1571-67D1-785E-ABC3-FC374538F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DBC62E-42D8-8BEF-36FD-A68D9D534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19</a:t>
            </a:fld>
            <a:endParaRPr lang="sv-SE" altLang="sv-SE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FDD9C762-52B1-BB2C-E9AC-E9D6E9ADA96E}"/>
              </a:ext>
            </a:extLst>
          </p:cNvPr>
          <p:cNvSpPr/>
          <p:nvPr/>
        </p:nvSpPr>
        <p:spPr bwMode="auto">
          <a:xfrm>
            <a:off x="3327172" y="-16054755"/>
            <a:ext cx="961560" cy="39899493"/>
          </a:xfrm>
          <a:prstGeom prst="downArrow">
            <a:avLst/>
          </a:prstGeom>
          <a:solidFill>
            <a:schemeClr val="bg2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869674-8D76-6A94-B9D1-EAF2B3BE3BDE}"/>
              </a:ext>
            </a:extLst>
          </p:cNvPr>
          <p:cNvGrpSpPr/>
          <p:nvPr/>
        </p:nvGrpSpPr>
        <p:grpSpPr>
          <a:xfrm>
            <a:off x="7006304" y="-5093547"/>
            <a:ext cx="5478527" cy="3200115"/>
            <a:chOff x="6928590" y="830063"/>
            <a:chExt cx="4692830" cy="29086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5F2136D-1020-D7DB-CFA4-6F08BC06FB28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E5343E-74DF-4AC7-70F9-6C4C46D4BB57}"/>
                </a:ext>
              </a:extLst>
            </p:cNvPr>
            <p:cNvSpPr txBox="1"/>
            <p:nvPr/>
          </p:nvSpPr>
          <p:spPr>
            <a:xfrm>
              <a:off x="7154423" y="1262453"/>
              <a:ext cx="4466997" cy="1843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</a:t>
              </a:r>
              <a:r>
                <a:rPr lang="it-IT" sz="2000" dirty="0" err="1"/>
                <a:t>documentation</a:t>
              </a:r>
              <a:r>
                <a:rPr lang="it-IT" sz="2000" dirty="0"/>
                <a:t> (v1)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Backlog </a:t>
              </a:r>
              <a:r>
                <a:rPr lang="it-IT" sz="2000" dirty="0" err="1"/>
                <a:t>refinement</a:t>
              </a:r>
              <a:endParaRPr lang="it-IT" sz="2000" dirty="0"/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SKS recovery </a:t>
              </a:r>
              <a:r>
                <a:rPr lang="it-IT" sz="2000" dirty="0" err="1"/>
                <a:t>mechanism</a:t>
              </a:r>
              <a:endParaRPr lang="en-GB" sz="2000" dirty="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0C5629D4-FA24-FFD5-D868-153A6A9BB36E}"/>
              </a:ext>
            </a:extLst>
          </p:cNvPr>
          <p:cNvSpPr txBox="1">
            <a:spLocks/>
          </p:cNvSpPr>
          <p:nvPr/>
        </p:nvSpPr>
        <p:spPr bwMode="auto">
          <a:xfrm>
            <a:off x="472440" y="-4598323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#2</a:t>
            </a:r>
            <a:endParaRPr lang="en-GB" kern="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DC5E08-4CAA-D253-4392-A1D265C41B00}"/>
              </a:ext>
            </a:extLst>
          </p:cNvPr>
          <p:cNvCxnSpPr/>
          <p:nvPr/>
        </p:nvCxnSpPr>
        <p:spPr bwMode="auto">
          <a:xfrm>
            <a:off x="4299896" y="-4720207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B7479A-23BC-82B3-0906-C7A71FC8AC81}"/>
              </a:ext>
            </a:extLst>
          </p:cNvPr>
          <p:cNvCxnSpPr/>
          <p:nvPr/>
        </p:nvCxnSpPr>
        <p:spPr bwMode="auto">
          <a:xfrm>
            <a:off x="4299896" y="-2078098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615101A-75E7-773D-14D2-B701683E9450}"/>
              </a:ext>
            </a:extLst>
          </p:cNvPr>
          <p:cNvSpPr txBox="1"/>
          <p:nvPr/>
        </p:nvSpPr>
        <p:spPr>
          <a:xfrm>
            <a:off x="5224128" y="-4904873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2024-10-28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A375AA-D3E3-623C-4D2D-4DF137D2E465}"/>
              </a:ext>
            </a:extLst>
          </p:cNvPr>
          <p:cNvSpPr txBox="1"/>
          <p:nvPr/>
        </p:nvSpPr>
        <p:spPr>
          <a:xfrm>
            <a:off x="5224127" y="-2262764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2024-11-10</a:t>
            </a:r>
            <a:endParaRPr lang="en-GB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D400F32-3860-F5DF-FAF9-CB2AC8895762}"/>
              </a:ext>
            </a:extLst>
          </p:cNvPr>
          <p:cNvGrpSpPr/>
          <p:nvPr/>
        </p:nvGrpSpPr>
        <p:grpSpPr>
          <a:xfrm>
            <a:off x="6713473" y="2119005"/>
            <a:ext cx="5478527" cy="2903484"/>
            <a:chOff x="6928590" y="830063"/>
            <a:chExt cx="4692830" cy="290860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BB53B0F-2BFF-A8F6-8AAB-A8990E4E5146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624CFB7-7D8D-9891-8D23-C024A38E0BA2}"/>
                </a:ext>
              </a:extLst>
            </p:cNvPr>
            <p:cNvSpPr txBox="1"/>
            <p:nvPr/>
          </p:nvSpPr>
          <p:spPr>
            <a:xfrm>
              <a:off x="7154423" y="1262453"/>
              <a:ext cx="4466997" cy="1675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Late sprint planning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</a:t>
              </a:r>
              <a:r>
                <a:rPr lang="it-IT" sz="2000" dirty="0" err="1"/>
                <a:t>configuration</a:t>
              </a:r>
              <a:r>
                <a:rPr lang="it-IT" sz="2000" dirty="0"/>
                <a:t> Publisher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Backlog </a:t>
              </a:r>
              <a:r>
                <a:rPr lang="it-IT" sz="2000" dirty="0" err="1"/>
                <a:t>refinement</a:t>
              </a:r>
              <a:endParaRPr lang="it-IT" sz="2000" dirty="0"/>
            </a:p>
          </p:txBody>
        </p:sp>
      </p:grpSp>
      <p:sp>
        <p:nvSpPr>
          <p:cNvPr id="35" name="Title 1">
            <a:extLst>
              <a:ext uri="{FF2B5EF4-FFF2-40B4-BE49-F238E27FC236}">
                <a16:creationId xmlns:a16="http://schemas.microsoft.com/office/drawing/2014/main" id="{3150DDCB-829E-9C84-E62F-301A61C6ED89}"/>
              </a:ext>
            </a:extLst>
          </p:cNvPr>
          <p:cNvSpPr txBox="1">
            <a:spLocks/>
          </p:cNvSpPr>
          <p:nvPr/>
        </p:nvSpPr>
        <p:spPr bwMode="auto">
          <a:xfrm>
            <a:off x="609600" y="652628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#3</a:t>
            </a:r>
            <a:endParaRPr lang="en-GB" kern="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793B195-4CE9-E8AF-67F6-EB5FE130194E}"/>
              </a:ext>
            </a:extLst>
          </p:cNvPr>
          <p:cNvCxnSpPr/>
          <p:nvPr/>
        </p:nvCxnSpPr>
        <p:spPr bwMode="auto">
          <a:xfrm>
            <a:off x="4080387" y="2380380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7D749B2-60B5-8863-B1FC-FC1ACBD15F34}"/>
              </a:ext>
            </a:extLst>
          </p:cNvPr>
          <p:cNvCxnSpPr/>
          <p:nvPr/>
        </p:nvCxnSpPr>
        <p:spPr bwMode="auto">
          <a:xfrm>
            <a:off x="4080387" y="5022489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040F9FC-B7E6-D465-CEA9-6A56E8B8757D}"/>
              </a:ext>
            </a:extLst>
          </p:cNvPr>
          <p:cNvSpPr txBox="1"/>
          <p:nvPr/>
        </p:nvSpPr>
        <p:spPr>
          <a:xfrm>
            <a:off x="5004619" y="2195714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2024-11-11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766A3-B642-CA08-13AC-0B23454634BC}"/>
              </a:ext>
            </a:extLst>
          </p:cNvPr>
          <p:cNvSpPr txBox="1"/>
          <p:nvPr/>
        </p:nvSpPr>
        <p:spPr>
          <a:xfrm>
            <a:off x="5004618" y="4837823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2024-11-24</a:t>
            </a:r>
            <a:endParaRPr lang="en-GB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09C36F-2533-7A13-BEB0-3A194456655D}"/>
              </a:ext>
            </a:extLst>
          </p:cNvPr>
          <p:cNvCxnSpPr>
            <a:cxnSpLocks/>
          </p:cNvCxnSpPr>
          <p:nvPr/>
        </p:nvCxnSpPr>
        <p:spPr bwMode="auto">
          <a:xfrm>
            <a:off x="3798277" y="-16054755"/>
            <a:ext cx="0" cy="3964627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F5F672-AC56-2CBB-88F0-73360D288FE9}"/>
              </a:ext>
            </a:extLst>
          </p:cNvPr>
          <p:cNvGrpSpPr/>
          <p:nvPr/>
        </p:nvGrpSpPr>
        <p:grpSpPr>
          <a:xfrm>
            <a:off x="6713473" y="8331754"/>
            <a:ext cx="5671438" cy="2903484"/>
            <a:chOff x="6928590" y="830063"/>
            <a:chExt cx="4665385" cy="29086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D51A5C3-F82D-7F7B-4773-8FD4D1183830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492C8E9-6714-6816-AB7E-243DF27B3523}"/>
                </a:ext>
              </a:extLst>
            </p:cNvPr>
            <p:cNvSpPr txBox="1"/>
            <p:nvPr/>
          </p:nvSpPr>
          <p:spPr>
            <a:xfrm>
              <a:off x="7126978" y="1107686"/>
              <a:ext cx="4466997" cy="2155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Adjusted</a:t>
              </a:r>
              <a:r>
                <a:rPr lang="it-IT" sz="2000" dirty="0"/>
                <a:t> sprint planning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</a:t>
              </a:r>
              <a:r>
                <a:rPr lang="it-IT" sz="2000" dirty="0" err="1"/>
                <a:t>configuration</a:t>
              </a:r>
              <a:r>
                <a:rPr lang="it-IT" sz="2000" dirty="0"/>
                <a:t> </a:t>
              </a:r>
              <a:r>
                <a:rPr lang="it-IT" sz="2000" dirty="0" err="1"/>
                <a:t>Subscriber</a:t>
              </a:r>
              <a:r>
                <a:rPr lang="it-IT" sz="2000" dirty="0"/>
                <a:t> and SKS (complete </a:t>
              </a:r>
              <a:r>
                <a:rPr lang="it-IT" sz="2000" dirty="0" err="1"/>
                <a:t>architecture</a:t>
              </a:r>
              <a:r>
                <a:rPr lang="it-IT" sz="2000" dirty="0"/>
                <a:t> deployment)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Beta </a:t>
              </a:r>
              <a:r>
                <a:rPr lang="it-IT" sz="2000" dirty="0" err="1"/>
                <a:t>prototype</a:t>
              </a:r>
              <a:r>
                <a:rPr lang="it-IT" sz="2000" dirty="0"/>
                <a:t> </a:t>
              </a:r>
              <a:r>
                <a:rPr lang="it-IT" sz="2000" dirty="0" err="1"/>
                <a:t>presented</a:t>
              </a:r>
              <a:endParaRPr lang="it-IT" sz="2000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D7A060F2-D67D-61C6-A26F-57FF088A3BFC}"/>
              </a:ext>
            </a:extLst>
          </p:cNvPr>
          <p:cNvSpPr txBox="1">
            <a:spLocks/>
          </p:cNvSpPr>
          <p:nvPr/>
        </p:nvSpPr>
        <p:spPr bwMode="auto">
          <a:xfrm>
            <a:off x="609600" y="6865377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#4</a:t>
            </a:r>
            <a:endParaRPr lang="en-GB" kern="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307CC43-FC8B-33C6-5CF1-C421A55DE553}"/>
              </a:ext>
            </a:extLst>
          </p:cNvPr>
          <p:cNvCxnSpPr/>
          <p:nvPr/>
        </p:nvCxnSpPr>
        <p:spPr bwMode="auto">
          <a:xfrm>
            <a:off x="4080387" y="8593129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6E72EB9-0780-D596-0B1C-E2C213D10F0C}"/>
              </a:ext>
            </a:extLst>
          </p:cNvPr>
          <p:cNvCxnSpPr/>
          <p:nvPr/>
        </p:nvCxnSpPr>
        <p:spPr bwMode="auto">
          <a:xfrm>
            <a:off x="4080387" y="11235238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D28D9E7-F8F2-6BDD-0D57-288990425D0D}"/>
              </a:ext>
            </a:extLst>
          </p:cNvPr>
          <p:cNvSpPr txBox="1"/>
          <p:nvPr/>
        </p:nvSpPr>
        <p:spPr>
          <a:xfrm>
            <a:off x="5004619" y="8408463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2024-11-25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BD40A0-EBB7-5FCC-C1CA-3D9245F6946F}"/>
              </a:ext>
            </a:extLst>
          </p:cNvPr>
          <p:cNvSpPr txBox="1"/>
          <p:nvPr/>
        </p:nvSpPr>
        <p:spPr>
          <a:xfrm>
            <a:off x="5004618" y="11050572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2024-12-08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2331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09AE9-0E78-87CB-8E7C-E578050A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31CAE8-0107-9001-BC37-92FBE93141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20</a:t>
            </a:fld>
            <a:endParaRPr lang="sv-SE" altLang="sv-SE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1980B0FA-FD4A-1D11-40E0-29FEED2EDAA3}"/>
              </a:ext>
            </a:extLst>
          </p:cNvPr>
          <p:cNvSpPr/>
          <p:nvPr/>
        </p:nvSpPr>
        <p:spPr bwMode="auto">
          <a:xfrm>
            <a:off x="3327172" y="-16054755"/>
            <a:ext cx="961560" cy="39899493"/>
          </a:xfrm>
          <a:prstGeom prst="downArrow">
            <a:avLst/>
          </a:prstGeom>
          <a:solidFill>
            <a:schemeClr val="bg2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8FBC3ED-B048-E513-BEF4-B6319B4246B5}"/>
              </a:ext>
            </a:extLst>
          </p:cNvPr>
          <p:cNvGrpSpPr/>
          <p:nvPr/>
        </p:nvGrpSpPr>
        <p:grpSpPr>
          <a:xfrm>
            <a:off x="6713473" y="-4647077"/>
            <a:ext cx="5478527" cy="2903484"/>
            <a:chOff x="6928590" y="830063"/>
            <a:chExt cx="4692830" cy="290860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B139EE5-B256-40B4-2625-8C5A35AEA59F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7158A37-A2C5-275E-6EA4-DDEB3230432F}"/>
                </a:ext>
              </a:extLst>
            </p:cNvPr>
            <p:cNvSpPr txBox="1"/>
            <p:nvPr/>
          </p:nvSpPr>
          <p:spPr>
            <a:xfrm>
              <a:off x="7154423" y="1262453"/>
              <a:ext cx="4466997" cy="1675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Late sprint planning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</a:t>
              </a:r>
              <a:r>
                <a:rPr lang="it-IT" sz="2000" dirty="0" err="1"/>
                <a:t>configuration</a:t>
              </a:r>
              <a:r>
                <a:rPr lang="it-IT" sz="2000" dirty="0"/>
                <a:t> Publisher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Backlog </a:t>
              </a:r>
              <a:r>
                <a:rPr lang="it-IT" sz="2000" dirty="0" err="1"/>
                <a:t>refinement</a:t>
              </a:r>
              <a:endParaRPr lang="it-IT" sz="2000" dirty="0"/>
            </a:p>
          </p:txBody>
        </p:sp>
      </p:grpSp>
      <p:sp>
        <p:nvSpPr>
          <p:cNvPr id="35" name="Title 1">
            <a:extLst>
              <a:ext uri="{FF2B5EF4-FFF2-40B4-BE49-F238E27FC236}">
                <a16:creationId xmlns:a16="http://schemas.microsoft.com/office/drawing/2014/main" id="{4D2A257D-8C9B-3D7F-DCE5-D7BEE337DF0E}"/>
              </a:ext>
            </a:extLst>
          </p:cNvPr>
          <p:cNvSpPr txBox="1">
            <a:spLocks/>
          </p:cNvSpPr>
          <p:nvPr/>
        </p:nvSpPr>
        <p:spPr bwMode="auto">
          <a:xfrm>
            <a:off x="609600" y="-6113454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#3</a:t>
            </a:r>
            <a:endParaRPr lang="en-GB" kern="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BA1B890-3448-374F-57C0-B6FA7606E86E}"/>
              </a:ext>
            </a:extLst>
          </p:cNvPr>
          <p:cNvCxnSpPr/>
          <p:nvPr/>
        </p:nvCxnSpPr>
        <p:spPr bwMode="auto">
          <a:xfrm>
            <a:off x="4080387" y="-4385702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360415C-E52F-6371-14C2-52FD03B916B1}"/>
              </a:ext>
            </a:extLst>
          </p:cNvPr>
          <p:cNvCxnSpPr/>
          <p:nvPr/>
        </p:nvCxnSpPr>
        <p:spPr bwMode="auto">
          <a:xfrm>
            <a:off x="4080387" y="-1743593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9E621CD-4376-90A2-FFFC-441B57EDF94B}"/>
              </a:ext>
            </a:extLst>
          </p:cNvPr>
          <p:cNvSpPr txBox="1"/>
          <p:nvPr/>
        </p:nvSpPr>
        <p:spPr>
          <a:xfrm>
            <a:off x="5004619" y="-4570368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2024-11-11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B883AF-5B8D-4F66-0965-7DEEAA6BAB40}"/>
              </a:ext>
            </a:extLst>
          </p:cNvPr>
          <p:cNvSpPr txBox="1"/>
          <p:nvPr/>
        </p:nvSpPr>
        <p:spPr>
          <a:xfrm>
            <a:off x="5004618" y="-1928259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2024-11-24</a:t>
            </a:r>
            <a:endParaRPr lang="en-GB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B582546-EACD-B31F-C376-E6C5444FF32E}"/>
              </a:ext>
            </a:extLst>
          </p:cNvPr>
          <p:cNvCxnSpPr>
            <a:cxnSpLocks/>
          </p:cNvCxnSpPr>
          <p:nvPr/>
        </p:nvCxnSpPr>
        <p:spPr bwMode="auto">
          <a:xfrm>
            <a:off x="3798277" y="-16054755"/>
            <a:ext cx="0" cy="39646275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506B90-AB23-D98A-755E-C6DAEE3B76DD}"/>
              </a:ext>
            </a:extLst>
          </p:cNvPr>
          <p:cNvGrpSpPr/>
          <p:nvPr/>
        </p:nvGrpSpPr>
        <p:grpSpPr>
          <a:xfrm>
            <a:off x="6520562" y="2072270"/>
            <a:ext cx="5671438" cy="2903484"/>
            <a:chOff x="6928590" y="830063"/>
            <a:chExt cx="4665385" cy="29086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2201855-DC6B-A08B-8A1E-8A51BDF5BE4A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47CC64-14F2-1325-C277-CAE4C684D176}"/>
                </a:ext>
              </a:extLst>
            </p:cNvPr>
            <p:cNvSpPr txBox="1"/>
            <p:nvPr/>
          </p:nvSpPr>
          <p:spPr>
            <a:xfrm>
              <a:off x="7126978" y="1107686"/>
              <a:ext cx="4466997" cy="2155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Adjusted</a:t>
              </a:r>
              <a:r>
                <a:rPr lang="it-IT" sz="2000" dirty="0"/>
                <a:t> sprint planning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</a:t>
              </a:r>
              <a:r>
                <a:rPr lang="it-IT" sz="2000" dirty="0" err="1"/>
                <a:t>configuration</a:t>
              </a:r>
              <a:r>
                <a:rPr lang="it-IT" sz="2000" dirty="0"/>
                <a:t> </a:t>
              </a:r>
              <a:r>
                <a:rPr lang="it-IT" sz="2000" dirty="0" err="1"/>
                <a:t>Subscriber</a:t>
              </a:r>
              <a:r>
                <a:rPr lang="it-IT" sz="2000" dirty="0"/>
                <a:t> and SKS (complete </a:t>
              </a:r>
              <a:r>
                <a:rPr lang="it-IT" sz="2000" dirty="0" err="1"/>
                <a:t>architecture</a:t>
              </a:r>
              <a:r>
                <a:rPr lang="it-IT" sz="2000" dirty="0"/>
                <a:t> deployment)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Beta </a:t>
              </a:r>
              <a:r>
                <a:rPr lang="it-IT" sz="2000" dirty="0" err="1"/>
                <a:t>prototype</a:t>
              </a:r>
              <a:r>
                <a:rPr lang="it-IT" sz="2000" dirty="0"/>
                <a:t> </a:t>
              </a:r>
              <a:r>
                <a:rPr lang="it-IT" sz="2000" dirty="0" err="1"/>
                <a:t>presented</a:t>
              </a:r>
              <a:endParaRPr lang="it-IT" sz="2000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9F82CDC1-9DF4-3599-E667-A0AEE6440827}"/>
              </a:ext>
            </a:extLst>
          </p:cNvPr>
          <p:cNvSpPr txBox="1">
            <a:spLocks/>
          </p:cNvSpPr>
          <p:nvPr/>
        </p:nvSpPr>
        <p:spPr bwMode="auto">
          <a:xfrm>
            <a:off x="609600" y="460457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#4</a:t>
            </a:r>
            <a:endParaRPr lang="en-GB" kern="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D9ACD1-AE23-DB21-4B89-A52DBF001514}"/>
              </a:ext>
            </a:extLst>
          </p:cNvPr>
          <p:cNvCxnSpPr/>
          <p:nvPr/>
        </p:nvCxnSpPr>
        <p:spPr bwMode="auto">
          <a:xfrm>
            <a:off x="4080387" y="2256936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82FE2ED-9C9D-F41E-AC2E-0BF4FC5B4FF1}"/>
              </a:ext>
            </a:extLst>
          </p:cNvPr>
          <p:cNvCxnSpPr/>
          <p:nvPr/>
        </p:nvCxnSpPr>
        <p:spPr bwMode="auto">
          <a:xfrm>
            <a:off x="4080387" y="4899045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D96210D-738F-09A9-C344-7FA930A246BD}"/>
              </a:ext>
            </a:extLst>
          </p:cNvPr>
          <p:cNvSpPr txBox="1"/>
          <p:nvPr/>
        </p:nvSpPr>
        <p:spPr>
          <a:xfrm>
            <a:off x="5004619" y="2072270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2024-11-25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6AB591-96AF-A5A8-D0EF-B12CE85B0C20}"/>
              </a:ext>
            </a:extLst>
          </p:cNvPr>
          <p:cNvSpPr txBox="1"/>
          <p:nvPr/>
        </p:nvSpPr>
        <p:spPr>
          <a:xfrm>
            <a:off x="5004618" y="4714379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2024-12-08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839405-57E9-E792-B2B6-638F6DF8E5C3}"/>
              </a:ext>
            </a:extLst>
          </p:cNvPr>
          <p:cNvGrpSpPr/>
          <p:nvPr/>
        </p:nvGrpSpPr>
        <p:grpSpPr>
          <a:xfrm>
            <a:off x="6520562" y="8790186"/>
            <a:ext cx="5671438" cy="2489200"/>
            <a:chOff x="6928590" y="830063"/>
            <a:chExt cx="4665385" cy="29086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7D3A9F1-F337-7244-8D6B-839802F11339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09D39AD-6AB2-661B-0D98-06EE31C946AA}"/>
                </a:ext>
              </a:extLst>
            </p:cNvPr>
            <p:cNvSpPr txBox="1"/>
            <p:nvPr/>
          </p:nvSpPr>
          <p:spPr>
            <a:xfrm>
              <a:off x="7126978" y="1107686"/>
              <a:ext cx="4466997" cy="1974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New </a:t>
              </a:r>
              <a:r>
                <a:rPr lang="it-IT" sz="2000" dirty="0" err="1"/>
                <a:t>document</a:t>
              </a:r>
              <a:r>
                <a:rPr lang="it-IT" sz="2000" dirty="0"/>
                <a:t> </a:t>
              </a:r>
              <a:r>
                <a:rPr lang="it-IT" sz="2000" dirty="0" err="1"/>
                <a:t>versions</a:t>
              </a:r>
              <a:endParaRPr lang="it-IT" sz="2000" dirty="0"/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RTT </a:t>
              </a:r>
              <a:r>
                <a:rPr lang="it-IT" sz="2000" dirty="0" err="1"/>
                <a:t>development</a:t>
              </a:r>
              <a:endParaRPr lang="it-IT" sz="2000" dirty="0"/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Acceptance</a:t>
              </a:r>
              <a:r>
                <a:rPr lang="it-IT" sz="2000" dirty="0"/>
                <a:t> test plan</a:t>
              </a: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6F623B5E-7F9E-1784-55DD-5B9F82238C6F}"/>
              </a:ext>
            </a:extLst>
          </p:cNvPr>
          <p:cNvSpPr txBox="1">
            <a:spLocks/>
          </p:cNvSpPr>
          <p:nvPr/>
        </p:nvSpPr>
        <p:spPr bwMode="auto">
          <a:xfrm>
            <a:off x="609600" y="6993707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#5</a:t>
            </a:r>
            <a:endParaRPr lang="en-GB" kern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6A073A3-9AA4-283C-1FE1-627696A6F989}"/>
              </a:ext>
            </a:extLst>
          </p:cNvPr>
          <p:cNvCxnSpPr/>
          <p:nvPr/>
        </p:nvCxnSpPr>
        <p:spPr bwMode="auto">
          <a:xfrm>
            <a:off x="4080387" y="8790186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58E6E5-1AB3-EC74-7E79-0912449CFDA9}"/>
              </a:ext>
            </a:extLst>
          </p:cNvPr>
          <p:cNvCxnSpPr/>
          <p:nvPr/>
        </p:nvCxnSpPr>
        <p:spPr bwMode="auto">
          <a:xfrm>
            <a:off x="4080387" y="11432295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C75EC93-5C28-9F22-F515-9EDCB9FFEA3E}"/>
              </a:ext>
            </a:extLst>
          </p:cNvPr>
          <p:cNvSpPr txBox="1"/>
          <p:nvPr/>
        </p:nvSpPr>
        <p:spPr>
          <a:xfrm>
            <a:off x="5004619" y="8605520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2024-12-09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AA62F4-7BFB-4E3C-F5D8-351EC52D6684}"/>
              </a:ext>
            </a:extLst>
          </p:cNvPr>
          <p:cNvSpPr txBox="1"/>
          <p:nvPr/>
        </p:nvSpPr>
        <p:spPr>
          <a:xfrm>
            <a:off x="5004618" y="11247629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2024-12-22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5242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E30A-2BCC-5EF5-7318-9AEAA45C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D091BE-5ADD-2ABC-41A2-5F5ADCFF1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21</a:t>
            </a:fld>
            <a:endParaRPr lang="sv-SE" altLang="sv-SE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CEAE275F-0644-BF28-D1A3-5D2E349AF9CC}"/>
              </a:ext>
            </a:extLst>
          </p:cNvPr>
          <p:cNvSpPr/>
          <p:nvPr/>
        </p:nvSpPr>
        <p:spPr bwMode="auto">
          <a:xfrm>
            <a:off x="3327172" y="-16054754"/>
            <a:ext cx="961560" cy="28231512"/>
          </a:xfrm>
          <a:prstGeom prst="downArrow">
            <a:avLst/>
          </a:prstGeom>
          <a:solidFill>
            <a:schemeClr val="bg2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40ABE74-7EAF-A00F-8042-872287F5CAC5}"/>
              </a:ext>
            </a:extLst>
          </p:cNvPr>
          <p:cNvCxnSpPr>
            <a:cxnSpLocks/>
          </p:cNvCxnSpPr>
          <p:nvPr/>
        </p:nvCxnSpPr>
        <p:spPr bwMode="auto">
          <a:xfrm>
            <a:off x="3798277" y="-16054755"/>
            <a:ext cx="0" cy="28052344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0CB56E-E0D7-B7E9-7452-63F56F8208BB}"/>
              </a:ext>
            </a:extLst>
          </p:cNvPr>
          <p:cNvGrpSpPr/>
          <p:nvPr/>
        </p:nvGrpSpPr>
        <p:grpSpPr>
          <a:xfrm>
            <a:off x="6520562" y="-4298050"/>
            <a:ext cx="5671438" cy="2903484"/>
            <a:chOff x="6928590" y="830063"/>
            <a:chExt cx="4665385" cy="29086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A2220E2-0FF7-0969-2E3C-667576601C6E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25E5C7-ABBB-A662-523C-CABBEC107A56}"/>
                </a:ext>
              </a:extLst>
            </p:cNvPr>
            <p:cNvSpPr txBox="1"/>
            <p:nvPr/>
          </p:nvSpPr>
          <p:spPr>
            <a:xfrm>
              <a:off x="7126978" y="1107686"/>
              <a:ext cx="4466997" cy="2155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Adjusted</a:t>
              </a:r>
              <a:r>
                <a:rPr lang="it-IT" sz="2000" dirty="0"/>
                <a:t> sprint planning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</a:t>
              </a:r>
              <a:r>
                <a:rPr lang="it-IT" sz="2000" dirty="0" err="1"/>
                <a:t>configuration</a:t>
              </a:r>
              <a:r>
                <a:rPr lang="it-IT" sz="2000" dirty="0"/>
                <a:t> </a:t>
              </a:r>
              <a:r>
                <a:rPr lang="it-IT" sz="2000" dirty="0" err="1"/>
                <a:t>Subscriber</a:t>
              </a:r>
              <a:r>
                <a:rPr lang="it-IT" sz="2000" dirty="0"/>
                <a:t> and SKS (complete </a:t>
              </a:r>
              <a:r>
                <a:rPr lang="it-IT" sz="2000" dirty="0" err="1"/>
                <a:t>architecture</a:t>
              </a:r>
              <a:r>
                <a:rPr lang="it-IT" sz="2000" dirty="0"/>
                <a:t> deployment)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Beta </a:t>
              </a:r>
              <a:r>
                <a:rPr lang="it-IT" sz="2000" dirty="0" err="1"/>
                <a:t>prototype</a:t>
              </a:r>
              <a:r>
                <a:rPr lang="it-IT" sz="2000" dirty="0"/>
                <a:t> </a:t>
              </a:r>
              <a:r>
                <a:rPr lang="it-IT" sz="2000" dirty="0" err="1"/>
                <a:t>presented</a:t>
              </a:r>
              <a:endParaRPr lang="it-IT" sz="2000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2A25EAB9-F581-AA7A-76D6-81A25D35853E}"/>
              </a:ext>
            </a:extLst>
          </p:cNvPr>
          <p:cNvSpPr txBox="1">
            <a:spLocks/>
          </p:cNvSpPr>
          <p:nvPr/>
        </p:nvSpPr>
        <p:spPr bwMode="auto">
          <a:xfrm>
            <a:off x="609600" y="-5909863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#4</a:t>
            </a:r>
            <a:endParaRPr lang="en-GB" kern="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C977D6-EC87-1295-ACB6-CF442B51E855}"/>
              </a:ext>
            </a:extLst>
          </p:cNvPr>
          <p:cNvCxnSpPr/>
          <p:nvPr/>
        </p:nvCxnSpPr>
        <p:spPr bwMode="auto">
          <a:xfrm>
            <a:off x="4080387" y="-4113384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F042B2B-050C-A69B-58A3-5AC4CD045A7D}"/>
              </a:ext>
            </a:extLst>
          </p:cNvPr>
          <p:cNvCxnSpPr/>
          <p:nvPr/>
        </p:nvCxnSpPr>
        <p:spPr bwMode="auto">
          <a:xfrm>
            <a:off x="4080387" y="-1471275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3FEB08E-B070-597D-7AF6-2FC11EB0BF31}"/>
              </a:ext>
            </a:extLst>
          </p:cNvPr>
          <p:cNvSpPr txBox="1"/>
          <p:nvPr/>
        </p:nvSpPr>
        <p:spPr>
          <a:xfrm>
            <a:off x="5004619" y="-4298050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2024-11-25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D74ABE-6F5C-ABF1-497A-4FAAB1E56CAD}"/>
              </a:ext>
            </a:extLst>
          </p:cNvPr>
          <p:cNvSpPr txBox="1"/>
          <p:nvPr/>
        </p:nvSpPr>
        <p:spPr>
          <a:xfrm>
            <a:off x="5004618" y="-1655941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2024-12-08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1E0872-D725-994B-1757-0CEB60781FF1}"/>
              </a:ext>
            </a:extLst>
          </p:cNvPr>
          <p:cNvGrpSpPr/>
          <p:nvPr/>
        </p:nvGrpSpPr>
        <p:grpSpPr>
          <a:xfrm>
            <a:off x="6520562" y="2226066"/>
            <a:ext cx="5671438" cy="2489200"/>
            <a:chOff x="6928590" y="830063"/>
            <a:chExt cx="4665385" cy="29086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065DABA-2845-4E2D-1145-6A81853FF9C4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F6D089-0CE6-A305-193B-2D42D1EDA58F}"/>
                </a:ext>
              </a:extLst>
            </p:cNvPr>
            <p:cNvSpPr txBox="1"/>
            <p:nvPr/>
          </p:nvSpPr>
          <p:spPr>
            <a:xfrm>
              <a:off x="7126978" y="1107686"/>
              <a:ext cx="4466997" cy="1974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New </a:t>
              </a:r>
              <a:r>
                <a:rPr lang="it-IT" sz="2000" dirty="0" err="1"/>
                <a:t>document</a:t>
              </a:r>
              <a:r>
                <a:rPr lang="it-IT" sz="2000" dirty="0"/>
                <a:t> </a:t>
              </a:r>
              <a:r>
                <a:rPr lang="it-IT" sz="2000" dirty="0" err="1"/>
                <a:t>versions</a:t>
              </a:r>
              <a:endParaRPr lang="it-IT" sz="2000" dirty="0"/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RTT </a:t>
              </a:r>
              <a:r>
                <a:rPr lang="it-IT" sz="2000" dirty="0" err="1"/>
                <a:t>development</a:t>
              </a:r>
              <a:endParaRPr lang="it-IT" sz="2000" dirty="0"/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Acceptance</a:t>
              </a:r>
              <a:r>
                <a:rPr lang="it-IT" sz="2000" dirty="0"/>
                <a:t> test plan</a:t>
              </a: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D2531130-AEEB-3611-0AC8-649944D50CF7}"/>
              </a:ext>
            </a:extLst>
          </p:cNvPr>
          <p:cNvSpPr txBox="1">
            <a:spLocks/>
          </p:cNvSpPr>
          <p:nvPr/>
        </p:nvSpPr>
        <p:spPr bwMode="auto">
          <a:xfrm>
            <a:off x="609600" y="429587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#5</a:t>
            </a:r>
            <a:endParaRPr lang="en-GB" kern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A7F036-EAB1-4444-DF5C-A8A147E7404A}"/>
              </a:ext>
            </a:extLst>
          </p:cNvPr>
          <p:cNvCxnSpPr/>
          <p:nvPr/>
        </p:nvCxnSpPr>
        <p:spPr bwMode="auto">
          <a:xfrm>
            <a:off x="4080387" y="2226066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577FBE-8943-FBEC-C4C0-11E49E7A4135}"/>
              </a:ext>
            </a:extLst>
          </p:cNvPr>
          <p:cNvCxnSpPr/>
          <p:nvPr/>
        </p:nvCxnSpPr>
        <p:spPr bwMode="auto">
          <a:xfrm>
            <a:off x="4080387" y="4868175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6021E82-C147-AC13-0ED1-31C4AC532B52}"/>
              </a:ext>
            </a:extLst>
          </p:cNvPr>
          <p:cNvSpPr txBox="1"/>
          <p:nvPr/>
        </p:nvSpPr>
        <p:spPr>
          <a:xfrm>
            <a:off x="5004619" y="2041400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2024-12-09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AAC3AF-0C83-91B6-C0A9-ADF96CCA1FAC}"/>
              </a:ext>
            </a:extLst>
          </p:cNvPr>
          <p:cNvSpPr txBox="1"/>
          <p:nvPr/>
        </p:nvSpPr>
        <p:spPr>
          <a:xfrm>
            <a:off x="5004618" y="4683509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2024-12-22</a:t>
            </a:r>
            <a:endParaRPr lang="en-GB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C493091E-3338-D52F-4770-8D408B8F8310}"/>
              </a:ext>
            </a:extLst>
          </p:cNvPr>
          <p:cNvSpPr txBox="1">
            <a:spLocks/>
          </p:cNvSpPr>
          <p:nvPr/>
        </p:nvSpPr>
        <p:spPr bwMode="auto">
          <a:xfrm>
            <a:off x="618550" y="6823158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#6</a:t>
            </a:r>
            <a:endParaRPr lang="en-GB" kern="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2629ABC-8FA5-BD2E-B7D0-BEAC5C785FB9}"/>
              </a:ext>
            </a:extLst>
          </p:cNvPr>
          <p:cNvCxnSpPr/>
          <p:nvPr/>
        </p:nvCxnSpPr>
        <p:spPr bwMode="auto">
          <a:xfrm>
            <a:off x="4089337" y="8619637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879AC11-0CF5-992B-3B45-C8B19A841311}"/>
              </a:ext>
            </a:extLst>
          </p:cNvPr>
          <p:cNvCxnSpPr/>
          <p:nvPr/>
        </p:nvCxnSpPr>
        <p:spPr bwMode="auto">
          <a:xfrm>
            <a:off x="4089337" y="11261746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66EA12F-C0B1-EEBB-76BB-647983FA12BC}"/>
              </a:ext>
            </a:extLst>
          </p:cNvPr>
          <p:cNvSpPr txBox="1"/>
          <p:nvPr/>
        </p:nvSpPr>
        <p:spPr>
          <a:xfrm>
            <a:off x="5013569" y="8434971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2024-12-23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5545AE-741F-E00F-D12E-4A263C128149}"/>
              </a:ext>
            </a:extLst>
          </p:cNvPr>
          <p:cNvSpPr txBox="1"/>
          <p:nvPr/>
        </p:nvSpPr>
        <p:spPr>
          <a:xfrm>
            <a:off x="5013568" y="11077080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2025-01-05</a:t>
            </a:r>
            <a:endParaRPr lang="en-GB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66CB4C4-CCB6-D9AB-1051-78DEBF83575F}"/>
              </a:ext>
            </a:extLst>
          </p:cNvPr>
          <p:cNvGrpSpPr/>
          <p:nvPr/>
        </p:nvGrpSpPr>
        <p:grpSpPr>
          <a:xfrm>
            <a:off x="6761731" y="8335898"/>
            <a:ext cx="5671438" cy="3003082"/>
            <a:chOff x="6928590" y="830063"/>
            <a:chExt cx="4665385" cy="2908600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29C940D6-10DF-E043-1EB2-A7FAADBA6C8D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36881C4-C59D-B3C2-82CF-EECD1685F05B}"/>
                </a:ext>
              </a:extLst>
            </p:cNvPr>
            <p:cNvSpPr txBox="1"/>
            <p:nvPr/>
          </p:nvSpPr>
          <p:spPr>
            <a:xfrm>
              <a:off x="7126978" y="1107686"/>
              <a:ext cx="4466997" cy="2522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it-IT" sz="2000" dirty="0" err="1"/>
                <a:t>Implemented</a:t>
              </a:r>
              <a:r>
                <a:rPr lang="it-IT" sz="2000" dirty="0"/>
                <a:t> certificate trust-list (new customer </a:t>
              </a:r>
              <a:r>
                <a:rPr lang="it-IT" sz="2000" dirty="0" err="1"/>
                <a:t>requirement</a:t>
              </a:r>
              <a:r>
                <a:rPr lang="it-IT" sz="2000" dirty="0"/>
                <a:t>)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</a:t>
              </a:r>
              <a:r>
                <a:rPr lang="it-IT" sz="2000" dirty="0" err="1"/>
                <a:t>Acceptance</a:t>
              </a:r>
              <a:r>
                <a:rPr lang="it-IT" sz="2000" dirty="0"/>
                <a:t> </a:t>
              </a:r>
              <a:r>
                <a:rPr lang="it-IT" sz="2000" dirty="0" err="1"/>
                <a:t>Tests</a:t>
              </a:r>
              <a:r>
                <a:rPr lang="it-IT" sz="2000" dirty="0"/>
                <a:t>       (</a:t>
              </a:r>
              <a:r>
                <a:rPr lang="it-IT" sz="2000" dirty="0" err="1"/>
                <a:t>successfully</a:t>
              </a:r>
              <a:r>
                <a:rPr lang="it-IT" sz="2000" dirty="0"/>
                <a:t>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Aligning</a:t>
              </a:r>
              <a:r>
                <a:rPr lang="it-IT" sz="2000" dirty="0"/>
                <a:t> </a:t>
              </a:r>
              <a:r>
                <a:rPr lang="it-IT" sz="2000" dirty="0" err="1"/>
                <a:t>documentation</a:t>
              </a:r>
              <a:endParaRPr lang="it-IT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55451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79E78-E09B-4E27-1D90-4D429A139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142C6-67E0-7889-D7E0-B564B96C30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22</a:t>
            </a:fld>
            <a:endParaRPr lang="sv-SE" altLang="sv-SE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D5B69DC9-EA78-2238-0192-3BE78CD41757}"/>
              </a:ext>
            </a:extLst>
          </p:cNvPr>
          <p:cNvSpPr/>
          <p:nvPr/>
        </p:nvSpPr>
        <p:spPr bwMode="auto">
          <a:xfrm>
            <a:off x="3327172" y="-22440314"/>
            <a:ext cx="961560" cy="28231512"/>
          </a:xfrm>
          <a:prstGeom prst="downArrow">
            <a:avLst/>
          </a:prstGeom>
          <a:solidFill>
            <a:schemeClr val="bg2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1A2858A-F843-6258-F464-F235E8F420D1}"/>
              </a:ext>
            </a:extLst>
          </p:cNvPr>
          <p:cNvCxnSpPr>
            <a:cxnSpLocks/>
          </p:cNvCxnSpPr>
          <p:nvPr/>
        </p:nvCxnSpPr>
        <p:spPr bwMode="auto">
          <a:xfrm>
            <a:off x="3798277" y="-22440315"/>
            <a:ext cx="0" cy="28052344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1E2C5524-2C3E-9FA2-BAC2-5F514404ED1D}"/>
              </a:ext>
            </a:extLst>
          </p:cNvPr>
          <p:cNvGrpSpPr/>
          <p:nvPr/>
        </p:nvGrpSpPr>
        <p:grpSpPr>
          <a:xfrm>
            <a:off x="6520562" y="-4372854"/>
            <a:ext cx="5671438" cy="2489200"/>
            <a:chOff x="6928590" y="830063"/>
            <a:chExt cx="4665385" cy="29086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0467B8A-5EB8-280C-D35E-9BDC597DBEA5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31E537-C76C-2598-A51C-EE7BAF7A056D}"/>
                </a:ext>
              </a:extLst>
            </p:cNvPr>
            <p:cNvSpPr txBox="1"/>
            <p:nvPr/>
          </p:nvSpPr>
          <p:spPr>
            <a:xfrm>
              <a:off x="7126978" y="1107686"/>
              <a:ext cx="4466997" cy="1974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/>
                <a:t>New </a:t>
              </a:r>
              <a:r>
                <a:rPr lang="it-IT" sz="2000" dirty="0" err="1"/>
                <a:t>document</a:t>
              </a:r>
              <a:r>
                <a:rPr lang="it-IT" sz="2000" dirty="0"/>
                <a:t> </a:t>
              </a:r>
              <a:r>
                <a:rPr lang="it-IT" sz="2000" dirty="0" err="1"/>
                <a:t>versions</a:t>
              </a:r>
              <a:endParaRPr lang="it-IT" sz="2000" dirty="0"/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RTT </a:t>
              </a:r>
              <a:r>
                <a:rPr lang="it-IT" sz="2000" dirty="0" err="1"/>
                <a:t>development</a:t>
              </a:r>
              <a:endParaRPr lang="it-IT" sz="2000" dirty="0"/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Acceptance</a:t>
              </a:r>
              <a:r>
                <a:rPr lang="it-IT" sz="2000" dirty="0"/>
                <a:t> test plan</a:t>
              </a: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3746166E-7557-9C2B-685F-B19FA4A7F8BF}"/>
              </a:ext>
            </a:extLst>
          </p:cNvPr>
          <p:cNvSpPr txBox="1">
            <a:spLocks/>
          </p:cNvSpPr>
          <p:nvPr/>
        </p:nvSpPr>
        <p:spPr bwMode="auto">
          <a:xfrm>
            <a:off x="609600" y="-6169333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#5</a:t>
            </a:r>
            <a:endParaRPr lang="en-GB" kern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C5CA96-8798-2100-314E-8688DDB23361}"/>
              </a:ext>
            </a:extLst>
          </p:cNvPr>
          <p:cNvCxnSpPr/>
          <p:nvPr/>
        </p:nvCxnSpPr>
        <p:spPr bwMode="auto">
          <a:xfrm>
            <a:off x="4080387" y="-4372854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9960D2-2948-30B1-22CD-D327A7ED59BC}"/>
              </a:ext>
            </a:extLst>
          </p:cNvPr>
          <p:cNvCxnSpPr/>
          <p:nvPr/>
        </p:nvCxnSpPr>
        <p:spPr bwMode="auto">
          <a:xfrm>
            <a:off x="4080387" y="-1730745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A70B2F-2A54-1EB7-9642-DEAE2F71AA7A}"/>
              </a:ext>
            </a:extLst>
          </p:cNvPr>
          <p:cNvSpPr txBox="1"/>
          <p:nvPr/>
        </p:nvSpPr>
        <p:spPr>
          <a:xfrm>
            <a:off x="5004619" y="-4557520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2024-12-09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FFEDB9-9757-EF81-4280-8AD4455027EB}"/>
              </a:ext>
            </a:extLst>
          </p:cNvPr>
          <p:cNvSpPr txBox="1"/>
          <p:nvPr/>
        </p:nvSpPr>
        <p:spPr>
          <a:xfrm>
            <a:off x="5004618" y="-1915411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2024-12-22</a:t>
            </a:r>
            <a:endParaRPr lang="en-GB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3B608CD-ADAE-2393-D4DA-6F42E2479E84}"/>
              </a:ext>
            </a:extLst>
          </p:cNvPr>
          <p:cNvGrpSpPr/>
          <p:nvPr/>
        </p:nvGrpSpPr>
        <p:grpSpPr>
          <a:xfrm>
            <a:off x="6641146" y="2218333"/>
            <a:ext cx="5671438" cy="3003082"/>
            <a:chOff x="6928590" y="830063"/>
            <a:chExt cx="4665385" cy="29086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6A8F1B2-0FAB-8FC0-2DF7-78ED85009EB4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1FA7AC-B3E1-0D5F-43A2-2B55AB601913}"/>
                </a:ext>
              </a:extLst>
            </p:cNvPr>
            <p:cNvSpPr txBox="1"/>
            <p:nvPr/>
          </p:nvSpPr>
          <p:spPr>
            <a:xfrm>
              <a:off x="7126978" y="1107686"/>
              <a:ext cx="4466997" cy="2522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it-IT" sz="2000" dirty="0" err="1"/>
                <a:t>Implemented</a:t>
              </a:r>
              <a:r>
                <a:rPr lang="it-IT" sz="2000" dirty="0"/>
                <a:t> certificate trust-list (new customer </a:t>
              </a:r>
              <a:r>
                <a:rPr lang="it-IT" sz="2000" dirty="0" err="1"/>
                <a:t>requirement</a:t>
              </a:r>
              <a:r>
                <a:rPr lang="it-IT" sz="2000" dirty="0"/>
                <a:t>)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it-IT" sz="2000" dirty="0" err="1"/>
                <a:t>Completed</a:t>
              </a:r>
              <a:r>
                <a:rPr lang="it-IT" sz="2000" dirty="0"/>
                <a:t> </a:t>
              </a:r>
              <a:r>
                <a:rPr lang="it-IT" sz="2000" dirty="0" err="1"/>
                <a:t>Acceptance</a:t>
              </a:r>
              <a:r>
                <a:rPr lang="it-IT" sz="2000" dirty="0"/>
                <a:t> </a:t>
              </a:r>
              <a:r>
                <a:rPr lang="it-IT" sz="2000" dirty="0" err="1"/>
                <a:t>Tests</a:t>
              </a:r>
              <a:r>
                <a:rPr lang="it-IT" sz="2000" dirty="0"/>
                <a:t>       (</a:t>
              </a:r>
              <a:r>
                <a:rPr lang="it-IT" sz="2000" dirty="0" err="1"/>
                <a:t>successfully</a:t>
              </a:r>
              <a:r>
                <a:rPr lang="it-IT" sz="2000" dirty="0"/>
                <a:t>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it-IT" sz="2000" dirty="0" err="1"/>
                <a:t>Aligning</a:t>
              </a:r>
              <a:r>
                <a:rPr lang="it-IT" sz="2000" dirty="0"/>
                <a:t> </a:t>
              </a:r>
              <a:r>
                <a:rPr lang="it-IT" sz="2000" dirty="0" err="1"/>
                <a:t>documentation</a:t>
              </a:r>
              <a:endParaRPr lang="it-IT" sz="2000" dirty="0"/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C204FA40-AF6C-09CE-0229-679F2EE5A860}"/>
              </a:ext>
            </a:extLst>
          </p:cNvPr>
          <p:cNvSpPr txBox="1">
            <a:spLocks/>
          </p:cNvSpPr>
          <p:nvPr/>
        </p:nvSpPr>
        <p:spPr bwMode="auto">
          <a:xfrm>
            <a:off x="609600" y="598161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#6</a:t>
            </a:r>
            <a:endParaRPr lang="en-GB" kern="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24D8982-5E14-176D-281C-124B65A3BE84}"/>
              </a:ext>
            </a:extLst>
          </p:cNvPr>
          <p:cNvCxnSpPr/>
          <p:nvPr/>
        </p:nvCxnSpPr>
        <p:spPr bwMode="auto">
          <a:xfrm>
            <a:off x="4080387" y="2394640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4D0DB2B-D27B-B540-BD50-FC7DB236C290}"/>
              </a:ext>
            </a:extLst>
          </p:cNvPr>
          <p:cNvCxnSpPr/>
          <p:nvPr/>
        </p:nvCxnSpPr>
        <p:spPr bwMode="auto">
          <a:xfrm>
            <a:off x="4080387" y="5036749"/>
            <a:ext cx="924232" cy="0"/>
          </a:xfrm>
          <a:prstGeom prst="line">
            <a:avLst/>
          </a:prstGeom>
          <a:ln w="19050">
            <a:solidFill>
              <a:srgbClr val="6699FF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F6AE631-8E41-2AA0-08DD-8EC2B33901FD}"/>
              </a:ext>
            </a:extLst>
          </p:cNvPr>
          <p:cNvSpPr txBox="1"/>
          <p:nvPr/>
        </p:nvSpPr>
        <p:spPr>
          <a:xfrm>
            <a:off x="5004619" y="2209974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2024-12-23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011FEB-902A-98B4-DB69-CD02D6CAFEFD}"/>
              </a:ext>
            </a:extLst>
          </p:cNvPr>
          <p:cNvSpPr txBox="1"/>
          <p:nvPr/>
        </p:nvSpPr>
        <p:spPr>
          <a:xfrm>
            <a:off x="5004618" y="4852083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2025-01-05</a:t>
            </a:r>
            <a:endParaRPr lang="en-GB" dirty="0"/>
          </a:p>
        </p:txBody>
      </p:sp>
      <p:pic>
        <p:nvPicPr>
          <p:cNvPr id="52" name="Picture 51" descr="Elderly woman finishing a marathon">
            <a:extLst>
              <a:ext uri="{FF2B5EF4-FFF2-40B4-BE49-F238E27FC236}">
                <a16:creationId xmlns:a16="http://schemas.microsoft.com/office/drawing/2014/main" id="{1348ED58-0F6E-A990-36B4-BD7379159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558" y="8033687"/>
            <a:ext cx="4092788" cy="272852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1AFD9B2-2C0B-E66B-75AE-24EBE505A8D7}"/>
              </a:ext>
            </a:extLst>
          </p:cNvPr>
          <p:cNvGrpSpPr/>
          <p:nvPr/>
        </p:nvGrpSpPr>
        <p:grpSpPr>
          <a:xfrm>
            <a:off x="7219439" y="7971133"/>
            <a:ext cx="4666158" cy="2704537"/>
            <a:chOff x="6928590" y="830063"/>
            <a:chExt cx="4466997" cy="29086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F0D1651-EE1B-A636-74A6-8942680283E4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478BF75-82FD-525F-8849-59B6507551BD}"/>
                </a:ext>
              </a:extLst>
            </p:cNvPr>
            <p:cNvSpPr txBox="1"/>
            <p:nvPr/>
          </p:nvSpPr>
          <p:spPr>
            <a:xfrm>
              <a:off x="6928590" y="1257134"/>
              <a:ext cx="4466997" cy="2098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sz="2800" b="1" dirty="0"/>
                <a:t>FINAL PRESENTATION</a:t>
              </a:r>
            </a:p>
            <a:p>
              <a:pPr algn="ctr">
                <a:lnSpc>
                  <a:spcPct val="150000"/>
                </a:lnSpc>
              </a:pPr>
              <a:r>
                <a:rPr lang="it-IT" sz="2800" b="1" dirty="0"/>
                <a:t>&amp; </a:t>
              </a:r>
            </a:p>
            <a:p>
              <a:pPr algn="ctr">
                <a:lnSpc>
                  <a:spcPct val="150000"/>
                </a:lnSpc>
              </a:pPr>
              <a:r>
                <a:rPr lang="it-IT" sz="2800" b="1" dirty="0"/>
                <a:t>CUSTOMER DELIVERY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581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0A5AD-A1AD-7070-B535-A9A2A09F0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339080-4600-F3A9-24EA-1E4396B62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23</a:t>
            </a:fld>
            <a:endParaRPr lang="sv-SE" altLang="sv-SE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DAE43F54-3202-D8C3-7BB3-15A5D09EEAA8}"/>
              </a:ext>
            </a:extLst>
          </p:cNvPr>
          <p:cNvSpPr/>
          <p:nvPr/>
        </p:nvSpPr>
        <p:spPr bwMode="auto">
          <a:xfrm>
            <a:off x="3327172" y="-26166502"/>
            <a:ext cx="961560" cy="28231512"/>
          </a:xfrm>
          <a:prstGeom prst="downArrow">
            <a:avLst/>
          </a:prstGeom>
          <a:solidFill>
            <a:schemeClr val="bg2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77F0C5-DA87-49C5-F9EE-ED16C48E8C6E}"/>
              </a:ext>
            </a:extLst>
          </p:cNvPr>
          <p:cNvCxnSpPr>
            <a:cxnSpLocks/>
          </p:cNvCxnSpPr>
          <p:nvPr/>
        </p:nvCxnSpPr>
        <p:spPr bwMode="auto">
          <a:xfrm>
            <a:off x="3798277" y="-26250368"/>
            <a:ext cx="0" cy="28052344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Title 1">
            <a:extLst>
              <a:ext uri="{FF2B5EF4-FFF2-40B4-BE49-F238E27FC236}">
                <a16:creationId xmlns:a16="http://schemas.microsoft.com/office/drawing/2014/main" id="{8432C114-1997-E82E-52EB-4E48A92B850A}"/>
              </a:ext>
            </a:extLst>
          </p:cNvPr>
          <p:cNvSpPr txBox="1">
            <a:spLocks/>
          </p:cNvSpPr>
          <p:nvPr/>
        </p:nvSpPr>
        <p:spPr bwMode="auto">
          <a:xfrm>
            <a:off x="609600" y="351692"/>
            <a:ext cx="10972800" cy="68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charset="0"/>
                <a:cs typeface="Calibri" panose="020F05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F5F5F"/>
                </a:solidFill>
                <a:latin typeface="Arial" charset="0"/>
              </a:defRPr>
            </a:lvl9pPr>
          </a:lstStyle>
          <a:p>
            <a:r>
              <a:rPr lang="it-IT" kern="0" dirty="0"/>
              <a:t>Sprint #7</a:t>
            </a:r>
            <a:endParaRPr lang="en-GB" kern="0" dirty="0"/>
          </a:p>
        </p:txBody>
      </p:sp>
      <p:pic>
        <p:nvPicPr>
          <p:cNvPr id="52" name="Picture 51" descr="Elderly woman finishing a marathon">
            <a:extLst>
              <a:ext uri="{FF2B5EF4-FFF2-40B4-BE49-F238E27FC236}">
                <a16:creationId xmlns:a16="http://schemas.microsoft.com/office/drawing/2014/main" id="{8BCE595F-A56C-3497-BCB1-570356ABF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110" y="2247249"/>
            <a:ext cx="4666159" cy="311077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8179710-DF99-3803-A788-B57601203EBA}"/>
              </a:ext>
            </a:extLst>
          </p:cNvPr>
          <p:cNvGrpSpPr/>
          <p:nvPr/>
        </p:nvGrpSpPr>
        <p:grpSpPr>
          <a:xfrm>
            <a:off x="7151078" y="2653484"/>
            <a:ext cx="4666158" cy="2704537"/>
            <a:chOff x="6928590" y="830063"/>
            <a:chExt cx="4466997" cy="29086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12745D1-26E1-B490-A356-E0F639795FA0}"/>
                </a:ext>
              </a:extLst>
            </p:cNvPr>
            <p:cNvSpPr/>
            <p:nvPr/>
          </p:nvSpPr>
          <p:spPr bwMode="auto">
            <a:xfrm>
              <a:off x="6928590" y="830063"/>
              <a:ext cx="4466997" cy="2908600"/>
            </a:xfrm>
            <a:prstGeom prst="roundRect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BEE514-2BA5-51C3-65B7-0B0C0C7F6D89}"/>
                </a:ext>
              </a:extLst>
            </p:cNvPr>
            <p:cNvSpPr txBox="1"/>
            <p:nvPr/>
          </p:nvSpPr>
          <p:spPr>
            <a:xfrm>
              <a:off x="6928590" y="1257134"/>
              <a:ext cx="4466997" cy="2098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sz="2800" b="1" dirty="0"/>
                <a:t>FINAL PRESENTATION</a:t>
              </a:r>
            </a:p>
            <a:p>
              <a:pPr algn="ctr">
                <a:lnSpc>
                  <a:spcPct val="150000"/>
                </a:lnSpc>
              </a:pPr>
              <a:r>
                <a:rPr lang="it-IT" sz="2800" b="1" dirty="0"/>
                <a:t>&amp; </a:t>
              </a:r>
            </a:p>
            <a:p>
              <a:pPr algn="ctr">
                <a:lnSpc>
                  <a:spcPct val="150000"/>
                </a:lnSpc>
              </a:pPr>
              <a:r>
                <a:rPr lang="it-IT" sz="2800" b="1" dirty="0"/>
                <a:t>CUSTOMER DELIVERY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5370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F7B3-8C34-1727-737D-85824FDB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Verification</a:t>
            </a:r>
            <a:r>
              <a:rPr lang="it-IT" dirty="0"/>
              <a:t> and </a:t>
            </a:r>
            <a:r>
              <a:rPr lang="it-IT" dirty="0" err="1"/>
              <a:t>Validation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4AFF99-82B8-2D71-331B-3BEBF5B62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24</a:t>
            </a:fld>
            <a:endParaRPr lang="sv-SE" altLang="sv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7F46B-47BF-148F-4308-BABCAF569968}"/>
              </a:ext>
            </a:extLst>
          </p:cNvPr>
          <p:cNvGrpSpPr/>
          <p:nvPr/>
        </p:nvGrpSpPr>
        <p:grpSpPr>
          <a:xfrm>
            <a:off x="791845" y="650240"/>
            <a:ext cx="10484486" cy="2103120"/>
            <a:chOff x="791845" y="650240"/>
            <a:chExt cx="10484486" cy="21031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B6AA8F8-5639-C998-719A-7FDA55F08A54}"/>
                </a:ext>
              </a:extLst>
            </p:cNvPr>
            <p:cNvSpPr txBox="1"/>
            <p:nvPr/>
          </p:nvSpPr>
          <p:spPr>
            <a:xfrm>
              <a:off x="791845" y="1347857"/>
              <a:ext cx="8006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sz="2000" dirty="0"/>
                <a:t>Unit </a:t>
              </a:r>
              <a:r>
                <a:rPr lang="it-IT" sz="2000" dirty="0" err="1"/>
                <a:t>Tests</a:t>
              </a:r>
              <a:r>
                <a:rPr lang="it-IT" sz="2000" dirty="0"/>
                <a:t> with </a:t>
              </a:r>
              <a:r>
                <a:rPr lang="it-IT" sz="2000" dirty="0" err="1"/>
                <a:t>Gtest</a:t>
              </a:r>
              <a:r>
                <a:rPr lang="it-IT" sz="2000" dirty="0"/>
                <a:t> </a:t>
              </a:r>
              <a:r>
                <a:rPr lang="it-IT" sz="2000" dirty="0" err="1"/>
                <a:t>throughout</a:t>
              </a:r>
              <a:r>
                <a:rPr lang="it-IT" sz="2000" dirty="0"/>
                <a:t> the </a:t>
              </a:r>
              <a:r>
                <a:rPr lang="it-IT" sz="2000" dirty="0" err="1"/>
                <a:t>entire</a:t>
              </a:r>
              <a:r>
                <a:rPr lang="it-IT" sz="2000" dirty="0"/>
                <a:t> </a:t>
              </a:r>
              <a:r>
                <a:rPr lang="it-IT" sz="2000" dirty="0" err="1"/>
                <a:t>development</a:t>
              </a:r>
              <a:r>
                <a:rPr lang="it-IT" sz="2000" dirty="0"/>
                <a:t> </a:t>
              </a:r>
              <a:r>
                <a:rPr lang="it-IT" sz="2000" dirty="0" err="1"/>
                <a:t>process</a:t>
              </a:r>
              <a:endParaRPr lang="it-IT" sz="20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sz="2000" dirty="0"/>
                <a:t>Integration </a:t>
              </a:r>
              <a:r>
                <a:rPr lang="it-IT" sz="2000" dirty="0" err="1"/>
                <a:t>Tests</a:t>
              </a:r>
              <a:r>
                <a:rPr lang="it-IT" sz="2000" dirty="0"/>
                <a:t> with </a:t>
              </a:r>
              <a:r>
                <a:rPr lang="it-IT" sz="2000" dirty="0" err="1"/>
                <a:t>Gtest</a:t>
              </a:r>
              <a:r>
                <a:rPr lang="it-IT" sz="2000" dirty="0"/>
                <a:t> following a bottom-up </a:t>
              </a:r>
              <a:r>
                <a:rPr lang="it-IT" sz="2000" dirty="0" err="1"/>
                <a:t>approach</a:t>
              </a:r>
              <a:endParaRPr lang="en-GB" sz="2000" dirty="0"/>
            </a:p>
          </p:txBody>
        </p:sp>
        <p:pic>
          <p:nvPicPr>
            <p:cNvPr id="6" name="Picture 5" descr="Boy giving a thumbs up">
              <a:extLst>
                <a:ext uri="{FF2B5EF4-FFF2-40B4-BE49-F238E27FC236}">
                  <a16:creationId xmlns:a16="http://schemas.microsoft.com/office/drawing/2014/main" id="{3C6AD499-CC0B-983C-8940-A7EB90E3D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9502" l="9950" r="89950">
                          <a14:foregroundMark x1="66633" y1="29453" x2="64212" y2="41095"/>
                          <a14:foregroundMark x1="64212" y1="41095" x2="65174" y2="54627"/>
                          <a14:foregroundMark x1="65174" y1="54627" x2="58010" y2="54527"/>
                          <a14:foregroundMark x1="58010" y1="54527" x2="51244" y2="59005"/>
                          <a14:foregroundMark x1="51244" y1="59005" x2="44080" y2="52139"/>
                          <a14:foregroundMark x1="44080" y1="52139" x2="36982" y2="54975"/>
                          <a14:foregroundMark x1="36982" y1="54975" x2="38408" y2="78507"/>
                          <a14:foregroundMark x1="38408" y1="78507" x2="33864" y2="99303"/>
                          <a14:foregroundMark x1="32504" y1="67861" x2="37645" y2="68557"/>
                          <a14:foregroundMark x1="68292" y1="70149" x2="63483" y2="78657"/>
                          <a14:foregroundMark x1="63483" y1="78657" x2="63914" y2="99502"/>
                          <a14:foregroundMark x1="63449" y1="81542" x2="60862" y2="57512"/>
                          <a14:foregroundMark x1="60862" y1="57512" x2="50945" y2="60149"/>
                          <a14:foregroundMark x1="50945" y1="60149" x2="42222" y2="58259"/>
                          <a14:foregroundMark x1="42222" y1="58259" x2="42421" y2="70348"/>
                          <a14:foregroundMark x1="42421" y1="70348" x2="46534" y2="80100"/>
                          <a14:foregroundMark x1="46534" y1="80100" x2="55323" y2="81642"/>
                          <a14:foregroundMark x1="55323" y1="81642" x2="62521" y2="81095"/>
                          <a14:foregroundMark x1="32206" y1="39900" x2="33566" y2="39453"/>
                          <a14:backgroundMark x1="33267" y1="76318" x2="28093" y2="43831"/>
                          <a14:backgroundMark x1="28093" y1="43831" x2="30580" y2="31940"/>
                          <a14:backgroundMark x1="30580" y1="31940" x2="40829" y2="2353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790" t="16215" r="17225"/>
            <a:stretch/>
          </p:blipFill>
          <p:spPr>
            <a:xfrm>
              <a:off x="8980170" y="650240"/>
              <a:ext cx="2296161" cy="210312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5451909-D1DE-42AF-DBB5-B65117B39ACA}"/>
              </a:ext>
            </a:extLst>
          </p:cNvPr>
          <p:cNvSpPr txBox="1"/>
          <p:nvPr/>
        </p:nvSpPr>
        <p:spPr>
          <a:xfrm>
            <a:off x="3576320" y="3750698"/>
            <a:ext cx="8006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 err="1"/>
              <a:t>Acceptance</a:t>
            </a:r>
            <a:r>
              <a:rPr lang="it-IT" sz="2000" dirty="0"/>
              <a:t> Test Plan </a:t>
            </a:r>
            <a:r>
              <a:rPr lang="it-IT" sz="2000" dirty="0" err="1"/>
              <a:t>covering</a:t>
            </a:r>
            <a:r>
              <a:rPr lang="it-IT" sz="2000" dirty="0"/>
              <a:t> 100% of </a:t>
            </a:r>
            <a:r>
              <a:rPr lang="it-IT" sz="2000" dirty="0" err="1"/>
              <a:t>initial</a:t>
            </a:r>
            <a:r>
              <a:rPr lang="it-IT" sz="2000" dirty="0"/>
              <a:t> </a:t>
            </a:r>
            <a:r>
              <a:rPr lang="it-IT" sz="2000" dirty="0" err="1"/>
              <a:t>requirements</a:t>
            </a:r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 err="1"/>
              <a:t>All</a:t>
            </a:r>
            <a:r>
              <a:rPr lang="it-IT" sz="2000" dirty="0"/>
              <a:t> </a:t>
            </a:r>
            <a:r>
              <a:rPr lang="it-IT" sz="2000" dirty="0" err="1"/>
              <a:t>tests</a:t>
            </a:r>
            <a:r>
              <a:rPr lang="it-IT" sz="2000" dirty="0"/>
              <a:t> </a:t>
            </a:r>
            <a:r>
              <a:rPr lang="it-IT" sz="2000" dirty="0" err="1"/>
              <a:t>passed</a:t>
            </a:r>
            <a:r>
              <a:rPr lang="it-IT" sz="2000" dirty="0"/>
              <a:t> </a:t>
            </a:r>
            <a:r>
              <a:rPr lang="it-IT" sz="2000" dirty="0" err="1"/>
              <a:t>successfully</a:t>
            </a:r>
            <a:endParaRPr lang="en-GB" sz="2000" dirty="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71DD631-2EFA-F8F8-DCA4-99B055510C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5215454"/>
              </p:ext>
            </p:extLst>
          </p:nvPr>
        </p:nvGraphicFramePr>
        <p:xfrm>
          <a:off x="294640" y="2639361"/>
          <a:ext cx="3627120" cy="293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6400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Graphic spid="15" grpId="0" uiExpand="1">
        <p:bldSub>
          <a:bldChart bld="categoryEl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5918-6B3F-45E1-3FD6-BAA14733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Skills </a:t>
            </a:r>
            <a:r>
              <a:rPr lang="it-IT" dirty="0" err="1"/>
              <a:t>acquired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C4C387-C342-8029-281B-ADF790974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25</a:t>
            </a:fld>
            <a:endParaRPr lang="sv-SE" altLang="sv-SE"/>
          </a:p>
        </p:txBody>
      </p:sp>
      <p:pic>
        <p:nvPicPr>
          <p:cNvPr id="8" name="Picture 7" descr="A cat with a snake in its mouth">
            <a:extLst>
              <a:ext uri="{FF2B5EF4-FFF2-40B4-BE49-F238E27FC236}">
                <a16:creationId xmlns:a16="http://schemas.microsoft.com/office/drawing/2014/main" id="{8ADFA1E6-7CD1-990E-D641-3389F1EDCA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127" b="97937" l="10000" r="90000">
                        <a14:foregroundMark x1="42417" y1="96190" x2="28750" y2="63175"/>
                        <a14:foregroundMark x1="28750" y1="63175" x2="35000" y2="27460"/>
                        <a14:foregroundMark x1="35000" y1="27460" x2="54000" y2="794"/>
                        <a14:foregroundMark x1="54000" y1="794" x2="71250" y2="31111"/>
                        <a14:foregroundMark x1="71250" y1="31111" x2="71917" y2="69524"/>
                        <a14:foregroundMark x1="71917" y1="69524" x2="61000" y2="93810"/>
                        <a14:foregroundMark x1="61000" y1="93810" x2="43083" y2="98095"/>
                        <a14:foregroundMark x1="41417" y1="95556" x2="24833" y2="55714"/>
                        <a14:foregroundMark x1="24833" y1="55714" x2="26083" y2="25238"/>
                        <a14:foregroundMark x1="26083" y1="25238" x2="52250" y2="4127"/>
                        <a14:foregroundMark x1="52250" y1="4127" x2="73750" y2="41270"/>
                        <a14:foregroundMark x1="73750" y1="41270" x2="69250" y2="78571"/>
                        <a14:foregroundMark x1="69250" y1="78571" x2="44750" y2="93651"/>
                        <a14:foregroundMark x1="38083" y1="26508" x2="50417" y2="70159"/>
                        <a14:foregroundMark x1="50417" y1="70159" x2="53167" y2="40000"/>
                        <a14:foregroundMark x1="53167" y1="40000" x2="48083" y2="51270"/>
                        <a14:foregroundMark x1="39083" y1="67619" x2="51417" y2="41587"/>
                        <a14:foregroundMark x1="51417" y1="41587" x2="41417" y2="65238"/>
                        <a14:foregroundMark x1="41417" y1="65238" x2="46417" y2="59524"/>
                        <a14:foregroundMark x1="45083" y1="73333" x2="60750" y2="53810"/>
                        <a14:foregroundMark x1="60750" y1="53810" x2="58750" y2="46190"/>
                        <a14:foregroundMark x1="54417" y1="56349" x2="60750" y2="39206"/>
                        <a14:foregroundMark x1="56750" y1="37937" x2="56750" y2="37937"/>
                        <a14:foregroundMark x1="56083" y1="41746" x2="62417" y2="557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23828" r="22514"/>
          <a:stretch/>
        </p:blipFill>
        <p:spPr>
          <a:xfrm>
            <a:off x="2724919" y="3796612"/>
            <a:ext cx="1148080" cy="1123292"/>
          </a:xfrm>
          <a:prstGeom prst="rect">
            <a:avLst/>
          </a:prstGeom>
        </p:spPr>
      </p:pic>
      <p:pic>
        <p:nvPicPr>
          <p:cNvPr id="11" name="Picture 10" descr="A blue face with black eyes">
            <a:extLst>
              <a:ext uri="{FF2B5EF4-FFF2-40B4-BE49-F238E27FC236}">
                <a16:creationId xmlns:a16="http://schemas.microsoft.com/office/drawing/2014/main" id="{D3204ED0-6410-01B8-9AEC-7784A25C8A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819" b="96991" l="9961" r="89974">
                        <a14:foregroundMark x1="28776" y1="93750" x2="28776" y2="93750"/>
                        <a14:foregroundMark x1="30729" y1="97222" x2="30729" y2="97222"/>
                        <a14:foregroundMark x1="39323" y1="10069" x2="39323" y2="10069"/>
                        <a14:foregroundMark x1="61068" y1="5208" x2="61068" y2="5208"/>
                        <a14:foregroundMark x1="38932" y1="3819" x2="38932" y2="38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rcRect l="11804" t="1384" r="12317" b="-1384"/>
          <a:stretch/>
        </p:blipFill>
        <p:spPr>
          <a:xfrm>
            <a:off x="5303509" y="124006"/>
            <a:ext cx="1263248" cy="936459"/>
          </a:xfrm>
          <a:prstGeom prst="rect">
            <a:avLst/>
          </a:prstGeom>
        </p:spPr>
      </p:pic>
      <p:pic>
        <p:nvPicPr>
          <p:cNvPr id="2050" name="Picture 2" descr="TDD, GoogleTest, GitHub, Travis CI and Conan; the easy way! – coding  adventures">
            <a:extLst>
              <a:ext uri="{FF2B5EF4-FFF2-40B4-BE49-F238E27FC236}">
                <a16:creationId xmlns:a16="http://schemas.microsoft.com/office/drawing/2014/main" id="{98D84F40-86DD-A700-DE84-21BBD6FF2B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8" t="26246" r="58205" b="42353"/>
          <a:stretch/>
        </p:blipFill>
        <p:spPr bwMode="auto">
          <a:xfrm>
            <a:off x="3597873" y="5040013"/>
            <a:ext cx="1211100" cy="10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blue diamond with a black background&#10;&#10;Description automatically generated">
            <a:extLst>
              <a:ext uri="{FF2B5EF4-FFF2-40B4-BE49-F238E27FC236}">
                <a16:creationId xmlns:a16="http://schemas.microsoft.com/office/drawing/2014/main" id="{6F257D4E-9C08-0472-16E9-BCB1C35934D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102" b="94491" l="10000" r="90000">
                        <a14:foregroundMark x1="48672" y1="10880" x2="48672" y2="10880"/>
                        <a14:foregroundMark x1="51094" y1="3148" x2="51094" y2="3148"/>
                        <a14:foregroundMark x1="49661" y1="94491" x2="49661" y2="944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rcRect l="22396" r="19801"/>
          <a:stretch/>
        </p:blipFill>
        <p:spPr>
          <a:xfrm>
            <a:off x="4114388" y="232268"/>
            <a:ext cx="1211100" cy="1178560"/>
          </a:xfrm>
          <a:prstGeom prst="rect">
            <a:avLst/>
          </a:prstGeom>
        </p:spPr>
      </p:pic>
      <p:pic>
        <p:nvPicPr>
          <p:cNvPr id="16" name="Picture 15" descr="A blue hexagon with white circle and white plus and white letters&#10;&#10;Description automatically generated">
            <a:extLst>
              <a:ext uri="{FF2B5EF4-FFF2-40B4-BE49-F238E27FC236}">
                <a16:creationId xmlns:a16="http://schemas.microsoft.com/office/drawing/2014/main" id="{86881D2B-4EFC-4D71-FA1E-03C1B5B94A5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6782488" y="373387"/>
            <a:ext cx="997744" cy="1123293"/>
          </a:xfrm>
          <a:prstGeom prst="rect">
            <a:avLst/>
          </a:prstGeom>
        </p:spPr>
      </p:pic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CF6373A9-8605-52D1-6595-1F354310AB7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rcRect r="70917" b="7402"/>
          <a:stretch/>
        </p:blipFill>
        <p:spPr>
          <a:xfrm>
            <a:off x="7986572" y="3870278"/>
            <a:ext cx="1067914" cy="1100826"/>
          </a:xfrm>
          <a:prstGeom prst="rect">
            <a:avLst/>
          </a:prstGeom>
        </p:spPr>
      </p:pic>
      <p:pic>
        <p:nvPicPr>
          <p:cNvPr id="21" name="Picture 20" descr="A blue and black logo&#10;&#10;Description automatically generated">
            <a:extLst>
              <a:ext uri="{FF2B5EF4-FFF2-40B4-BE49-F238E27FC236}">
                <a16:creationId xmlns:a16="http://schemas.microsoft.com/office/drawing/2014/main" id="{86AC547E-25F8-363D-F67C-E7C849E128B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7500" b="93500" l="9750" r="90000">
                        <a14:foregroundMark x1="52750" y1="8250" x2="52750" y2="7500"/>
                        <a14:foregroundMark x1="54250" y1="49250" x2="54250" y2="49250"/>
                        <a14:foregroundMark x1="75750" y1="26500" x2="75750" y2="26500"/>
                        <a14:foregroundMark x1="76500" y1="71500" x2="76500" y2="71500"/>
                        <a14:foregroundMark x1="56750" y1="93500" x2="56750" y2="93500"/>
                        <a14:foregroundMark x1="10500" y1="50250" x2="10500" y2="50250"/>
                        <a14:foregroundMark x1="9750" y1="49750" x2="9750" y2="49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0"/>
              </a:ext>
            </a:extLst>
          </a:blip>
          <a:stretch>
            <a:fillRect/>
          </a:stretch>
        </p:blipFill>
        <p:spPr>
          <a:xfrm>
            <a:off x="4834306" y="5498849"/>
            <a:ext cx="1100827" cy="1100827"/>
          </a:xfrm>
          <a:prstGeom prst="rect">
            <a:avLst/>
          </a:prstGeom>
        </p:spPr>
      </p:pic>
      <p:pic>
        <p:nvPicPr>
          <p:cNvPr id="22" name="Picture 2" descr="What is OPC UA? | Dewesoft">
            <a:extLst>
              <a:ext uri="{FF2B5EF4-FFF2-40B4-BE49-F238E27FC236}">
                <a16:creationId xmlns:a16="http://schemas.microsoft.com/office/drawing/2014/main" id="{5E9D7DF6-7A44-987D-1E11-6A987235D6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41"/>
          <a:stretch/>
        </p:blipFill>
        <p:spPr bwMode="auto">
          <a:xfrm>
            <a:off x="2864423" y="1330565"/>
            <a:ext cx="1773450" cy="87846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A blue file with white text on it">
            <a:extLst>
              <a:ext uri="{FF2B5EF4-FFF2-40B4-BE49-F238E27FC236}">
                <a16:creationId xmlns:a16="http://schemas.microsoft.com/office/drawing/2014/main" id="{2F4719D8-D302-6F3D-7FAA-E6C9929BF65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3"/>
              </a:ext>
            </a:extLst>
          </a:blip>
          <a:srcRect l="29302" t="11589" r="29323" b="32058"/>
          <a:stretch/>
        </p:blipFill>
        <p:spPr>
          <a:xfrm>
            <a:off x="6252839" y="5538350"/>
            <a:ext cx="749096" cy="1021827"/>
          </a:xfrm>
          <a:prstGeom prst="rect">
            <a:avLst/>
          </a:prstGeom>
        </p:spPr>
      </p:pic>
      <p:pic>
        <p:nvPicPr>
          <p:cNvPr id="27" name="Picture 26" descr="A logo of a company&#10;&#10;Description automatically generated">
            <a:extLst>
              <a:ext uri="{FF2B5EF4-FFF2-40B4-BE49-F238E27FC236}">
                <a16:creationId xmlns:a16="http://schemas.microsoft.com/office/drawing/2014/main" id="{700EC429-9481-3BF8-919B-B03F477A022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5"/>
              </a:ext>
            </a:extLst>
          </a:blip>
          <a:stretch>
            <a:fillRect/>
          </a:stretch>
        </p:blipFill>
        <p:spPr>
          <a:xfrm>
            <a:off x="2668419" y="2377906"/>
            <a:ext cx="1054838" cy="1232287"/>
          </a:xfrm>
          <a:prstGeom prst="rect">
            <a:avLst/>
          </a:prstGeom>
        </p:spPr>
      </p:pic>
      <p:pic>
        <p:nvPicPr>
          <p:cNvPr id="29" name="Picture 28" descr="A logo with a letter p">
            <a:extLst>
              <a:ext uri="{FF2B5EF4-FFF2-40B4-BE49-F238E27FC236}">
                <a16:creationId xmlns:a16="http://schemas.microsoft.com/office/drawing/2014/main" id="{B6B7092D-6624-887D-F40F-2B825A16226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2462" b="92000" l="18707" r="83256">
                        <a14:foregroundMark x1="37182" y1="36000" x2="37182" y2="36000"/>
                        <a14:foregroundMark x1="46882" y1="18154" x2="46882" y2="18154"/>
                        <a14:foregroundMark x1="81178" y1="50923" x2="81178" y2="50923"/>
                        <a14:foregroundMark x1="54503" y1="12462" x2="54503" y2="12462"/>
                        <a14:foregroundMark x1="42032" y1="52154" x2="42032" y2="52154"/>
                        <a14:foregroundMark x1="31409" y1="46923" x2="31409" y2="46923"/>
                        <a14:foregroundMark x1="45381" y1="24308" x2="45381" y2="24308"/>
                        <a14:foregroundMark x1="44111" y1="45692" x2="44111" y2="45692"/>
                        <a14:foregroundMark x1="47460" y1="38308" x2="47460" y2="38308"/>
                        <a14:foregroundMark x1="47460" y1="38308" x2="47460" y2="38308"/>
                        <a14:foregroundMark x1="47460" y1="34000" x2="21363" y2="30308"/>
                        <a14:foregroundMark x1="48961" y1="29538" x2="50231" y2="17846"/>
                        <a14:foregroundMark x1="49885" y1="44769" x2="43187" y2="52462"/>
                        <a14:foregroundMark x1="39607" y1="58923" x2="46882" y2="45231"/>
                        <a14:foregroundMark x1="37182" y1="26615" x2="54157" y2="17385"/>
                        <a14:foregroundMark x1="18707" y1="33538" x2="21132" y2="64154"/>
                        <a14:foregroundMark x1="35681" y1="48462" x2="36259" y2="50923"/>
                        <a14:foregroundMark x1="28984" y1="51692" x2="27483" y2="64615"/>
                        <a14:foregroundMark x1="27136" y1="50923" x2="40647" y2="38308"/>
                        <a14:foregroundMark x1="40647" y1="38308" x2="26559" y2="42000"/>
                        <a14:foregroundMark x1="26559" y1="42000" x2="27136" y2="65385"/>
                        <a14:foregroundMark x1="27483" y1="38308" x2="37413" y2="40000"/>
                        <a14:foregroundMark x1="31062" y1="53692" x2="42379" y2="37538"/>
                        <a14:foregroundMark x1="42379" y1="37538" x2="42032" y2="38000"/>
                        <a14:foregroundMark x1="39030" y1="82000" x2="52869" y2="89990"/>
                        <a14:foregroundMark x1="59779" y1="88517" x2="74365" y2="73692"/>
                        <a14:foregroundMark x1="74365" y1="73692" x2="79677" y2="42769"/>
                        <a14:foregroundMark x1="79677" y1="42769" x2="79330" y2="38769"/>
                        <a14:foregroundMark x1="83256" y1="50154" x2="83256" y2="50154"/>
                        <a14:backgroundMark x1="54157" y1="92154" x2="54157" y2="92154"/>
                        <a14:backgroundMark x1="56005" y1="91231" x2="56005" y2="91231"/>
                        <a14:backgroundMark x1="52079" y1="91692" x2="59584" y2="912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8"/>
              </a:ext>
            </a:extLst>
          </a:blip>
          <a:srcRect l="13667" t="5690" r="13112" b="8629"/>
          <a:stretch/>
        </p:blipFill>
        <p:spPr>
          <a:xfrm>
            <a:off x="7184313" y="4971104"/>
            <a:ext cx="1071880" cy="941429"/>
          </a:xfrm>
          <a:prstGeom prst="rect">
            <a:avLst/>
          </a:prstGeom>
        </p:spPr>
      </p:pic>
      <p:pic>
        <p:nvPicPr>
          <p:cNvPr id="31" name="Picture 30" descr="A blue and white logo&#10;&#10;Description automatically generated">
            <a:extLst>
              <a:ext uri="{FF2B5EF4-FFF2-40B4-BE49-F238E27FC236}">
                <a16:creationId xmlns:a16="http://schemas.microsoft.com/office/drawing/2014/main" id="{7DD0D4E5-916C-632F-49A6-CAF6025D0904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8182" b="66364" l="30884" r="58698">
                        <a14:foregroundMark x1="32279" y1="27455" x2="31721" y2="15636"/>
                        <a14:foregroundMark x1="31721" y1="15636" x2="37674" y2="10000"/>
                        <a14:foregroundMark x1="37674" y1="10000" x2="40465" y2="13636"/>
                        <a14:foregroundMark x1="37209" y1="12545" x2="38233" y2="23455"/>
                        <a14:foregroundMark x1="38233" y1="23455" x2="34140" y2="25455"/>
                        <a14:foregroundMark x1="35628" y1="28182" x2="39163" y2="13091"/>
                        <a14:foregroundMark x1="39163" y1="13091" x2="38512" y2="11818"/>
                        <a14:foregroundMark x1="39163" y1="22909" x2="39442" y2="18545"/>
                        <a14:foregroundMark x1="35256" y1="18182" x2="35256" y2="18182"/>
                        <a14:foregroundMark x1="35814" y1="19636" x2="35814" y2="19636"/>
                        <a14:foregroundMark x1="35535" y1="20545" x2="35256" y2="19818"/>
                        <a14:foregroundMark x1="31628" y1="12909" x2="30884" y2="22909"/>
                        <a14:foregroundMark x1="30884" y1="22909" x2="31256" y2="25273"/>
                        <a14:foregroundMark x1="36186" y1="8182" x2="34326" y2="8182"/>
                        <a14:foregroundMark x1="42326" y1="36727" x2="44558" y2="39636"/>
                        <a14:foregroundMark x1="44558" y1="41455" x2="45860" y2="43636"/>
                        <a14:foregroundMark x1="41767" y1="39455" x2="42977" y2="39091"/>
                        <a14:foregroundMark x1="44372" y1="37455" x2="44744" y2="36000"/>
                        <a14:foregroundMark x1="46140" y1="37818" x2="45116" y2="41636"/>
                        <a14:foregroundMark x1="45023" y1="44909" x2="42419" y2="40909"/>
                        <a14:foregroundMark x1="43442" y1="44727" x2="41767" y2="41091"/>
                        <a14:foregroundMark x1="54047" y1="40182" x2="54977" y2="38727"/>
                        <a14:foregroundMark x1="54791" y1="39091" x2="55535" y2="41091"/>
                        <a14:foregroundMark x1="55535" y1="41091" x2="55535" y2="41091"/>
                        <a14:foregroundMark x1="55814" y1="37091" x2="54791" y2="36545"/>
                        <a14:foregroundMark x1="54233" y1="36545" x2="53860" y2="37091"/>
                        <a14:foregroundMark x1="53674" y1="39455" x2="53674" y2="40000"/>
                        <a14:foregroundMark x1="53953" y1="42000" x2="53953" y2="42000"/>
                        <a14:foregroundMark x1="55070" y1="44000" x2="55814" y2="44000"/>
                        <a14:foregroundMark x1="56651" y1="44000" x2="56279" y2="41636"/>
                        <a14:foregroundMark x1="55814" y1="37273" x2="55721" y2="39273"/>
                        <a14:foregroundMark x1="58419" y1="36545" x2="58605" y2="38909"/>
                        <a14:foregroundMark x1="58698" y1="37455" x2="56186" y2="36727"/>
                        <a14:foregroundMark x1="55628" y1="36545" x2="56000" y2="39273"/>
                        <a14:foregroundMark x1="58326" y1="38909" x2="57674" y2="40182"/>
                        <a14:foregroundMark x1="57674" y1="39636" x2="57302" y2="40000"/>
                        <a14:foregroundMark x1="51535" y1="59091" x2="56000" y2="52364"/>
                        <a14:foregroundMark x1="56000" y1="52364" x2="58326" y2="63091"/>
                        <a14:foregroundMark x1="58326" y1="63091" x2="53488" y2="62364"/>
                        <a14:foregroundMark x1="53488" y1="62364" x2="52372" y2="54000"/>
                        <a14:foregroundMark x1="55163" y1="66364" x2="55163" y2="66364"/>
                        <a14:foregroundMark x1="44651" y1="64909" x2="44651" y2="64909"/>
                        <a14:foregroundMark x1="44744" y1="66182" x2="44744" y2="66182"/>
                        <a14:foregroundMark x1="44093" y1="62727" x2="44093" y2="59636"/>
                        <a14:foregroundMark x1="43814" y1="57273" x2="45395" y2="58545"/>
                        <a14:foregroundMark x1="43535" y1="60000" x2="43814" y2="58000"/>
                        <a14:foregroundMark x1="43349" y1="56909" x2="44558" y2="59455"/>
                        <a14:foregroundMark x1="43721" y1="55636" x2="43349" y2="58182"/>
                        <a14:foregroundMark x1="44837" y1="59091" x2="44837" y2="59091"/>
                        <a14:foregroundMark x1="43349" y1="56364" x2="43349" y2="58182"/>
                        <a14:foregroundMark x1="42605" y1="60909" x2="41860" y2="59818"/>
                        <a14:foregroundMark x1="44093" y1="56545" x2="45302" y2="56727"/>
                        <a14:foregroundMark x1="50233" y1="59818" x2="51070" y2="60000"/>
                        <a14:foregroundMark x1="49209" y1="59818" x2="51721" y2="60182"/>
                        <a14:foregroundMark x1="46140" y1="60000" x2="44186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1"/>
              </a:ext>
            </a:extLst>
          </a:blip>
          <a:srcRect l="28699" t="6989" r="37894" b="30205"/>
          <a:stretch/>
        </p:blipFill>
        <p:spPr>
          <a:xfrm>
            <a:off x="8190081" y="2631927"/>
            <a:ext cx="1186853" cy="1141634"/>
          </a:xfrm>
          <a:prstGeom prst="rect">
            <a:avLst/>
          </a:prstGeom>
        </p:spPr>
      </p:pic>
      <p:pic>
        <p:nvPicPr>
          <p:cNvPr id="33" name="Picture 32" descr="A logo of a calendar">
            <a:extLst>
              <a:ext uri="{FF2B5EF4-FFF2-40B4-BE49-F238E27FC236}">
                <a16:creationId xmlns:a16="http://schemas.microsoft.com/office/drawing/2014/main" id="{B4AE0889-BF76-6554-B9DC-EEDA216343C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3"/>
              </a:ext>
            </a:extLst>
          </a:blip>
          <a:srcRect l="28798" t="7570" r="30461" b="28588"/>
          <a:stretch/>
        </p:blipFill>
        <p:spPr>
          <a:xfrm>
            <a:off x="7807195" y="1330565"/>
            <a:ext cx="1045744" cy="1024182"/>
          </a:xfrm>
          <a:prstGeom prst="rect">
            <a:avLst/>
          </a:prstGeom>
        </p:spPr>
      </p:pic>
      <p:pic>
        <p:nvPicPr>
          <p:cNvPr id="2073" name="Cyclic">
            <a:hlinkClick r:id="" action="ppaction://media"/>
            <a:extLst>
              <a:ext uri="{FF2B5EF4-FFF2-40B4-BE49-F238E27FC236}">
                <a16:creationId xmlns:a16="http://schemas.microsoft.com/office/drawing/2014/main" id="{B154D723-5EA6-1586-CDA5-430F5EBDD3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69.0972"/>
                  </p14:bmkLst>
                </p14:media>
              </p:ext>
            </p:extLst>
          </p:nvPr>
        </p:nvPicPr>
        <p:blipFill>
          <a:blip r:embed="rId34"/>
          <a:stretch>
            <a:fillRect/>
          </a:stretch>
        </p:blipFill>
        <p:spPr>
          <a:xfrm>
            <a:off x="8086385" y="719131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8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364" fill="hold"/>
                                            <p:tgtEl>
                                              <p:spTgt spid="207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073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07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2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" dur="2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250"/>
                                </p:stCondLst>
                                <p:childTnLst>
                                  <p:par>
                                    <p:cTn id="17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2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2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" dur="25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3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2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2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29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2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250" fill="hold"/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250" fill="hold"/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250"/>
                                            <p:tgtEl>
                                              <p:spTgt spid="20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41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2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47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1" dur="25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53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2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2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59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25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4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6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2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2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25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71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5" dur="2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77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1" dur="25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83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7" dur="2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8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89" presetID="26" presetClass="emph" presetSubtype="0" fill="hold" nodeType="afterEffect">
                                      <p:stCondLst>
                                        <p:cond delay="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250" tmFilter="0, 0; .2, .5; .8, .5; 1, 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91" dur="125" autoRev="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2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93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94" dur="250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250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96" dur="2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250" tmFilter="0, 0; .2, .5; .8, .5; 1, 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00" dur="125" autoRev="1" fill="hold"/>
                                            <p:tgtEl>
                                              <p:spTgt spid="2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1" fill="hold">
                                <p:stCondLst>
                                  <p:cond delay="6250"/>
                                </p:stCondLst>
                                <p:childTnLst>
                                  <p:par>
                                    <p:cTn id="102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03" dur="250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250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05" dur="25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7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8" dur="250" tmFilter="0, 0; .2, .5; .8, .5; 1, 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09" dur="125" autoRev="1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0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111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12" dur="25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250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14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250" tmFilter="0, 0; .2, .5; .8, .5; 1, 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18" dur="125" autoRev="1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9" fill="hold">
                                <p:stCondLst>
                                  <p:cond delay="6750"/>
                                </p:stCondLst>
                                <p:childTnLst>
                                  <p:par>
                                    <p:cTn id="120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21" dur="25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2" dur="25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23" dur="2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6" dur="250" tmFilter="0, 0; .2, .5; .8, .5; 1, 0"/>
                                            <p:tgtEl>
                                              <p:spTgt spid="2050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27" dur="125" autoRev="1" fill="hold"/>
                                            <p:tgtEl>
                                              <p:spTgt spid="2050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8" fill="hold">
                                <p:stCondLst>
                                  <p:cond delay="7000"/>
                                </p:stCondLst>
                                <p:childTnLst>
                                  <p:par>
                                    <p:cTn id="129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30" dur="250"/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1" dur="250"/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32" dur="250"/>
                                            <p:tgtEl>
                                              <p:spTgt spid="20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250" tmFilter="0, 0; .2, .5; .8, .5; 1, 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36" dur="125" autoRev="1" fill="hold"/>
                                            <p:tgtEl>
                                              <p:spTgt spid="21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7" fill="hold">
                                <p:stCondLst>
                                  <p:cond delay="7250"/>
                                </p:stCondLst>
                                <p:childTnLst>
                                  <p:par>
                                    <p:cTn id="138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39" dur="25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0" dur="25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41" dur="2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4" dur="250" tmFilter="0, 0; .2, .5; .8, .5; 1, 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45" dur="125" autoRev="1" fill="hold"/>
                                            <p:tgtEl>
                                              <p:spTgt spid="24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6" fill="hold">
                                <p:stCondLst>
                                  <p:cond delay="7500"/>
                                </p:stCondLst>
                                <p:childTnLst>
                                  <p:par>
                                    <p:cTn id="147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48" dur="25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9" dur="25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50" dur="25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2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250" tmFilter="0, 0; .2, .5; .8, .5; 1, 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54" dur="125" autoRev="1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5" fill="hold">
                                <p:stCondLst>
                                  <p:cond delay="7750"/>
                                </p:stCondLst>
                                <p:childTnLst>
                                  <p:par>
                                    <p:cTn id="156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57" dur="250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8" dur="250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59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250" tmFilter="0, 0; .2, .5; .8, .5; 1, 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63" dur="125" autoRev="1" fill="hold"/>
                                            <p:tgtEl>
                                              <p:spTgt spid="19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4" fill="hold">
                                <p:stCondLst>
                                  <p:cond delay="8000"/>
                                </p:stCondLst>
                                <p:childTnLst>
                                  <p:par>
                                    <p:cTn id="165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66" dur="250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7" dur="250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68" dur="25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250" tmFilter="0, 0; .2, .5; .8, .5; 1, 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72" dur="125" autoRev="1" fill="hold"/>
                                            <p:tgtEl>
                                              <p:spTgt spid="31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3" fill="hold">
                                <p:stCondLst>
                                  <p:cond delay="8250"/>
                                </p:stCondLst>
                                <p:childTnLst>
                                  <p:par>
                                    <p:cTn id="174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75" dur="250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6" dur="250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77" dur="25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250" tmFilter="0, 0; .2, .5; .8, .5; 1, 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81" dur="125" autoRev="1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2" fill="hold">
                                <p:stCondLst>
                                  <p:cond delay="8500"/>
                                </p:stCondLst>
                                <p:childTnLst>
                                  <p:par>
                                    <p:cTn id="183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84" dur="250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5" dur="250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86" dur="2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250" tmFilter="0, 0; .2, .5; .8, .5; 1, 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90" dur="125" autoRev="1" fill="hold"/>
                                            <p:tgtEl>
                                              <p:spTgt spid="16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1" fill="hold">
                                <p:stCondLst>
                                  <p:cond delay="8750"/>
                                </p:stCondLst>
                                <p:childTnLst>
                                  <p:par>
                                    <p:cTn id="192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93" dur="25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4" dur="25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95" dur="25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250" tmFilter="0, 0; .2, .5; .8, .5; 1, 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99" dur="125" autoRev="1" fill="hold"/>
                                            <p:tgtEl>
                                              <p:spTgt spid="11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0" fill="hold">
                                <p:stCondLst>
                                  <p:cond delay="9000"/>
                                </p:stCondLst>
                                <p:childTnLst>
                                  <p:par>
                                    <p:cTn id="201" presetID="53" presetClass="exit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202" dur="25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3" dur="25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204" dur="2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073" bmkName="Bookmark 1"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364" fill="hold"/>
                                            <p:tgtEl>
                                              <p:spTgt spid="207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073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16F3-D63E-F407-2AB5-01B8E516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Some team </a:t>
            </a:r>
            <a:r>
              <a:rPr lang="it-IT" dirty="0" err="1"/>
              <a:t>lessons</a:t>
            </a:r>
            <a:r>
              <a:rPr lang="it-IT" dirty="0"/>
              <a:t> </a:t>
            </a:r>
            <a:r>
              <a:rPr lang="it-IT" dirty="0" err="1"/>
              <a:t>learnt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31E1B8-CCBA-693D-2EBA-604091CD67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26</a:t>
            </a:fld>
            <a:endParaRPr lang="sv-SE" altLang="sv-S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25AACE-9806-3121-3A80-B1DE2088B03C}"/>
              </a:ext>
            </a:extLst>
          </p:cNvPr>
          <p:cNvGrpSpPr/>
          <p:nvPr/>
        </p:nvGrpSpPr>
        <p:grpSpPr>
          <a:xfrm>
            <a:off x="8033569" y="1488510"/>
            <a:ext cx="2782571" cy="1254760"/>
            <a:chOff x="7345680" y="1325880"/>
            <a:chExt cx="3891280" cy="1823720"/>
          </a:xfrm>
        </p:grpSpPr>
        <p:sp>
          <p:nvSpPr>
            <p:cNvPr id="8" name="Cloud 7">
              <a:extLst>
                <a:ext uri="{FF2B5EF4-FFF2-40B4-BE49-F238E27FC236}">
                  <a16:creationId xmlns:a16="http://schemas.microsoft.com/office/drawing/2014/main" id="{24C80856-57ED-DC9E-2E2E-C43DAD4860F6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A26F10-C8F6-C284-0A91-795D3FE4114D}"/>
                </a:ext>
              </a:extLst>
            </p:cNvPr>
            <p:cNvSpPr txBox="1"/>
            <p:nvPr/>
          </p:nvSpPr>
          <p:spPr>
            <a:xfrm>
              <a:off x="7396480" y="1843453"/>
              <a:ext cx="3789681" cy="899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Building trust </a:t>
              </a:r>
              <a:r>
                <a:rPr lang="it-IT" sz="1400" dirty="0" err="1"/>
                <a:t>is</a:t>
              </a:r>
              <a:r>
                <a:rPr lang="it-IT" sz="1400" dirty="0"/>
                <a:t> </a:t>
              </a:r>
              <a:r>
                <a:rPr lang="it-IT" sz="1400" dirty="0" err="1"/>
                <a:t>fundamental</a:t>
              </a:r>
              <a:endParaRPr lang="it-IT" sz="1400" dirty="0"/>
            </a:p>
            <a:p>
              <a:pPr algn="ctr"/>
              <a:r>
                <a:rPr lang="it-IT" sz="1400" dirty="0"/>
                <a:t>to </a:t>
              </a:r>
              <a:r>
                <a:rPr lang="it-IT" sz="1400" dirty="0" err="1"/>
                <a:t>achieve</a:t>
              </a:r>
              <a:r>
                <a:rPr lang="it-IT" sz="1400" dirty="0"/>
                <a:t> big goals </a:t>
              </a:r>
              <a:r>
                <a:rPr lang="it-IT" sz="1400" dirty="0" err="1"/>
                <a:t>together</a:t>
              </a:r>
              <a:endParaRPr lang="en-GB" sz="14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E7F6FC6-D937-F2F4-985E-7DB0FF788749}"/>
              </a:ext>
            </a:extLst>
          </p:cNvPr>
          <p:cNvGrpSpPr/>
          <p:nvPr/>
        </p:nvGrpSpPr>
        <p:grpSpPr>
          <a:xfrm>
            <a:off x="929641" y="1254759"/>
            <a:ext cx="3916680" cy="1823720"/>
            <a:chOff x="7345680" y="1325880"/>
            <a:chExt cx="3916680" cy="1823720"/>
          </a:xfrm>
        </p:grpSpPr>
        <p:sp>
          <p:nvSpPr>
            <p:cNvPr id="11" name="Cloud 10">
              <a:extLst>
                <a:ext uri="{FF2B5EF4-FFF2-40B4-BE49-F238E27FC236}">
                  <a16:creationId xmlns:a16="http://schemas.microsoft.com/office/drawing/2014/main" id="{80F645D1-123A-8A1C-D647-A198BB94BD35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0D2425C-0CD0-48F2-FE8B-F354B95740A9}"/>
                </a:ext>
              </a:extLst>
            </p:cNvPr>
            <p:cNvSpPr txBox="1"/>
            <p:nvPr/>
          </p:nvSpPr>
          <p:spPr>
            <a:xfrm>
              <a:off x="7472680" y="1811019"/>
              <a:ext cx="37896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 err="1"/>
                <a:t>Every</a:t>
              </a:r>
              <a:r>
                <a:rPr lang="it-IT" dirty="0"/>
                <a:t> team </a:t>
              </a:r>
              <a:r>
                <a:rPr lang="it-IT" dirty="0" err="1"/>
                <a:t>member</a:t>
              </a:r>
              <a:r>
                <a:rPr lang="it-IT" dirty="0"/>
                <a:t> </a:t>
              </a:r>
              <a:r>
                <a:rPr lang="it-IT" dirty="0" err="1"/>
                <a:t>brings</a:t>
              </a:r>
              <a:r>
                <a:rPr lang="it-IT" dirty="0"/>
                <a:t> </a:t>
              </a:r>
              <a:r>
                <a:rPr lang="it-IT" dirty="0" err="1"/>
                <a:t>different</a:t>
              </a:r>
              <a:r>
                <a:rPr lang="it-IT" dirty="0"/>
                <a:t> </a:t>
              </a:r>
              <a:r>
                <a:rPr lang="en-US" dirty="0"/>
                <a:t>innate skills to the team</a:t>
              </a:r>
              <a:endParaRPr lang="en-GB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9B74D4-BD3A-CECD-DFDF-0534AFAF6443}"/>
              </a:ext>
            </a:extLst>
          </p:cNvPr>
          <p:cNvGrpSpPr/>
          <p:nvPr/>
        </p:nvGrpSpPr>
        <p:grpSpPr>
          <a:xfrm>
            <a:off x="8680900" y="3788335"/>
            <a:ext cx="2901500" cy="1244230"/>
            <a:chOff x="7345680" y="1325880"/>
            <a:chExt cx="3916680" cy="1823720"/>
          </a:xfrm>
        </p:grpSpPr>
        <p:sp>
          <p:nvSpPr>
            <p:cNvPr id="14" name="Cloud 13">
              <a:extLst>
                <a:ext uri="{FF2B5EF4-FFF2-40B4-BE49-F238E27FC236}">
                  <a16:creationId xmlns:a16="http://schemas.microsoft.com/office/drawing/2014/main" id="{F9DB7E5E-E908-903B-22CD-28E6BAE2B605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66F817-522B-FE5C-C263-18984F1569B6}"/>
                </a:ext>
              </a:extLst>
            </p:cNvPr>
            <p:cNvSpPr txBox="1"/>
            <p:nvPr/>
          </p:nvSpPr>
          <p:spPr>
            <a:xfrm>
              <a:off x="7472680" y="1811019"/>
              <a:ext cx="3789680" cy="766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Continuous communication is</a:t>
              </a:r>
            </a:p>
            <a:p>
              <a:pPr algn="ctr"/>
              <a:r>
                <a:rPr lang="en-US" sz="1400" dirty="0"/>
                <a:t>essential in large teams</a:t>
              </a:r>
              <a:endParaRPr lang="en-GB" sz="14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240E9B-02E7-6108-3A68-546DC6B4F74B}"/>
              </a:ext>
            </a:extLst>
          </p:cNvPr>
          <p:cNvGrpSpPr/>
          <p:nvPr/>
        </p:nvGrpSpPr>
        <p:grpSpPr>
          <a:xfrm>
            <a:off x="5188176" y="3720611"/>
            <a:ext cx="2524759" cy="1151504"/>
            <a:chOff x="7345680" y="1325880"/>
            <a:chExt cx="3916680" cy="1823720"/>
          </a:xfrm>
        </p:grpSpPr>
        <p:sp>
          <p:nvSpPr>
            <p:cNvPr id="17" name="Cloud 16">
              <a:extLst>
                <a:ext uri="{FF2B5EF4-FFF2-40B4-BE49-F238E27FC236}">
                  <a16:creationId xmlns:a16="http://schemas.microsoft.com/office/drawing/2014/main" id="{01524723-8C3D-4A4D-2D72-7B62F534EAE4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3DD5505-1A90-3E03-AAAB-89DCFE0339B4}"/>
                </a:ext>
              </a:extLst>
            </p:cNvPr>
            <p:cNvSpPr txBox="1"/>
            <p:nvPr/>
          </p:nvSpPr>
          <p:spPr>
            <a:xfrm>
              <a:off x="7472679" y="1811020"/>
              <a:ext cx="3789681" cy="828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Git will always have your</a:t>
              </a:r>
            </a:p>
            <a:p>
              <a:pPr algn="ctr"/>
              <a:r>
                <a:rPr lang="en-US" sz="1400" dirty="0"/>
                <a:t>back, no matter what</a:t>
              </a:r>
              <a:endParaRPr lang="en-GB" sz="1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82FC43-2747-8123-2E73-55C506FB4AF9}"/>
              </a:ext>
            </a:extLst>
          </p:cNvPr>
          <p:cNvGrpSpPr/>
          <p:nvPr/>
        </p:nvGrpSpPr>
        <p:grpSpPr>
          <a:xfrm>
            <a:off x="1402082" y="4550150"/>
            <a:ext cx="3027678" cy="1423930"/>
            <a:chOff x="7345680" y="1325880"/>
            <a:chExt cx="3916680" cy="1823720"/>
          </a:xfrm>
        </p:grpSpPr>
        <p:sp>
          <p:nvSpPr>
            <p:cNvPr id="20" name="Cloud 19">
              <a:extLst>
                <a:ext uri="{FF2B5EF4-FFF2-40B4-BE49-F238E27FC236}">
                  <a16:creationId xmlns:a16="http://schemas.microsoft.com/office/drawing/2014/main" id="{5F72A3B4-A580-2066-FB93-1EA77EBBB238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3915369-92D8-B5ED-CD2E-57782A5613E6}"/>
                </a:ext>
              </a:extLst>
            </p:cNvPr>
            <p:cNvSpPr txBox="1"/>
            <p:nvPr/>
          </p:nvSpPr>
          <p:spPr>
            <a:xfrm>
              <a:off x="7472680" y="1811019"/>
              <a:ext cx="3789680" cy="1261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When time is </a:t>
              </a:r>
              <a:r>
                <a:rPr lang="en-US" sz="1400" dirty="0" err="1"/>
                <a:t>scarse</a:t>
              </a:r>
              <a:r>
                <a:rPr lang="en-US" sz="1400" dirty="0"/>
                <a:t>, it is</a:t>
              </a:r>
            </a:p>
            <a:p>
              <a:pPr algn="ctr"/>
              <a:r>
                <a:rPr lang="en-US" sz="1400" dirty="0"/>
                <a:t>necessary to cut on </a:t>
              </a:r>
            </a:p>
            <a:p>
              <a:pPr algn="ctr"/>
              <a:r>
                <a:rPr lang="en-US" sz="1400" dirty="0"/>
                <a:t>useless details</a:t>
              </a:r>
              <a:endParaRPr lang="en-GB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81227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F5059-C528-B18B-F375-4FFA9490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8AEA9-C758-9251-CEA1-A3E38124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Some team </a:t>
            </a:r>
            <a:r>
              <a:rPr lang="it-IT" dirty="0" err="1"/>
              <a:t>lessons</a:t>
            </a:r>
            <a:r>
              <a:rPr lang="it-IT" dirty="0"/>
              <a:t> </a:t>
            </a:r>
            <a:r>
              <a:rPr lang="it-IT" dirty="0" err="1"/>
              <a:t>learnt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6AF046-6D18-0037-CCA5-452000FD1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27</a:t>
            </a:fld>
            <a:endParaRPr lang="sv-SE" altLang="sv-S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574EAA-E001-99ED-255D-BD0317B4BE9E}"/>
              </a:ext>
            </a:extLst>
          </p:cNvPr>
          <p:cNvGrpSpPr/>
          <p:nvPr/>
        </p:nvGrpSpPr>
        <p:grpSpPr>
          <a:xfrm>
            <a:off x="8736965" y="1112518"/>
            <a:ext cx="2782571" cy="1254760"/>
            <a:chOff x="7345680" y="1325880"/>
            <a:chExt cx="3891280" cy="1823720"/>
          </a:xfrm>
        </p:grpSpPr>
        <p:sp>
          <p:nvSpPr>
            <p:cNvPr id="8" name="Cloud 7">
              <a:extLst>
                <a:ext uri="{FF2B5EF4-FFF2-40B4-BE49-F238E27FC236}">
                  <a16:creationId xmlns:a16="http://schemas.microsoft.com/office/drawing/2014/main" id="{E0C0503A-2E2E-EEC1-F6E5-383E0C7CAA34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6B11390-AB1F-5EE4-30D2-E92817152C96}"/>
                </a:ext>
              </a:extLst>
            </p:cNvPr>
            <p:cNvSpPr txBox="1"/>
            <p:nvPr/>
          </p:nvSpPr>
          <p:spPr>
            <a:xfrm>
              <a:off x="7396480" y="1843453"/>
              <a:ext cx="3789681" cy="899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Building trust </a:t>
              </a:r>
              <a:r>
                <a:rPr lang="it-IT" sz="1400" dirty="0" err="1"/>
                <a:t>is</a:t>
              </a:r>
              <a:r>
                <a:rPr lang="it-IT" sz="1400" dirty="0"/>
                <a:t> </a:t>
              </a:r>
              <a:r>
                <a:rPr lang="it-IT" sz="1400" dirty="0" err="1"/>
                <a:t>fundamental</a:t>
              </a:r>
              <a:endParaRPr lang="it-IT" sz="1400" dirty="0"/>
            </a:p>
            <a:p>
              <a:pPr algn="ctr"/>
              <a:r>
                <a:rPr lang="it-IT" sz="1400" dirty="0"/>
                <a:t>to </a:t>
              </a:r>
              <a:r>
                <a:rPr lang="it-IT" sz="1400" dirty="0" err="1"/>
                <a:t>achieve</a:t>
              </a:r>
              <a:r>
                <a:rPr lang="it-IT" sz="1400" dirty="0"/>
                <a:t> big goals </a:t>
              </a:r>
              <a:r>
                <a:rPr lang="it-IT" sz="1400" dirty="0" err="1"/>
                <a:t>together</a:t>
              </a:r>
              <a:endParaRPr lang="en-GB" sz="14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DA094CC-33D0-AD63-AEE9-054EB3987FD4}"/>
              </a:ext>
            </a:extLst>
          </p:cNvPr>
          <p:cNvGrpSpPr/>
          <p:nvPr/>
        </p:nvGrpSpPr>
        <p:grpSpPr>
          <a:xfrm>
            <a:off x="9003945" y="3457124"/>
            <a:ext cx="2901500" cy="1244230"/>
            <a:chOff x="7345680" y="1325880"/>
            <a:chExt cx="3916680" cy="1823720"/>
          </a:xfrm>
        </p:grpSpPr>
        <p:sp>
          <p:nvSpPr>
            <p:cNvPr id="14" name="Cloud 13">
              <a:extLst>
                <a:ext uri="{FF2B5EF4-FFF2-40B4-BE49-F238E27FC236}">
                  <a16:creationId xmlns:a16="http://schemas.microsoft.com/office/drawing/2014/main" id="{A410EA17-E1DA-AEC3-B45C-440C0C13AC48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D14D68-A8D6-2827-85BA-E4BC38A124F4}"/>
                </a:ext>
              </a:extLst>
            </p:cNvPr>
            <p:cNvSpPr txBox="1"/>
            <p:nvPr/>
          </p:nvSpPr>
          <p:spPr>
            <a:xfrm>
              <a:off x="7472680" y="1811019"/>
              <a:ext cx="3789680" cy="766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Continuous communication is</a:t>
              </a:r>
            </a:p>
            <a:p>
              <a:pPr algn="ctr"/>
              <a:r>
                <a:rPr lang="en-US" sz="1400" dirty="0"/>
                <a:t>essential in large teams</a:t>
              </a:r>
              <a:endParaRPr lang="en-GB" sz="14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C242694-E1E9-0732-3D94-7994A680C897}"/>
              </a:ext>
            </a:extLst>
          </p:cNvPr>
          <p:cNvGrpSpPr/>
          <p:nvPr/>
        </p:nvGrpSpPr>
        <p:grpSpPr>
          <a:xfrm>
            <a:off x="6109100" y="4447365"/>
            <a:ext cx="2524759" cy="1151504"/>
            <a:chOff x="7345680" y="1325880"/>
            <a:chExt cx="3916680" cy="1823720"/>
          </a:xfrm>
        </p:grpSpPr>
        <p:sp>
          <p:nvSpPr>
            <p:cNvPr id="17" name="Cloud 16">
              <a:extLst>
                <a:ext uri="{FF2B5EF4-FFF2-40B4-BE49-F238E27FC236}">
                  <a16:creationId xmlns:a16="http://schemas.microsoft.com/office/drawing/2014/main" id="{7D0408BE-32CD-3575-DC17-98C1FC091D88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45A0DBB-1CFA-B8BC-8971-D2244F36BDF5}"/>
                </a:ext>
              </a:extLst>
            </p:cNvPr>
            <p:cNvSpPr txBox="1"/>
            <p:nvPr/>
          </p:nvSpPr>
          <p:spPr>
            <a:xfrm>
              <a:off x="7472679" y="1811020"/>
              <a:ext cx="3789681" cy="828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Git will always have your</a:t>
              </a:r>
            </a:p>
            <a:p>
              <a:pPr algn="ctr"/>
              <a:r>
                <a:rPr lang="en-US" sz="1400" dirty="0"/>
                <a:t>back, no matter what</a:t>
              </a:r>
              <a:endParaRPr lang="en-GB" sz="1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8455DA-98B8-4FA6-32F2-CEE5911753D2}"/>
              </a:ext>
            </a:extLst>
          </p:cNvPr>
          <p:cNvGrpSpPr/>
          <p:nvPr/>
        </p:nvGrpSpPr>
        <p:grpSpPr>
          <a:xfrm>
            <a:off x="1526650" y="4886904"/>
            <a:ext cx="3027678" cy="1423930"/>
            <a:chOff x="7345680" y="1325880"/>
            <a:chExt cx="3916680" cy="1823720"/>
          </a:xfrm>
        </p:grpSpPr>
        <p:sp>
          <p:nvSpPr>
            <p:cNvPr id="20" name="Cloud 19">
              <a:extLst>
                <a:ext uri="{FF2B5EF4-FFF2-40B4-BE49-F238E27FC236}">
                  <a16:creationId xmlns:a16="http://schemas.microsoft.com/office/drawing/2014/main" id="{1C408538-E7F6-B833-B1BB-DE0A0E0AE5F3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A9FD74-9247-DF5E-39F5-8E7445CCA68C}"/>
                </a:ext>
              </a:extLst>
            </p:cNvPr>
            <p:cNvSpPr txBox="1"/>
            <p:nvPr/>
          </p:nvSpPr>
          <p:spPr>
            <a:xfrm>
              <a:off x="7472680" y="1811019"/>
              <a:ext cx="3789680" cy="1261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When time is </a:t>
              </a:r>
              <a:r>
                <a:rPr lang="en-US" sz="1400" dirty="0" err="1"/>
                <a:t>scarse</a:t>
              </a:r>
              <a:r>
                <a:rPr lang="en-US" sz="1400" dirty="0"/>
                <a:t>, it is</a:t>
              </a:r>
            </a:p>
            <a:p>
              <a:pPr algn="ctr"/>
              <a:r>
                <a:rPr lang="en-US" sz="1400" dirty="0"/>
                <a:t>necessary to cut on </a:t>
              </a:r>
            </a:p>
            <a:p>
              <a:pPr algn="ctr"/>
              <a:r>
                <a:rPr lang="en-US" sz="1400" dirty="0"/>
                <a:t>useless details</a:t>
              </a:r>
              <a:endParaRPr lang="en-GB" sz="14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69BAB11-A353-8BDE-68DF-265A889573CB}"/>
              </a:ext>
            </a:extLst>
          </p:cNvPr>
          <p:cNvGrpSpPr/>
          <p:nvPr/>
        </p:nvGrpSpPr>
        <p:grpSpPr>
          <a:xfrm>
            <a:off x="1100455" y="1402606"/>
            <a:ext cx="6123970" cy="2559793"/>
            <a:chOff x="7345680" y="1325880"/>
            <a:chExt cx="3891280" cy="1823720"/>
          </a:xfrm>
        </p:grpSpPr>
        <p:sp>
          <p:nvSpPr>
            <p:cNvPr id="6" name="Cloud 5">
              <a:extLst>
                <a:ext uri="{FF2B5EF4-FFF2-40B4-BE49-F238E27FC236}">
                  <a16:creationId xmlns:a16="http://schemas.microsoft.com/office/drawing/2014/main" id="{C898C12C-3706-8112-01B6-B68CD33598B0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GB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1140B6-382B-FB85-432B-E6C26AB19F73}"/>
                </a:ext>
              </a:extLst>
            </p:cNvPr>
            <p:cNvSpPr txBox="1"/>
            <p:nvPr/>
          </p:nvSpPr>
          <p:spPr>
            <a:xfrm>
              <a:off x="7447280" y="2013159"/>
              <a:ext cx="3789680" cy="592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400" b="1" dirty="0" err="1"/>
                <a:t>Every</a:t>
              </a:r>
              <a:r>
                <a:rPr lang="it-IT" sz="2400" b="1" dirty="0"/>
                <a:t> team </a:t>
              </a:r>
              <a:r>
                <a:rPr lang="it-IT" sz="2400" b="1" dirty="0" err="1"/>
                <a:t>member</a:t>
              </a:r>
              <a:r>
                <a:rPr lang="it-IT" sz="2400" b="1" dirty="0"/>
                <a:t> </a:t>
              </a:r>
              <a:r>
                <a:rPr lang="it-IT" sz="2400" b="1" dirty="0" err="1"/>
                <a:t>brings</a:t>
              </a:r>
              <a:r>
                <a:rPr lang="it-IT" sz="2400" b="1" dirty="0"/>
                <a:t> </a:t>
              </a:r>
              <a:r>
                <a:rPr lang="it-IT" sz="2400" b="1" dirty="0" err="1"/>
                <a:t>different</a:t>
              </a:r>
              <a:r>
                <a:rPr lang="it-IT" sz="2400" b="1" dirty="0"/>
                <a:t> </a:t>
              </a:r>
              <a:r>
                <a:rPr lang="en-US" sz="2400" b="1" dirty="0"/>
                <a:t>innate skills to the team</a:t>
              </a:r>
              <a:endParaRPr lang="en-GB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67522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C5D33-E93D-84CC-796E-F1AC2591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2A534-00D8-643E-BE1F-42E384DB4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Some team </a:t>
            </a:r>
            <a:r>
              <a:rPr lang="it-IT" dirty="0" err="1"/>
              <a:t>lessons</a:t>
            </a:r>
            <a:r>
              <a:rPr lang="it-IT" dirty="0"/>
              <a:t> </a:t>
            </a:r>
            <a:r>
              <a:rPr lang="it-IT" dirty="0" err="1"/>
              <a:t>learnt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3A1E35-DEC7-66F7-FC13-45CB4643A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28</a:t>
            </a:fld>
            <a:endParaRPr lang="sv-SE" altLang="sv-S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AE91006-87A3-ED03-D9D0-7FCF861A83B7}"/>
              </a:ext>
            </a:extLst>
          </p:cNvPr>
          <p:cNvGrpSpPr/>
          <p:nvPr/>
        </p:nvGrpSpPr>
        <p:grpSpPr>
          <a:xfrm>
            <a:off x="4765041" y="1138094"/>
            <a:ext cx="6124576" cy="2545082"/>
            <a:chOff x="7345680" y="1325880"/>
            <a:chExt cx="3891280" cy="1823720"/>
          </a:xfrm>
        </p:grpSpPr>
        <p:sp>
          <p:nvSpPr>
            <p:cNvPr id="8" name="Cloud 7">
              <a:extLst>
                <a:ext uri="{FF2B5EF4-FFF2-40B4-BE49-F238E27FC236}">
                  <a16:creationId xmlns:a16="http://schemas.microsoft.com/office/drawing/2014/main" id="{0E4C15D6-7892-D017-8CEC-AC35C39535CD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0020C2F-889E-A9B0-86BE-4656C956250E}"/>
                </a:ext>
              </a:extLst>
            </p:cNvPr>
            <p:cNvSpPr txBox="1"/>
            <p:nvPr/>
          </p:nvSpPr>
          <p:spPr>
            <a:xfrm>
              <a:off x="7396480" y="1843453"/>
              <a:ext cx="3789681" cy="595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400" b="1" dirty="0"/>
                <a:t>Building trust </a:t>
              </a:r>
              <a:r>
                <a:rPr lang="it-IT" sz="2400" b="1" dirty="0" err="1"/>
                <a:t>is</a:t>
              </a:r>
              <a:r>
                <a:rPr lang="it-IT" sz="2400" b="1" dirty="0"/>
                <a:t> </a:t>
              </a:r>
              <a:r>
                <a:rPr lang="it-IT" sz="2400" b="1" dirty="0" err="1"/>
                <a:t>fundamental</a:t>
              </a:r>
              <a:endParaRPr lang="it-IT" sz="2400" b="1" dirty="0"/>
            </a:p>
            <a:p>
              <a:pPr algn="ctr"/>
              <a:r>
                <a:rPr lang="it-IT" sz="2400" b="1" dirty="0"/>
                <a:t>to </a:t>
              </a:r>
              <a:r>
                <a:rPr lang="it-IT" sz="2400" b="1" dirty="0" err="1"/>
                <a:t>achieve</a:t>
              </a:r>
              <a:r>
                <a:rPr lang="it-IT" sz="2400" b="1" dirty="0"/>
                <a:t> big goals </a:t>
              </a:r>
              <a:r>
                <a:rPr lang="it-IT" sz="2400" b="1" dirty="0" err="1"/>
                <a:t>together</a:t>
              </a:r>
              <a:endParaRPr lang="en-GB" sz="2400" b="1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14CCB48-D70C-F01C-9786-A972BBC805E6}"/>
              </a:ext>
            </a:extLst>
          </p:cNvPr>
          <p:cNvGrpSpPr/>
          <p:nvPr/>
        </p:nvGrpSpPr>
        <p:grpSpPr>
          <a:xfrm>
            <a:off x="8677501" y="4405472"/>
            <a:ext cx="2901500" cy="1244230"/>
            <a:chOff x="7345680" y="1325880"/>
            <a:chExt cx="3916680" cy="1823720"/>
          </a:xfrm>
        </p:grpSpPr>
        <p:sp>
          <p:nvSpPr>
            <p:cNvPr id="14" name="Cloud 13">
              <a:extLst>
                <a:ext uri="{FF2B5EF4-FFF2-40B4-BE49-F238E27FC236}">
                  <a16:creationId xmlns:a16="http://schemas.microsoft.com/office/drawing/2014/main" id="{6625465C-8BD5-620F-8D56-32D4357ECA28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6679B3-561F-95FA-E4AA-3424DE0689ED}"/>
                </a:ext>
              </a:extLst>
            </p:cNvPr>
            <p:cNvSpPr txBox="1"/>
            <p:nvPr/>
          </p:nvSpPr>
          <p:spPr>
            <a:xfrm>
              <a:off x="7472680" y="1811019"/>
              <a:ext cx="3789680" cy="766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Continuous communication is</a:t>
              </a:r>
            </a:p>
            <a:p>
              <a:pPr algn="ctr"/>
              <a:r>
                <a:rPr lang="en-US" sz="1400" dirty="0"/>
                <a:t>essential in large teams</a:t>
              </a:r>
              <a:endParaRPr lang="en-GB" sz="14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A85B7C-8432-8253-1722-784B4ED0A10A}"/>
              </a:ext>
            </a:extLst>
          </p:cNvPr>
          <p:cNvGrpSpPr/>
          <p:nvPr/>
        </p:nvGrpSpPr>
        <p:grpSpPr>
          <a:xfrm>
            <a:off x="4124960" y="4777349"/>
            <a:ext cx="2524759" cy="1151504"/>
            <a:chOff x="7345680" y="1325880"/>
            <a:chExt cx="3916680" cy="1823720"/>
          </a:xfrm>
        </p:grpSpPr>
        <p:sp>
          <p:nvSpPr>
            <p:cNvPr id="17" name="Cloud 16">
              <a:extLst>
                <a:ext uri="{FF2B5EF4-FFF2-40B4-BE49-F238E27FC236}">
                  <a16:creationId xmlns:a16="http://schemas.microsoft.com/office/drawing/2014/main" id="{9DB28DAA-3ADF-0B6A-D446-3C43CEB2ED05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7CCAC67-4B39-1932-CB4F-F7BCD980EA2C}"/>
                </a:ext>
              </a:extLst>
            </p:cNvPr>
            <p:cNvSpPr txBox="1"/>
            <p:nvPr/>
          </p:nvSpPr>
          <p:spPr>
            <a:xfrm>
              <a:off x="7472679" y="1811020"/>
              <a:ext cx="3789681" cy="828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Git will always have your</a:t>
              </a:r>
            </a:p>
            <a:p>
              <a:pPr algn="ctr"/>
              <a:r>
                <a:rPr lang="en-US" sz="1400" dirty="0"/>
                <a:t>back, no matter what</a:t>
              </a:r>
              <a:endParaRPr lang="en-GB" sz="1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9780D8-E0F7-DE80-9596-7D09835D9C5D}"/>
              </a:ext>
            </a:extLst>
          </p:cNvPr>
          <p:cNvGrpSpPr/>
          <p:nvPr/>
        </p:nvGrpSpPr>
        <p:grpSpPr>
          <a:xfrm>
            <a:off x="754490" y="3989389"/>
            <a:ext cx="3027678" cy="1423930"/>
            <a:chOff x="7345680" y="1325880"/>
            <a:chExt cx="3916680" cy="1823720"/>
          </a:xfrm>
        </p:grpSpPr>
        <p:sp>
          <p:nvSpPr>
            <p:cNvPr id="20" name="Cloud 19">
              <a:extLst>
                <a:ext uri="{FF2B5EF4-FFF2-40B4-BE49-F238E27FC236}">
                  <a16:creationId xmlns:a16="http://schemas.microsoft.com/office/drawing/2014/main" id="{5EBCD6D9-8B79-7172-6C0F-9C784E77D043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87EFE67-0BF0-E3BE-9AE2-DA2EA426673C}"/>
                </a:ext>
              </a:extLst>
            </p:cNvPr>
            <p:cNvSpPr txBox="1"/>
            <p:nvPr/>
          </p:nvSpPr>
          <p:spPr>
            <a:xfrm>
              <a:off x="7472680" y="1811019"/>
              <a:ext cx="3789680" cy="1261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When time is </a:t>
              </a:r>
              <a:r>
                <a:rPr lang="en-US" sz="1400" dirty="0" err="1"/>
                <a:t>scarse</a:t>
              </a:r>
              <a:r>
                <a:rPr lang="en-US" sz="1400" dirty="0"/>
                <a:t>, it is</a:t>
              </a:r>
            </a:p>
            <a:p>
              <a:pPr algn="ctr"/>
              <a:r>
                <a:rPr lang="en-US" sz="1400" dirty="0"/>
                <a:t>necessary to cut on </a:t>
              </a:r>
            </a:p>
            <a:p>
              <a:pPr algn="ctr"/>
              <a:r>
                <a:rPr lang="en-US" sz="1400" dirty="0"/>
                <a:t>useless details</a:t>
              </a:r>
              <a:endParaRPr lang="en-GB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0E1019-14BE-0ECE-3A02-DA349C2BAB9B}"/>
              </a:ext>
            </a:extLst>
          </p:cNvPr>
          <p:cNvGrpSpPr/>
          <p:nvPr/>
        </p:nvGrpSpPr>
        <p:grpSpPr>
          <a:xfrm>
            <a:off x="878841" y="1287508"/>
            <a:ext cx="3246119" cy="1423930"/>
            <a:chOff x="7345680" y="1325880"/>
            <a:chExt cx="3916680" cy="1823720"/>
          </a:xfrm>
        </p:grpSpPr>
        <p:sp>
          <p:nvSpPr>
            <p:cNvPr id="23" name="Cloud 22">
              <a:extLst>
                <a:ext uri="{FF2B5EF4-FFF2-40B4-BE49-F238E27FC236}">
                  <a16:creationId xmlns:a16="http://schemas.microsoft.com/office/drawing/2014/main" id="{C87B8F4D-EB00-3363-4BC0-1A84E0B56E86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GB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9C69CA7-3CA5-8BC0-FDDC-04EA0D3085DB}"/>
                </a:ext>
              </a:extLst>
            </p:cNvPr>
            <p:cNvSpPr txBox="1"/>
            <p:nvPr/>
          </p:nvSpPr>
          <p:spPr>
            <a:xfrm>
              <a:off x="7472680" y="1811018"/>
              <a:ext cx="3789680" cy="748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dirty="0" err="1"/>
                <a:t>Every</a:t>
              </a:r>
              <a:r>
                <a:rPr lang="it-IT" sz="1600" dirty="0"/>
                <a:t> team </a:t>
              </a:r>
              <a:r>
                <a:rPr lang="it-IT" sz="1600" dirty="0" err="1"/>
                <a:t>member</a:t>
              </a:r>
              <a:r>
                <a:rPr lang="it-IT" sz="1600" dirty="0"/>
                <a:t> </a:t>
              </a:r>
              <a:r>
                <a:rPr lang="it-IT" sz="1600" dirty="0" err="1"/>
                <a:t>brings</a:t>
              </a:r>
              <a:r>
                <a:rPr lang="it-IT" sz="1600" dirty="0"/>
                <a:t> </a:t>
              </a:r>
              <a:r>
                <a:rPr lang="it-IT" sz="1600" dirty="0" err="1"/>
                <a:t>different</a:t>
              </a:r>
              <a:r>
                <a:rPr lang="it-IT" sz="1600" dirty="0"/>
                <a:t> </a:t>
              </a:r>
              <a:r>
                <a:rPr lang="en-US" sz="1600" dirty="0"/>
                <a:t>innate skills to the team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944124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7AEAF-53D3-CF08-1C85-3D8EF05DB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6DDE-59B7-0F6B-56FB-8EF50FD2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Some team </a:t>
            </a:r>
            <a:r>
              <a:rPr lang="it-IT" dirty="0" err="1"/>
              <a:t>lessons</a:t>
            </a:r>
            <a:r>
              <a:rPr lang="it-IT" dirty="0"/>
              <a:t> </a:t>
            </a:r>
            <a:r>
              <a:rPr lang="it-IT" dirty="0" err="1"/>
              <a:t>learnt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BEE35D-D02D-9C25-9EF9-420755B91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29</a:t>
            </a:fld>
            <a:endParaRPr lang="sv-SE" altLang="sv-SE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4E690FF-CBED-D500-0071-2EEAAACF87AA}"/>
              </a:ext>
            </a:extLst>
          </p:cNvPr>
          <p:cNvGrpSpPr/>
          <p:nvPr/>
        </p:nvGrpSpPr>
        <p:grpSpPr>
          <a:xfrm>
            <a:off x="9012146" y="2280928"/>
            <a:ext cx="2901500" cy="1244230"/>
            <a:chOff x="7345680" y="1325880"/>
            <a:chExt cx="3916680" cy="1823720"/>
          </a:xfrm>
        </p:grpSpPr>
        <p:sp>
          <p:nvSpPr>
            <p:cNvPr id="14" name="Cloud 13">
              <a:extLst>
                <a:ext uri="{FF2B5EF4-FFF2-40B4-BE49-F238E27FC236}">
                  <a16:creationId xmlns:a16="http://schemas.microsoft.com/office/drawing/2014/main" id="{48256A37-7541-5917-7AB6-6346CA7EC0BA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EA7BD78-3E02-0A71-8309-8B9CDDD7015E}"/>
                </a:ext>
              </a:extLst>
            </p:cNvPr>
            <p:cNvSpPr txBox="1"/>
            <p:nvPr/>
          </p:nvSpPr>
          <p:spPr>
            <a:xfrm>
              <a:off x="7472680" y="1811019"/>
              <a:ext cx="3789680" cy="766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Continuous communication is</a:t>
              </a:r>
            </a:p>
            <a:p>
              <a:pPr algn="ctr"/>
              <a:r>
                <a:rPr lang="en-US" sz="1400" dirty="0"/>
                <a:t>essential in large teams</a:t>
              </a:r>
              <a:endParaRPr lang="en-GB" sz="14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03FB126-DC30-DEC4-F64F-420803F75E33}"/>
              </a:ext>
            </a:extLst>
          </p:cNvPr>
          <p:cNvGrpSpPr/>
          <p:nvPr/>
        </p:nvGrpSpPr>
        <p:grpSpPr>
          <a:xfrm>
            <a:off x="7928729" y="4391307"/>
            <a:ext cx="2524759" cy="1151504"/>
            <a:chOff x="7345680" y="1325880"/>
            <a:chExt cx="3916680" cy="1823720"/>
          </a:xfrm>
        </p:grpSpPr>
        <p:sp>
          <p:nvSpPr>
            <p:cNvPr id="17" name="Cloud 16">
              <a:extLst>
                <a:ext uri="{FF2B5EF4-FFF2-40B4-BE49-F238E27FC236}">
                  <a16:creationId xmlns:a16="http://schemas.microsoft.com/office/drawing/2014/main" id="{714FCEE7-0DF8-70AA-1645-7D13246DF161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3022FA-08B5-A86A-7752-126E908D4B6B}"/>
                </a:ext>
              </a:extLst>
            </p:cNvPr>
            <p:cNvSpPr txBox="1"/>
            <p:nvPr/>
          </p:nvSpPr>
          <p:spPr>
            <a:xfrm>
              <a:off x="7472679" y="1811020"/>
              <a:ext cx="3789681" cy="828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Git will always have your</a:t>
              </a:r>
            </a:p>
            <a:p>
              <a:pPr algn="ctr"/>
              <a:r>
                <a:rPr lang="en-US" sz="1400" dirty="0"/>
                <a:t>back, no matter what</a:t>
              </a:r>
              <a:endParaRPr lang="en-GB" sz="1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4B979F-99F2-F250-22B9-46F56153440F}"/>
              </a:ext>
            </a:extLst>
          </p:cNvPr>
          <p:cNvGrpSpPr/>
          <p:nvPr/>
        </p:nvGrpSpPr>
        <p:grpSpPr>
          <a:xfrm>
            <a:off x="878841" y="3076575"/>
            <a:ext cx="6133990" cy="2598999"/>
            <a:chOff x="7345680" y="1325880"/>
            <a:chExt cx="3916680" cy="1823720"/>
          </a:xfrm>
        </p:grpSpPr>
        <p:sp>
          <p:nvSpPr>
            <p:cNvPr id="20" name="Cloud 19">
              <a:extLst>
                <a:ext uri="{FF2B5EF4-FFF2-40B4-BE49-F238E27FC236}">
                  <a16:creationId xmlns:a16="http://schemas.microsoft.com/office/drawing/2014/main" id="{57A4F045-C527-D1A0-70D0-20D143CE96D5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93C39B5-1B84-AD20-A416-A69C25429CE5}"/>
                </a:ext>
              </a:extLst>
            </p:cNvPr>
            <p:cNvSpPr txBox="1"/>
            <p:nvPr/>
          </p:nvSpPr>
          <p:spPr>
            <a:xfrm>
              <a:off x="7472680" y="1811019"/>
              <a:ext cx="3789680" cy="842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When time is </a:t>
              </a:r>
              <a:r>
                <a:rPr lang="en-US" sz="2400" b="1" dirty="0" err="1"/>
                <a:t>scarse</a:t>
              </a:r>
              <a:r>
                <a:rPr lang="en-US" sz="2400" b="1" dirty="0"/>
                <a:t>, it is</a:t>
              </a:r>
            </a:p>
            <a:p>
              <a:pPr algn="ctr"/>
              <a:r>
                <a:rPr lang="en-US" sz="2400" b="1" dirty="0"/>
                <a:t>necessary to cut on </a:t>
              </a:r>
            </a:p>
            <a:p>
              <a:pPr algn="ctr"/>
              <a:r>
                <a:rPr lang="en-US" sz="2400" b="1" dirty="0"/>
                <a:t>useless details</a:t>
              </a:r>
              <a:endParaRPr lang="en-GB" sz="2400" b="1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CE2E79-BD98-1CAF-DF9F-2BB5C8B6CFA1}"/>
              </a:ext>
            </a:extLst>
          </p:cNvPr>
          <p:cNvGrpSpPr/>
          <p:nvPr/>
        </p:nvGrpSpPr>
        <p:grpSpPr>
          <a:xfrm>
            <a:off x="878841" y="1287508"/>
            <a:ext cx="3246119" cy="1423930"/>
            <a:chOff x="7345680" y="1325880"/>
            <a:chExt cx="3916680" cy="1823720"/>
          </a:xfrm>
        </p:grpSpPr>
        <p:sp>
          <p:nvSpPr>
            <p:cNvPr id="23" name="Cloud 22">
              <a:extLst>
                <a:ext uri="{FF2B5EF4-FFF2-40B4-BE49-F238E27FC236}">
                  <a16:creationId xmlns:a16="http://schemas.microsoft.com/office/drawing/2014/main" id="{ACE1494D-F95C-B769-6B0C-0F419B479CC0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GB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04434B7-A079-3BE2-F9F4-8E6B495629B7}"/>
                </a:ext>
              </a:extLst>
            </p:cNvPr>
            <p:cNvSpPr txBox="1"/>
            <p:nvPr/>
          </p:nvSpPr>
          <p:spPr>
            <a:xfrm>
              <a:off x="7472680" y="1811018"/>
              <a:ext cx="3789680" cy="748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dirty="0" err="1"/>
                <a:t>Every</a:t>
              </a:r>
              <a:r>
                <a:rPr lang="it-IT" sz="1600" dirty="0"/>
                <a:t> team </a:t>
              </a:r>
              <a:r>
                <a:rPr lang="it-IT" sz="1600" dirty="0" err="1"/>
                <a:t>member</a:t>
              </a:r>
              <a:r>
                <a:rPr lang="it-IT" sz="1600" dirty="0"/>
                <a:t> </a:t>
              </a:r>
              <a:r>
                <a:rPr lang="it-IT" sz="1600" dirty="0" err="1"/>
                <a:t>brings</a:t>
              </a:r>
              <a:r>
                <a:rPr lang="it-IT" sz="1600" dirty="0"/>
                <a:t> </a:t>
              </a:r>
              <a:r>
                <a:rPr lang="it-IT" sz="1600" dirty="0" err="1"/>
                <a:t>different</a:t>
              </a:r>
              <a:r>
                <a:rPr lang="it-IT" sz="1600" dirty="0"/>
                <a:t> </a:t>
              </a:r>
              <a:r>
                <a:rPr lang="en-US" sz="1600" dirty="0"/>
                <a:t>innate skills to the team</a:t>
              </a:r>
              <a:endParaRPr lang="en-GB" sz="16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724700B-4EAD-33ED-78C0-4EE345078191}"/>
              </a:ext>
            </a:extLst>
          </p:cNvPr>
          <p:cNvGrpSpPr/>
          <p:nvPr/>
        </p:nvGrpSpPr>
        <p:grpSpPr>
          <a:xfrm>
            <a:off x="7680325" y="343563"/>
            <a:ext cx="2782571" cy="1254760"/>
            <a:chOff x="7345680" y="1325880"/>
            <a:chExt cx="3891280" cy="1823720"/>
          </a:xfrm>
        </p:grpSpPr>
        <p:sp>
          <p:nvSpPr>
            <p:cNvPr id="6" name="Cloud 5">
              <a:extLst>
                <a:ext uri="{FF2B5EF4-FFF2-40B4-BE49-F238E27FC236}">
                  <a16:creationId xmlns:a16="http://schemas.microsoft.com/office/drawing/2014/main" id="{79E94EA8-351A-3A04-05C8-630CB9470C80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1D3F53F-11A5-DB8F-0D85-002B03C3F86F}"/>
                </a:ext>
              </a:extLst>
            </p:cNvPr>
            <p:cNvSpPr txBox="1"/>
            <p:nvPr/>
          </p:nvSpPr>
          <p:spPr>
            <a:xfrm>
              <a:off x="7396480" y="1843453"/>
              <a:ext cx="3789681" cy="899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Building trust </a:t>
              </a:r>
              <a:r>
                <a:rPr lang="it-IT" sz="1400" dirty="0" err="1"/>
                <a:t>is</a:t>
              </a:r>
              <a:r>
                <a:rPr lang="it-IT" sz="1400" dirty="0"/>
                <a:t> </a:t>
              </a:r>
              <a:r>
                <a:rPr lang="it-IT" sz="1400" dirty="0" err="1"/>
                <a:t>fundamental</a:t>
              </a:r>
              <a:endParaRPr lang="it-IT" sz="1400" dirty="0"/>
            </a:p>
            <a:p>
              <a:pPr algn="ctr"/>
              <a:r>
                <a:rPr lang="it-IT" sz="1400" dirty="0"/>
                <a:t>to </a:t>
              </a:r>
              <a:r>
                <a:rPr lang="it-IT" sz="1400" dirty="0" err="1"/>
                <a:t>achieve</a:t>
              </a:r>
              <a:r>
                <a:rPr lang="it-IT" sz="1400" dirty="0"/>
                <a:t> big goals </a:t>
              </a:r>
              <a:r>
                <a:rPr lang="it-IT" sz="1400" dirty="0" err="1"/>
                <a:t>together</a:t>
              </a:r>
              <a:endParaRPr lang="en-GB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896486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5A26-BCE5-6706-8B98-EF449F9AB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2907-B94D-FAD9-3061-A53703A57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Some team </a:t>
            </a:r>
            <a:r>
              <a:rPr lang="it-IT" dirty="0" err="1"/>
              <a:t>lessons</a:t>
            </a:r>
            <a:r>
              <a:rPr lang="it-IT" dirty="0"/>
              <a:t> </a:t>
            </a:r>
            <a:r>
              <a:rPr lang="it-IT" dirty="0" err="1"/>
              <a:t>learnt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EA3F23-82B0-05E5-E8D8-100E8974F2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30</a:t>
            </a:fld>
            <a:endParaRPr lang="sv-SE" altLang="sv-SE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12F121-1CB3-E8B4-AA0C-C811FB6A79BB}"/>
              </a:ext>
            </a:extLst>
          </p:cNvPr>
          <p:cNvGrpSpPr/>
          <p:nvPr/>
        </p:nvGrpSpPr>
        <p:grpSpPr>
          <a:xfrm>
            <a:off x="5344159" y="2024161"/>
            <a:ext cx="6526882" cy="3219773"/>
            <a:chOff x="7345680" y="1325880"/>
            <a:chExt cx="3891280" cy="1823720"/>
          </a:xfrm>
        </p:grpSpPr>
        <p:sp>
          <p:nvSpPr>
            <p:cNvPr id="14" name="Cloud 13">
              <a:extLst>
                <a:ext uri="{FF2B5EF4-FFF2-40B4-BE49-F238E27FC236}">
                  <a16:creationId xmlns:a16="http://schemas.microsoft.com/office/drawing/2014/main" id="{1D38A29A-FBF3-EB3D-F77A-0D935FAF9218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A114E3-9F75-3DD7-8F18-E3CBB45BE936}"/>
                </a:ext>
              </a:extLst>
            </p:cNvPr>
            <p:cNvSpPr txBox="1"/>
            <p:nvPr/>
          </p:nvSpPr>
          <p:spPr>
            <a:xfrm>
              <a:off x="7447280" y="1950518"/>
              <a:ext cx="3789680" cy="470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Continuous communication is</a:t>
              </a:r>
            </a:p>
            <a:p>
              <a:pPr algn="ctr"/>
              <a:r>
                <a:rPr lang="en-US" sz="2400" b="1" dirty="0"/>
                <a:t>essential in large teams</a:t>
              </a:r>
              <a:endParaRPr lang="en-GB" sz="2400" b="1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11B863-F59C-7D84-E854-F23427C98884}"/>
              </a:ext>
            </a:extLst>
          </p:cNvPr>
          <p:cNvGrpSpPr/>
          <p:nvPr/>
        </p:nvGrpSpPr>
        <p:grpSpPr>
          <a:xfrm>
            <a:off x="3925689" y="4833839"/>
            <a:ext cx="2524759" cy="1151504"/>
            <a:chOff x="7345680" y="1325880"/>
            <a:chExt cx="3916680" cy="1823720"/>
          </a:xfrm>
        </p:grpSpPr>
        <p:sp>
          <p:nvSpPr>
            <p:cNvPr id="17" name="Cloud 16">
              <a:extLst>
                <a:ext uri="{FF2B5EF4-FFF2-40B4-BE49-F238E27FC236}">
                  <a16:creationId xmlns:a16="http://schemas.microsoft.com/office/drawing/2014/main" id="{9D472102-5AC1-9E18-36BC-345F28D5CDCC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D437A82-BE9C-074E-B4EB-D63B9FDE4084}"/>
                </a:ext>
              </a:extLst>
            </p:cNvPr>
            <p:cNvSpPr txBox="1"/>
            <p:nvPr/>
          </p:nvSpPr>
          <p:spPr>
            <a:xfrm>
              <a:off x="7472679" y="1811020"/>
              <a:ext cx="3789681" cy="828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Git will always have your</a:t>
              </a:r>
            </a:p>
            <a:p>
              <a:pPr algn="ctr"/>
              <a:r>
                <a:rPr lang="en-US" sz="1400" dirty="0"/>
                <a:t>back, no matter what</a:t>
              </a:r>
              <a:endParaRPr lang="en-GB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2A80A13-2B79-578F-1026-BB9EB13C3D52}"/>
              </a:ext>
            </a:extLst>
          </p:cNvPr>
          <p:cNvGrpSpPr/>
          <p:nvPr/>
        </p:nvGrpSpPr>
        <p:grpSpPr>
          <a:xfrm>
            <a:off x="878841" y="1287508"/>
            <a:ext cx="3246119" cy="1423930"/>
            <a:chOff x="7345680" y="1325880"/>
            <a:chExt cx="3916680" cy="1823720"/>
          </a:xfrm>
        </p:grpSpPr>
        <p:sp>
          <p:nvSpPr>
            <p:cNvPr id="23" name="Cloud 22">
              <a:extLst>
                <a:ext uri="{FF2B5EF4-FFF2-40B4-BE49-F238E27FC236}">
                  <a16:creationId xmlns:a16="http://schemas.microsoft.com/office/drawing/2014/main" id="{283367BF-7276-3182-BF42-37A41A89A544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GB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1A92FA-57EA-A038-D1CE-97974D7EDBD7}"/>
                </a:ext>
              </a:extLst>
            </p:cNvPr>
            <p:cNvSpPr txBox="1"/>
            <p:nvPr/>
          </p:nvSpPr>
          <p:spPr>
            <a:xfrm>
              <a:off x="7472680" y="1811018"/>
              <a:ext cx="3789680" cy="748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dirty="0" err="1"/>
                <a:t>Every</a:t>
              </a:r>
              <a:r>
                <a:rPr lang="it-IT" sz="1600" dirty="0"/>
                <a:t> team </a:t>
              </a:r>
              <a:r>
                <a:rPr lang="it-IT" sz="1600" dirty="0" err="1"/>
                <a:t>member</a:t>
              </a:r>
              <a:r>
                <a:rPr lang="it-IT" sz="1600" dirty="0"/>
                <a:t> </a:t>
              </a:r>
              <a:r>
                <a:rPr lang="it-IT" sz="1600" dirty="0" err="1"/>
                <a:t>brings</a:t>
              </a:r>
              <a:r>
                <a:rPr lang="it-IT" sz="1600" dirty="0"/>
                <a:t> </a:t>
              </a:r>
              <a:r>
                <a:rPr lang="it-IT" sz="1600" dirty="0" err="1"/>
                <a:t>different</a:t>
              </a:r>
              <a:r>
                <a:rPr lang="it-IT" sz="1600" dirty="0"/>
                <a:t> </a:t>
              </a:r>
              <a:r>
                <a:rPr lang="en-US" sz="1600" dirty="0"/>
                <a:t>innate skills to the team</a:t>
              </a:r>
              <a:endParaRPr lang="en-GB" sz="16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9F8C8EB-2EE6-6A90-FA45-F0D30A94225E}"/>
              </a:ext>
            </a:extLst>
          </p:cNvPr>
          <p:cNvGrpSpPr/>
          <p:nvPr/>
        </p:nvGrpSpPr>
        <p:grpSpPr>
          <a:xfrm>
            <a:off x="7680325" y="343563"/>
            <a:ext cx="2782571" cy="1254760"/>
            <a:chOff x="7345680" y="1325880"/>
            <a:chExt cx="3891280" cy="1823720"/>
          </a:xfrm>
        </p:grpSpPr>
        <p:sp>
          <p:nvSpPr>
            <p:cNvPr id="6" name="Cloud 5">
              <a:extLst>
                <a:ext uri="{FF2B5EF4-FFF2-40B4-BE49-F238E27FC236}">
                  <a16:creationId xmlns:a16="http://schemas.microsoft.com/office/drawing/2014/main" id="{2F261408-B492-D96A-16B6-2A2BAADCDC5B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00341B-29F5-EA8F-9389-DE536B489930}"/>
                </a:ext>
              </a:extLst>
            </p:cNvPr>
            <p:cNvSpPr txBox="1"/>
            <p:nvPr/>
          </p:nvSpPr>
          <p:spPr>
            <a:xfrm>
              <a:off x="7396480" y="1843453"/>
              <a:ext cx="3789681" cy="899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Building trust </a:t>
              </a:r>
              <a:r>
                <a:rPr lang="it-IT" sz="1400" dirty="0" err="1"/>
                <a:t>is</a:t>
              </a:r>
              <a:r>
                <a:rPr lang="it-IT" sz="1400" dirty="0"/>
                <a:t> </a:t>
              </a:r>
              <a:r>
                <a:rPr lang="it-IT" sz="1400" dirty="0" err="1"/>
                <a:t>fundamental</a:t>
              </a:r>
              <a:endParaRPr lang="it-IT" sz="1400" dirty="0"/>
            </a:p>
            <a:p>
              <a:pPr algn="ctr"/>
              <a:r>
                <a:rPr lang="it-IT" sz="1400" dirty="0"/>
                <a:t>to </a:t>
              </a:r>
              <a:r>
                <a:rPr lang="it-IT" sz="1400" dirty="0" err="1"/>
                <a:t>achieve</a:t>
              </a:r>
              <a:r>
                <a:rPr lang="it-IT" sz="1400" dirty="0"/>
                <a:t> big goals </a:t>
              </a:r>
              <a:r>
                <a:rPr lang="it-IT" sz="1400" dirty="0" err="1"/>
                <a:t>together</a:t>
              </a:r>
              <a:endParaRPr lang="en-GB" sz="14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4AD7D00-E7B5-DAD7-5E93-61349BF461E2}"/>
              </a:ext>
            </a:extLst>
          </p:cNvPr>
          <p:cNvGrpSpPr/>
          <p:nvPr/>
        </p:nvGrpSpPr>
        <p:grpSpPr>
          <a:xfrm>
            <a:off x="609600" y="3985661"/>
            <a:ext cx="3027678" cy="1423930"/>
            <a:chOff x="7345680" y="1325880"/>
            <a:chExt cx="3916680" cy="1823720"/>
          </a:xfrm>
        </p:grpSpPr>
        <p:sp>
          <p:nvSpPr>
            <p:cNvPr id="8" name="Cloud 7">
              <a:extLst>
                <a:ext uri="{FF2B5EF4-FFF2-40B4-BE49-F238E27FC236}">
                  <a16:creationId xmlns:a16="http://schemas.microsoft.com/office/drawing/2014/main" id="{A5B9547B-C222-CA57-68A6-B14EC806B770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80A047-CD9B-8163-7179-E34BE6E6845A}"/>
                </a:ext>
              </a:extLst>
            </p:cNvPr>
            <p:cNvSpPr txBox="1"/>
            <p:nvPr/>
          </p:nvSpPr>
          <p:spPr>
            <a:xfrm>
              <a:off x="7472680" y="1811019"/>
              <a:ext cx="3789680" cy="1261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When time is </a:t>
              </a:r>
              <a:r>
                <a:rPr lang="en-US" sz="1400" dirty="0" err="1"/>
                <a:t>scarse</a:t>
              </a:r>
              <a:r>
                <a:rPr lang="en-US" sz="1400" dirty="0"/>
                <a:t>, it is</a:t>
              </a:r>
            </a:p>
            <a:p>
              <a:pPr algn="ctr"/>
              <a:r>
                <a:rPr lang="en-US" sz="1400" dirty="0"/>
                <a:t>necessary to cut on </a:t>
              </a:r>
            </a:p>
            <a:p>
              <a:pPr algn="ctr"/>
              <a:r>
                <a:rPr lang="en-US" sz="1400" dirty="0"/>
                <a:t>useless details</a:t>
              </a:r>
              <a:endParaRPr lang="en-GB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30388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7CE92-ECAE-56A8-11C0-4A262F911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9DCE-4E79-FD30-9A2B-912EB0C78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Some team </a:t>
            </a:r>
            <a:r>
              <a:rPr lang="it-IT" dirty="0" err="1"/>
              <a:t>lessons</a:t>
            </a:r>
            <a:r>
              <a:rPr lang="it-IT" dirty="0"/>
              <a:t> </a:t>
            </a:r>
            <a:r>
              <a:rPr lang="it-IT" dirty="0" err="1"/>
              <a:t>learnt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1C828-8F8B-24CE-585B-13BEEA3593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31</a:t>
            </a:fld>
            <a:endParaRPr lang="sv-SE" altLang="sv-SE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C268A3A-E07F-55E3-9C88-B701F5927080}"/>
              </a:ext>
            </a:extLst>
          </p:cNvPr>
          <p:cNvGrpSpPr/>
          <p:nvPr/>
        </p:nvGrpSpPr>
        <p:grpSpPr>
          <a:xfrm>
            <a:off x="3564426" y="3120838"/>
            <a:ext cx="7360330" cy="3056924"/>
            <a:chOff x="7345680" y="1325880"/>
            <a:chExt cx="3891280" cy="1823720"/>
          </a:xfrm>
        </p:grpSpPr>
        <p:sp>
          <p:nvSpPr>
            <p:cNvPr id="17" name="Cloud 16">
              <a:extLst>
                <a:ext uri="{FF2B5EF4-FFF2-40B4-BE49-F238E27FC236}">
                  <a16:creationId xmlns:a16="http://schemas.microsoft.com/office/drawing/2014/main" id="{1CA1CDC3-F96E-E511-B6D4-18F1D7993E96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5A76F9-05FE-C5A5-8876-6F5BDC80EC93}"/>
                </a:ext>
              </a:extLst>
            </p:cNvPr>
            <p:cNvSpPr txBox="1"/>
            <p:nvPr/>
          </p:nvSpPr>
          <p:spPr>
            <a:xfrm>
              <a:off x="7447279" y="1891051"/>
              <a:ext cx="3789681" cy="569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Git will always have your</a:t>
              </a:r>
            </a:p>
            <a:p>
              <a:pPr algn="ctr"/>
              <a:r>
                <a:rPr lang="en-US" sz="2800" b="1" dirty="0"/>
                <a:t>back, no matter what</a:t>
              </a:r>
              <a:endParaRPr lang="en-GB" sz="2800" b="1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BC7535-E86E-082D-CE94-530FA67E89BC}"/>
              </a:ext>
            </a:extLst>
          </p:cNvPr>
          <p:cNvGrpSpPr/>
          <p:nvPr/>
        </p:nvGrpSpPr>
        <p:grpSpPr>
          <a:xfrm>
            <a:off x="878841" y="1287508"/>
            <a:ext cx="3246119" cy="1423930"/>
            <a:chOff x="7345680" y="1325880"/>
            <a:chExt cx="3916680" cy="1823720"/>
          </a:xfrm>
        </p:grpSpPr>
        <p:sp>
          <p:nvSpPr>
            <p:cNvPr id="23" name="Cloud 22">
              <a:extLst>
                <a:ext uri="{FF2B5EF4-FFF2-40B4-BE49-F238E27FC236}">
                  <a16:creationId xmlns:a16="http://schemas.microsoft.com/office/drawing/2014/main" id="{E88117A5-E6E8-B79D-51B3-F6D170A466AF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GB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C4CA3E2-3545-F8AE-8023-DDDF5D9D80BA}"/>
                </a:ext>
              </a:extLst>
            </p:cNvPr>
            <p:cNvSpPr txBox="1"/>
            <p:nvPr/>
          </p:nvSpPr>
          <p:spPr>
            <a:xfrm>
              <a:off x="7472680" y="1811018"/>
              <a:ext cx="3789680" cy="748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dirty="0" err="1"/>
                <a:t>Every</a:t>
              </a:r>
              <a:r>
                <a:rPr lang="it-IT" sz="1600" dirty="0"/>
                <a:t> team </a:t>
              </a:r>
              <a:r>
                <a:rPr lang="it-IT" sz="1600" dirty="0" err="1"/>
                <a:t>member</a:t>
              </a:r>
              <a:r>
                <a:rPr lang="it-IT" sz="1600" dirty="0"/>
                <a:t> </a:t>
              </a:r>
              <a:r>
                <a:rPr lang="it-IT" sz="1600" dirty="0" err="1"/>
                <a:t>brings</a:t>
              </a:r>
              <a:r>
                <a:rPr lang="it-IT" sz="1600" dirty="0"/>
                <a:t> </a:t>
              </a:r>
              <a:r>
                <a:rPr lang="it-IT" sz="1600" dirty="0" err="1"/>
                <a:t>different</a:t>
              </a:r>
              <a:r>
                <a:rPr lang="it-IT" sz="1600" dirty="0"/>
                <a:t> </a:t>
              </a:r>
              <a:r>
                <a:rPr lang="en-US" sz="1600" dirty="0"/>
                <a:t>innate skills to the team</a:t>
              </a:r>
              <a:endParaRPr lang="en-GB" sz="16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F8189E3-3D0A-4F82-1956-41738226C4B9}"/>
              </a:ext>
            </a:extLst>
          </p:cNvPr>
          <p:cNvGrpSpPr/>
          <p:nvPr/>
        </p:nvGrpSpPr>
        <p:grpSpPr>
          <a:xfrm>
            <a:off x="7680325" y="343563"/>
            <a:ext cx="2782571" cy="1254760"/>
            <a:chOff x="7345680" y="1325880"/>
            <a:chExt cx="3891280" cy="1823720"/>
          </a:xfrm>
        </p:grpSpPr>
        <p:sp>
          <p:nvSpPr>
            <p:cNvPr id="6" name="Cloud 5">
              <a:extLst>
                <a:ext uri="{FF2B5EF4-FFF2-40B4-BE49-F238E27FC236}">
                  <a16:creationId xmlns:a16="http://schemas.microsoft.com/office/drawing/2014/main" id="{8A305173-E7B5-7B7D-2FAE-6B20B743360D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D94F52-8F43-041B-717A-BF576CC11CBA}"/>
                </a:ext>
              </a:extLst>
            </p:cNvPr>
            <p:cNvSpPr txBox="1"/>
            <p:nvPr/>
          </p:nvSpPr>
          <p:spPr>
            <a:xfrm>
              <a:off x="7396480" y="1843453"/>
              <a:ext cx="3789681" cy="899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Building trust </a:t>
              </a:r>
              <a:r>
                <a:rPr lang="it-IT" sz="1400" dirty="0" err="1"/>
                <a:t>is</a:t>
              </a:r>
              <a:r>
                <a:rPr lang="it-IT" sz="1400" dirty="0"/>
                <a:t> </a:t>
              </a:r>
              <a:r>
                <a:rPr lang="it-IT" sz="1400" dirty="0" err="1"/>
                <a:t>fundamental</a:t>
              </a:r>
              <a:endParaRPr lang="it-IT" sz="1400" dirty="0"/>
            </a:p>
            <a:p>
              <a:pPr algn="ctr"/>
              <a:r>
                <a:rPr lang="it-IT" sz="1400" dirty="0"/>
                <a:t>to </a:t>
              </a:r>
              <a:r>
                <a:rPr lang="it-IT" sz="1400" dirty="0" err="1"/>
                <a:t>achieve</a:t>
              </a:r>
              <a:r>
                <a:rPr lang="it-IT" sz="1400" dirty="0"/>
                <a:t> big goals </a:t>
              </a:r>
              <a:r>
                <a:rPr lang="it-IT" sz="1400" dirty="0" err="1"/>
                <a:t>together</a:t>
              </a:r>
              <a:endParaRPr lang="en-GB" sz="14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1AF07B4-D71B-84B6-6D3D-AEB5BF2BF951}"/>
              </a:ext>
            </a:extLst>
          </p:cNvPr>
          <p:cNvGrpSpPr/>
          <p:nvPr/>
        </p:nvGrpSpPr>
        <p:grpSpPr>
          <a:xfrm>
            <a:off x="211553" y="3090226"/>
            <a:ext cx="3027678" cy="1423930"/>
            <a:chOff x="7345680" y="1325880"/>
            <a:chExt cx="3916680" cy="1823720"/>
          </a:xfrm>
        </p:grpSpPr>
        <p:sp>
          <p:nvSpPr>
            <p:cNvPr id="8" name="Cloud 7">
              <a:extLst>
                <a:ext uri="{FF2B5EF4-FFF2-40B4-BE49-F238E27FC236}">
                  <a16:creationId xmlns:a16="http://schemas.microsoft.com/office/drawing/2014/main" id="{7E8B6E23-C17D-3F60-A9E1-84112A01AEC7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8995396-5538-B3DA-D695-C619C979A0B7}"/>
                </a:ext>
              </a:extLst>
            </p:cNvPr>
            <p:cNvSpPr txBox="1"/>
            <p:nvPr/>
          </p:nvSpPr>
          <p:spPr>
            <a:xfrm>
              <a:off x="7472680" y="1811019"/>
              <a:ext cx="3789680" cy="1261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When time is </a:t>
              </a:r>
              <a:r>
                <a:rPr lang="en-US" sz="1400" dirty="0" err="1"/>
                <a:t>scarse</a:t>
              </a:r>
              <a:r>
                <a:rPr lang="en-US" sz="1400" dirty="0"/>
                <a:t>, it is</a:t>
              </a:r>
            </a:p>
            <a:p>
              <a:pPr algn="ctr"/>
              <a:r>
                <a:rPr lang="en-US" sz="1400" dirty="0"/>
                <a:t>necessary to cut on </a:t>
              </a:r>
            </a:p>
            <a:p>
              <a:pPr algn="ctr"/>
              <a:r>
                <a:rPr lang="en-US" sz="1400" dirty="0"/>
                <a:t>useless details</a:t>
              </a:r>
              <a:endParaRPr lang="en-GB" sz="14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86C82FD-79AF-1235-C83B-57FC64B26FF7}"/>
              </a:ext>
            </a:extLst>
          </p:cNvPr>
          <p:cNvGrpSpPr/>
          <p:nvPr/>
        </p:nvGrpSpPr>
        <p:grpSpPr>
          <a:xfrm>
            <a:off x="9071610" y="1778487"/>
            <a:ext cx="2901500" cy="1244230"/>
            <a:chOff x="7345680" y="1325880"/>
            <a:chExt cx="3916680" cy="1823720"/>
          </a:xfrm>
        </p:grpSpPr>
        <p:sp>
          <p:nvSpPr>
            <p:cNvPr id="11" name="Cloud 10">
              <a:extLst>
                <a:ext uri="{FF2B5EF4-FFF2-40B4-BE49-F238E27FC236}">
                  <a16:creationId xmlns:a16="http://schemas.microsoft.com/office/drawing/2014/main" id="{43C70CDC-4ABB-D262-25AA-E10D683C25CB}"/>
                </a:ext>
              </a:extLst>
            </p:cNvPr>
            <p:cNvSpPr/>
            <p:nvPr/>
          </p:nvSpPr>
          <p:spPr bwMode="auto">
            <a:xfrm>
              <a:off x="7345680" y="1325880"/>
              <a:ext cx="3891280" cy="1823720"/>
            </a:xfrm>
            <a:prstGeom prst="cloud">
              <a:avLst/>
            </a:prstGeom>
            <a:solidFill>
              <a:srgbClr val="CCECFF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CD5C097-ABDB-F921-A58F-E1A4CF280632}"/>
                </a:ext>
              </a:extLst>
            </p:cNvPr>
            <p:cNvSpPr txBox="1"/>
            <p:nvPr/>
          </p:nvSpPr>
          <p:spPr>
            <a:xfrm>
              <a:off x="7472680" y="1811019"/>
              <a:ext cx="3789680" cy="766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Continuous communication is</a:t>
              </a:r>
            </a:p>
            <a:p>
              <a:pPr algn="ctr"/>
              <a:r>
                <a:rPr lang="en-US" sz="1400" dirty="0"/>
                <a:t>essential in large teams</a:t>
              </a:r>
              <a:endParaRPr lang="en-GB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57460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0F80D-D149-2B7C-AB25-34F154DF0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6991-D20B-D439-54B9-C73FE0DA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86099"/>
            <a:ext cx="10972800" cy="685802"/>
          </a:xfrm>
        </p:spPr>
        <p:txBody>
          <a:bodyPr/>
          <a:lstStyle/>
          <a:p>
            <a:pPr algn="ctr"/>
            <a:r>
              <a:rPr lang="it-IT" dirty="0"/>
              <a:t>Product Demo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3567F2-B3AD-B036-68B2-A3145B44B1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32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3074172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7B8BB-BA1E-50FC-7765-02831E1D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78D1-DC27-CD62-C134-19777B6F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97776"/>
            <a:ext cx="10972800" cy="685802"/>
          </a:xfrm>
        </p:spPr>
        <p:txBody>
          <a:bodyPr/>
          <a:lstStyle/>
          <a:p>
            <a:r>
              <a:rPr lang="it-IT" dirty="0"/>
              <a:t>Deployment – 1</a:t>
            </a:r>
            <a:br>
              <a:rPr lang="it-IT" dirty="0"/>
            </a:br>
            <a:r>
              <a:rPr lang="it-IT" sz="2000" i="1" dirty="0"/>
              <a:t>Simple Setup</a:t>
            </a:r>
            <a:endParaRPr lang="en-GB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D634DD-521C-3B85-014E-0DD94267D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33</a:t>
            </a:fld>
            <a:endParaRPr lang="sv-SE" altLang="sv-SE"/>
          </a:p>
        </p:txBody>
      </p:sp>
      <p:pic>
        <p:nvPicPr>
          <p:cNvPr id="9" name="Graphic 8" descr="Computer with solid fill">
            <a:extLst>
              <a:ext uri="{FF2B5EF4-FFF2-40B4-BE49-F238E27FC236}">
                <a16:creationId xmlns:a16="http://schemas.microsoft.com/office/drawing/2014/main" id="{A6ED2677-6E03-11E8-3CBA-088AE3CA0C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6886" y="3313303"/>
            <a:ext cx="1467630" cy="1467630"/>
          </a:xfrm>
          <a:prstGeom prst="rect">
            <a:avLst/>
          </a:prstGeom>
        </p:spPr>
      </p:pic>
      <p:pic>
        <p:nvPicPr>
          <p:cNvPr id="14" name="Picture 13" descr="A computer tower with many windows&#10;&#10;Description automatically generated">
            <a:extLst>
              <a:ext uri="{FF2B5EF4-FFF2-40B4-BE49-F238E27FC236}">
                <a16:creationId xmlns:a16="http://schemas.microsoft.com/office/drawing/2014/main" id="{520E1F5A-2AB5-CBDE-206F-B336DBDD63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3177" l="10000" r="90000">
                        <a14:foregroundMark x1="42656" y1="90938" x2="53672" y2="93177"/>
                        <a14:foregroundMark x1="53672" y1="93177" x2="58359" y2="911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 l="14301" t="9209" r="8064" b="5629"/>
          <a:stretch/>
        </p:blipFill>
        <p:spPr>
          <a:xfrm>
            <a:off x="2161590" y="3429000"/>
            <a:ext cx="722266" cy="1188436"/>
          </a:xfrm>
          <a:prstGeom prst="rect">
            <a:avLst/>
          </a:prstGeom>
        </p:spPr>
      </p:pic>
      <p:pic>
        <p:nvPicPr>
          <p:cNvPr id="15" name="Picture 2" descr="What is OPC UA? | Dewesoft">
            <a:extLst>
              <a:ext uri="{FF2B5EF4-FFF2-40B4-BE49-F238E27FC236}">
                <a16:creationId xmlns:a16="http://schemas.microsoft.com/office/drawing/2014/main" id="{73A17245-7867-ED67-E030-406ED83EF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84230" y="3442610"/>
            <a:ext cx="1156907" cy="997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What is OPC UA? | Dewesoft">
            <a:extLst>
              <a:ext uri="{FF2B5EF4-FFF2-40B4-BE49-F238E27FC236}">
                <a16:creationId xmlns:a16="http://schemas.microsoft.com/office/drawing/2014/main" id="{60BB3968-DE9B-53F8-F2F1-BA5D81987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6592" y="3338533"/>
            <a:ext cx="1156907" cy="997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566D06C-5D4D-F8D4-8B87-DEB42904F247}"/>
              </a:ext>
            </a:extLst>
          </p:cNvPr>
          <p:cNvSpPr txBox="1"/>
          <p:nvPr/>
        </p:nvSpPr>
        <p:spPr>
          <a:xfrm>
            <a:off x="1127241" y="5282222"/>
            <a:ext cx="2865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Publisher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AEA1C0-CAF6-3316-F7F6-D29E6AB7D728}"/>
              </a:ext>
            </a:extLst>
          </p:cNvPr>
          <p:cNvSpPr txBox="1"/>
          <p:nvPr/>
        </p:nvSpPr>
        <p:spPr>
          <a:xfrm>
            <a:off x="8152933" y="5277740"/>
            <a:ext cx="2865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/>
              <a:t>Subscriber</a:t>
            </a:r>
            <a:endParaRPr lang="en-GB" sz="1600" b="1" dirty="0"/>
          </a:p>
        </p:txBody>
      </p:sp>
      <p:pic>
        <p:nvPicPr>
          <p:cNvPr id="25" name="Graphic 24" descr="Envelope with solid fill">
            <a:extLst>
              <a:ext uri="{FF2B5EF4-FFF2-40B4-BE49-F238E27FC236}">
                <a16:creationId xmlns:a16="http://schemas.microsoft.com/office/drawing/2014/main" id="{6A4CBE7D-4DF5-CCE7-D986-0FBC54C61A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58325" y="3946221"/>
            <a:ext cx="608343" cy="608343"/>
          </a:xfrm>
          <a:prstGeom prst="rect">
            <a:avLst/>
          </a:prstGeom>
        </p:spPr>
      </p:pic>
      <p:pic>
        <p:nvPicPr>
          <p:cNvPr id="28" name="Graphic 27" descr="Syncing cloud with solid fill">
            <a:extLst>
              <a:ext uri="{FF2B5EF4-FFF2-40B4-BE49-F238E27FC236}">
                <a16:creationId xmlns:a16="http://schemas.microsoft.com/office/drawing/2014/main" id="{54CC060B-4BA8-7E4E-532F-66311E84580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43866" y="3282685"/>
            <a:ext cx="1616593" cy="1616593"/>
          </a:xfrm>
          <a:prstGeom prst="rect">
            <a:avLst/>
          </a:prstGeom>
        </p:spPr>
      </p:pic>
      <p:pic>
        <p:nvPicPr>
          <p:cNvPr id="31" name="Graphic 30" descr="Envelope with solid fill">
            <a:extLst>
              <a:ext uri="{FF2B5EF4-FFF2-40B4-BE49-F238E27FC236}">
                <a16:creationId xmlns:a16="http://schemas.microsoft.com/office/drawing/2014/main" id="{FA342E54-8EAF-0647-6957-B18D5D5D210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78603" y="3890464"/>
            <a:ext cx="608343" cy="6083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F0D416-27D6-77FC-126F-9975546D8B86}"/>
              </a:ext>
            </a:extLst>
          </p:cNvPr>
          <p:cNvSpPr txBox="1"/>
          <p:nvPr/>
        </p:nvSpPr>
        <p:spPr>
          <a:xfrm>
            <a:off x="5370976" y="5277740"/>
            <a:ext cx="1616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Multicast</a:t>
            </a:r>
            <a:r>
              <a:rPr lang="it-IT" b="1" dirty="0"/>
              <a:t> IP</a:t>
            </a:r>
            <a:endParaRPr lang="en-GB" b="1" dirty="0"/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90F1555-7EEB-288C-DEC4-F99A2C8CB49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2685.9115"/>
                  <p14:bmkLst>
                    <p14:bmk name="Bookmark 1" time="1077.6648"/>
                  </p14:bmkLst>
                </p14:media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9308836" y="7346832"/>
            <a:ext cx="487363" cy="48736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C912A26-D2ED-EC35-37FE-3F1D3C9E9B95}"/>
              </a:ext>
            </a:extLst>
          </p:cNvPr>
          <p:cNvGrpSpPr/>
          <p:nvPr/>
        </p:nvGrpSpPr>
        <p:grpSpPr>
          <a:xfrm>
            <a:off x="8134608" y="380812"/>
            <a:ext cx="1174003" cy="1320022"/>
            <a:chOff x="8134608" y="380812"/>
            <a:chExt cx="1174003" cy="1320022"/>
          </a:xfrm>
        </p:grpSpPr>
        <p:pic>
          <p:nvPicPr>
            <p:cNvPr id="8" name="Picture 7" descr="A computer tower and a blue cylinder&#10;&#10;Description automatically generated">
              <a:extLst>
                <a:ext uri="{FF2B5EF4-FFF2-40B4-BE49-F238E27FC236}">
                  <a16:creationId xmlns:a16="http://schemas.microsoft.com/office/drawing/2014/main" id="{DCEB3663-BCD7-C47F-B40C-0E71197BB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9"/>
                </a:ext>
              </a:extLst>
            </a:blip>
            <a:stretch>
              <a:fillRect/>
            </a:stretch>
          </p:blipFill>
          <p:spPr>
            <a:xfrm>
              <a:off x="8134608" y="627691"/>
              <a:ext cx="872823" cy="1073143"/>
            </a:xfrm>
            <a:prstGeom prst="rect">
              <a:avLst/>
            </a:prstGeom>
          </p:spPr>
        </p:pic>
        <p:pic>
          <p:nvPicPr>
            <p:cNvPr id="22" name="Graphic 21" descr="Shield Tick with solid fill">
              <a:extLst>
                <a:ext uri="{FF2B5EF4-FFF2-40B4-BE49-F238E27FC236}">
                  <a16:creationId xmlns:a16="http://schemas.microsoft.com/office/drawing/2014/main" id="{AA34ADF6-B481-8560-7755-494276138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525161" y="380812"/>
              <a:ext cx="783450" cy="783450"/>
            </a:xfrm>
            <a:prstGeom prst="rect">
              <a:avLst/>
            </a:prstGeom>
          </p:spPr>
        </p:pic>
      </p:grpSp>
      <p:pic>
        <p:nvPicPr>
          <p:cNvPr id="34" name="Graphic 33" descr="Key with solid fill">
            <a:extLst>
              <a:ext uri="{FF2B5EF4-FFF2-40B4-BE49-F238E27FC236}">
                <a16:creationId xmlns:a16="http://schemas.microsoft.com/office/drawing/2014/main" id="{BB3FE271-DD5B-DF11-A096-D817AF00763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79764" y="1482213"/>
            <a:ext cx="608343" cy="608343"/>
          </a:xfrm>
          <a:prstGeom prst="rect">
            <a:avLst/>
          </a:prstGeom>
        </p:spPr>
      </p:pic>
      <p:pic>
        <p:nvPicPr>
          <p:cNvPr id="35" name="Graphic 34" descr="Key with solid fill">
            <a:extLst>
              <a:ext uri="{FF2B5EF4-FFF2-40B4-BE49-F238E27FC236}">
                <a16:creationId xmlns:a16="http://schemas.microsoft.com/office/drawing/2014/main" id="{EFBEC8F1-B224-F0A5-82B1-9C5ED68C3DA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20875" y="1549295"/>
            <a:ext cx="608343" cy="608343"/>
          </a:xfrm>
          <a:prstGeom prst="rect">
            <a:avLst/>
          </a:prstGeom>
        </p:spPr>
      </p:pic>
      <p:pic>
        <p:nvPicPr>
          <p:cNvPr id="3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C8CC729E-18D1-E5F7-ED70-B492D94266B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>
                  <p14:bmkLst>
                    <p14:bmk name="Bookmark 1" time="1134.4572"/>
                  </p14:bmkLst>
                </p14:media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7665570" y="7346832"/>
            <a:ext cx="487363" cy="48736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97A7BC7-FE07-350C-6C64-A637761193C2}"/>
              </a:ext>
            </a:extLst>
          </p:cNvPr>
          <p:cNvSpPr txBox="1"/>
          <p:nvPr/>
        </p:nvSpPr>
        <p:spPr>
          <a:xfrm>
            <a:off x="9153932" y="894583"/>
            <a:ext cx="1259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SKS Server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887809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683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8" dur="415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20000" mute="1">
                    <p:cTn id="9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6"/>
                    </p:tgtEl>
                  </p:cMediaNode>
                </p:audio>
                <p:seq concurrent="1" nextAc="seek">
                  <p:cTn id="10" restart="whenNotActive" fill="hold" evtFilter="cancelBubble" nodeType="interactiveSeq">
                    <p:stCondLst>
                      <p:cond evt="onMediaBookmark" delay="0">
                        <p:tgtEl>
                          <p14:bmkTgt spid="6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" fill="hold">
                          <p:stCondLst>
                            <p:cond delay="0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875E-6 4.07407E-6 L 0.14219 -0.00024 " pathEditMode="relative" rAng="0" ptsTypes="AA">
                                          <p:cBhvr>
                                            <p:cTn id="14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109" y="-23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13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15" presetID="53" presetClass="exit" presetSubtype="3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1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3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3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3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0209 0.00278 L 0.1224 -0.00694 " pathEditMode="relative" rAng="0" ptsTypes="AA">
                                          <p:cBhvr>
                                            <p:cTn id="2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016" y="-486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26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6" bmkName="Bookmark 1"/>
                      </p:tgtEl>
                    </p:cond>
                  </p:nextCondLst>
                </p:seq>
                <p:audio>
                  <p:cMediaNode vol="80000">
                    <p:cTn id="28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seq concurrent="1" nextAc="seek">
                  <p:cTn id="29" restart="whenNotActive" fill="hold" evtFilter="cancelBubble" nodeType="interactiveSeq">
                    <p:stCondLst>
                      <p:cond evt="onMediaBookmark" delay="0">
                        <p:tgtEl>
                          <p14:bmkTgt spid="36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0" fill="hold">
                          <p:stCondLst>
                            <p:cond delay="0"/>
                          </p:stCondLst>
                          <p:childTnLst>
                            <p:par>
                              <p:cTn id="3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66667E-6 3.33333E-6 L -0.3875 0.25162 " pathEditMode="relative" rAng="0" ptsTypes="AA">
                                          <p:cBhvr>
                                            <p:cTn id="43" dur="12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9375" y="12569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42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44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875E-6 1.11111E-6 L 0.05963 0.28333 " pathEditMode="relative" rAng="0" ptsTypes="AA">
                                          <p:cBhvr>
                                            <p:cTn id="45" dur="12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982" y="14167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44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46" presetID="53" presetClass="exit" presetSubtype="32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47" dur="500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49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" presetID="53" presetClass="exit" presetSubtype="32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52" dur="500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6" bmkName="Bookmark 1"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683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8" dur="415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20000" mute="1">
                    <p:cTn id="9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6"/>
                    </p:tgtEl>
                  </p:cMediaNode>
                </p:audio>
                <p:audio>
                  <p:cMediaNode vol="80000">
                    <p:cTn id="28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7B8BB-BA1E-50FC-7765-02831E1D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78D1-DC27-CD62-C134-19777B6F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1430"/>
            <a:ext cx="10972800" cy="685802"/>
          </a:xfrm>
        </p:spPr>
        <p:txBody>
          <a:bodyPr/>
          <a:lstStyle/>
          <a:p>
            <a:r>
              <a:rPr lang="it-IT" dirty="0"/>
              <a:t>Deployment – 2</a:t>
            </a:r>
            <a:br>
              <a:rPr lang="it-IT" dirty="0"/>
            </a:br>
            <a:r>
              <a:rPr lang="it-IT" sz="2000" i="1" dirty="0" err="1"/>
              <a:t>Increment</a:t>
            </a:r>
            <a:r>
              <a:rPr lang="it-IT" sz="2000" i="1" dirty="0"/>
              <a:t> &amp; </a:t>
            </a:r>
            <a:r>
              <a:rPr lang="it-IT" sz="2000" i="1" dirty="0" err="1"/>
              <a:t>Decrement</a:t>
            </a:r>
            <a:endParaRPr lang="en-GB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D634DD-521C-3B85-014E-0DD94267D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34</a:t>
            </a:fld>
            <a:endParaRPr lang="sv-SE" altLang="sv-SE"/>
          </a:p>
        </p:txBody>
      </p:sp>
      <p:pic>
        <p:nvPicPr>
          <p:cNvPr id="9" name="Graphic 8" descr="Computer with solid fill">
            <a:extLst>
              <a:ext uri="{FF2B5EF4-FFF2-40B4-BE49-F238E27FC236}">
                <a16:creationId xmlns:a16="http://schemas.microsoft.com/office/drawing/2014/main" id="{A6ED2677-6E03-11E8-3CBA-088AE3CA0C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6886" y="3313303"/>
            <a:ext cx="1467630" cy="1467630"/>
          </a:xfrm>
          <a:prstGeom prst="rect">
            <a:avLst/>
          </a:prstGeom>
        </p:spPr>
      </p:pic>
      <p:pic>
        <p:nvPicPr>
          <p:cNvPr id="14" name="Picture 13" descr="A computer tower with many windows&#10;&#10;Description automatically generated">
            <a:extLst>
              <a:ext uri="{FF2B5EF4-FFF2-40B4-BE49-F238E27FC236}">
                <a16:creationId xmlns:a16="http://schemas.microsoft.com/office/drawing/2014/main" id="{520E1F5A-2AB5-CBDE-206F-B336DBDD63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3177" l="10000" r="90000">
                        <a14:foregroundMark x1="42656" y1="90938" x2="53672" y2="93177"/>
                        <a14:foregroundMark x1="53672" y1="93177" x2="58359" y2="911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 l="14301" t="9209" r="8064" b="5629"/>
          <a:stretch/>
        </p:blipFill>
        <p:spPr>
          <a:xfrm>
            <a:off x="2279443" y="4022536"/>
            <a:ext cx="606125" cy="997334"/>
          </a:xfrm>
          <a:prstGeom prst="rect">
            <a:avLst/>
          </a:prstGeom>
        </p:spPr>
      </p:pic>
      <p:pic>
        <p:nvPicPr>
          <p:cNvPr id="15" name="Picture 2" descr="What is OPC UA? | Dewesoft">
            <a:extLst>
              <a:ext uri="{FF2B5EF4-FFF2-40B4-BE49-F238E27FC236}">
                <a16:creationId xmlns:a16="http://schemas.microsoft.com/office/drawing/2014/main" id="{73A17245-7867-ED67-E030-406ED83EF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09761" y="3812284"/>
            <a:ext cx="1156907" cy="997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What is OPC UA? | Dewesoft">
            <a:extLst>
              <a:ext uri="{FF2B5EF4-FFF2-40B4-BE49-F238E27FC236}">
                <a16:creationId xmlns:a16="http://schemas.microsoft.com/office/drawing/2014/main" id="{60BB3968-DE9B-53F8-F2F1-BA5D81987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6592" y="3338533"/>
            <a:ext cx="1156907" cy="997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566D06C-5D4D-F8D4-8B87-DEB42904F247}"/>
              </a:ext>
            </a:extLst>
          </p:cNvPr>
          <p:cNvSpPr txBox="1"/>
          <p:nvPr/>
        </p:nvSpPr>
        <p:spPr>
          <a:xfrm>
            <a:off x="1127241" y="5282222"/>
            <a:ext cx="2865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Publisher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AEA1C0-CAF6-3316-F7F6-D29E6AB7D728}"/>
              </a:ext>
            </a:extLst>
          </p:cNvPr>
          <p:cNvSpPr txBox="1"/>
          <p:nvPr/>
        </p:nvSpPr>
        <p:spPr>
          <a:xfrm>
            <a:off x="8152933" y="5277740"/>
            <a:ext cx="2865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/>
              <a:t>Subscriber</a:t>
            </a:r>
            <a:endParaRPr lang="en-GB" sz="1600" b="1" dirty="0"/>
          </a:p>
        </p:txBody>
      </p:sp>
      <p:pic>
        <p:nvPicPr>
          <p:cNvPr id="25" name="Graphic 24" descr="Envelope with solid fill">
            <a:extLst>
              <a:ext uri="{FF2B5EF4-FFF2-40B4-BE49-F238E27FC236}">
                <a16:creationId xmlns:a16="http://schemas.microsoft.com/office/drawing/2014/main" id="{6A4CBE7D-4DF5-CCE7-D986-0FBC54C61A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85335" y="4542993"/>
            <a:ext cx="529653" cy="529653"/>
          </a:xfrm>
          <a:prstGeom prst="rect">
            <a:avLst/>
          </a:prstGeom>
        </p:spPr>
      </p:pic>
      <p:pic>
        <p:nvPicPr>
          <p:cNvPr id="28" name="Graphic 27" descr="Syncing cloud with solid fill">
            <a:extLst>
              <a:ext uri="{FF2B5EF4-FFF2-40B4-BE49-F238E27FC236}">
                <a16:creationId xmlns:a16="http://schemas.microsoft.com/office/drawing/2014/main" id="{54CC060B-4BA8-7E4E-532F-66311E84580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43866" y="3282685"/>
            <a:ext cx="1616593" cy="1616593"/>
          </a:xfrm>
          <a:prstGeom prst="rect">
            <a:avLst/>
          </a:prstGeom>
        </p:spPr>
      </p:pic>
      <p:pic>
        <p:nvPicPr>
          <p:cNvPr id="31" name="Graphic 30" descr="Envelope with solid fill">
            <a:extLst>
              <a:ext uri="{FF2B5EF4-FFF2-40B4-BE49-F238E27FC236}">
                <a16:creationId xmlns:a16="http://schemas.microsoft.com/office/drawing/2014/main" id="{FA342E54-8EAF-0647-6957-B18D5D5D210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56167" y="3958682"/>
            <a:ext cx="529653" cy="529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F0D416-27D6-77FC-126F-9975546D8B86}"/>
              </a:ext>
            </a:extLst>
          </p:cNvPr>
          <p:cNvSpPr txBox="1"/>
          <p:nvPr/>
        </p:nvSpPr>
        <p:spPr>
          <a:xfrm>
            <a:off x="5370976" y="5277740"/>
            <a:ext cx="1616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Multicast</a:t>
            </a:r>
            <a:r>
              <a:rPr lang="it-IT" b="1" dirty="0"/>
              <a:t> IP</a:t>
            </a:r>
            <a:endParaRPr lang="en-GB" b="1" dirty="0"/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90F1555-7EEB-288C-DEC4-F99A2C8CB49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2685.9115"/>
                  <p14:bmkLst>
                    <p14:bmk name="Bookmark 1" time="1077.6648"/>
                  </p14:bmkLst>
                </p14:media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9308836" y="7346832"/>
            <a:ext cx="487363" cy="48736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C912A26-D2ED-EC35-37FE-3F1D3C9E9B95}"/>
              </a:ext>
            </a:extLst>
          </p:cNvPr>
          <p:cNvGrpSpPr/>
          <p:nvPr/>
        </p:nvGrpSpPr>
        <p:grpSpPr>
          <a:xfrm>
            <a:off x="8134608" y="380812"/>
            <a:ext cx="1174003" cy="1320022"/>
            <a:chOff x="8134608" y="380812"/>
            <a:chExt cx="1174003" cy="1320022"/>
          </a:xfrm>
        </p:grpSpPr>
        <p:pic>
          <p:nvPicPr>
            <p:cNvPr id="8" name="Picture 7" descr="A computer tower and a blue cylinder&#10;&#10;Description automatically generated">
              <a:extLst>
                <a:ext uri="{FF2B5EF4-FFF2-40B4-BE49-F238E27FC236}">
                  <a16:creationId xmlns:a16="http://schemas.microsoft.com/office/drawing/2014/main" id="{DCEB3663-BCD7-C47F-B40C-0E71197BB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9"/>
                </a:ext>
              </a:extLst>
            </a:blip>
            <a:stretch>
              <a:fillRect/>
            </a:stretch>
          </p:blipFill>
          <p:spPr>
            <a:xfrm>
              <a:off x="8134608" y="627691"/>
              <a:ext cx="872823" cy="1073143"/>
            </a:xfrm>
            <a:prstGeom prst="rect">
              <a:avLst/>
            </a:prstGeom>
          </p:spPr>
        </p:pic>
        <p:pic>
          <p:nvPicPr>
            <p:cNvPr id="22" name="Graphic 21" descr="Shield Tick with solid fill">
              <a:extLst>
                <a:ext uri="{FF2B5EF4-FFF2-40B4-BE49-F238E27FC236}">
                  <a16:creationId xmlns:a16="http://schemas.microsoft.com/office/drawing/2014/main" id="{AA34ADF6-B481-8560-7755-494276138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525161" y="380812"/>
              <a:ext cx="783450" cy="783450"/>
            </a:xfrm>
            <a:prstGeom prst="rect">
              <a:avLst/>
            </a:prstGeom>
          </p:spPr>
        </p:pic>
      </p:grpSp>
      <p:pic>
        <p:nvPicPr>
          <p:cNvPr id="34" name="Graphic 33" descr="Key with solid fill">
            <a:extLst>
              <a:ext uri="{FF2B5EF4-FFF2-40B4-BE49-F238E27FC236}">
                <a16:creationId xmlns:a16="http://schemas.microsoft.com/office/drawing/2014/main" id="{BB3FE271-DD5B-DF11-A096-D817AF00763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79764" y="1482213"/>
            <a:ext cx="608343" cy="608343"/>
          </a:xfrm>
          <a:prstGeom prst="rect">
            <a:avLst/>
          </a:prstGeom>
        </p:spPr>
      </p:pic>
      <p:pic>
        <p:nvPicPr>
          <p:cNvPr id="35" name="Graphic 34" descr="Key with solid fill">
            <a:extLst>
              <a:ext uri="{FF2B5EF4-FFF2-40B4-BE49-F238E27FC236}">
                <a16:creationId xmlns:a16="http://schemas.microsoft.com/office/drawing/2014/main" id="{EFBEC8F1-B224-F0A5-82B1-9C5ED68C3DA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20875" y="1549295"/>
            <a:ext cx="608343" cy="608343"/>
          </a:xfrm>
          <a:prstGeom prst="rect">
            <a:avLst/>
          </a:prstGeom>
        </p:spPr>
      </p:pic>
      <p:pic>
        <p:nvPicPr>
          <p:cNvPr id="3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C8CC729E-18D1-E5F7-ED70-B492D94266B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>
                  <p14:bmkLst>
                    <p14:bmk name="Bookmark 1" time="1134.4572"/>
                  </p14:bmkLst>
                </p14:media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7665570" y="7346832"/>
            <a:ext cx="487363" cy="48736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97A7BC7-FE07-350C-6C64-A637761193C2}"/>
              </a:ext>
            </a:extLst>
          </p:cNvPr>
          <p:cNvSpPr txBox="1"/>
          <p:nvPr/>
        </p:nvSpPr>
        <p:spPr>
          <a:xfrm>
            <a:off x="9153932" y="894583"/>
            <a:ext cx="1259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SKS Server</a:t>
            </a:r>
            <a:endParaRPr lang="en-GB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608561B-79CE-77CC-6C82-76B86375DC66}"/>
              </a:ext>
            </a:extLst>
          </p:cNvPr>
          <p:cNvGrpSpPr/>
          <p:nvPr/>
        </p:nvGrpSpPr>
        <p:grpSpPr>
          <a:xfrm>
            <a:off x="2295294" y="2471761"/>
            <a:ext cx="1288682" cy="1124967"/>
            <a:chOff x="1717948" y="2536968"/>
            <a:chExt cx="1616878" cy="1411469"/>
          </a:xfrm>
        </p:grpSpPr>
        <p:pic>
          <p:nvPicPr>
            <p:cNvPr id="7" name="Picture 6" descr="A computer tower with many windows&#10;&#10;Description automatically generated">
              <a:extLst>
                <a:ext uri="{FF2B5EF4-FFF2-40B4-BE49-F238E27FC236}">
                  <a16:creationId xmlns:a16="http://schemas.microsoft.com/office/drawing/2014/main" id="{8A9658B3-0A7A-D30A-DFCC-CF2C87E41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3177" l="10000" r="90000">
                          <a14:foregroundMark x1="42656" y1="90938" x2="53672" y2="93177"/>
                          <a14:foregroundMark x1="53672" y1="93177" x2="58359" y2="911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1"/>
                </a:ext>
              </a:extLst>
            </a:blip>
            <a:srcRect l="14301" t="9209" r="8064" b="5629"/>
            <a:stretch/>
          </p:blipFill>
          <p:spPr>
            <a:xfrm>
              <a:off x="1717948" y="2721861"/>
              <a:ext cx="745445" cy="1226576"/>
            </a:xfrm>
            <a:prstGeom prst="rect">
              <a:avLst/>
            </a:prstGeom>
          </p:spPr>
        </p:pic>
        <p:pic>
          <p:nvPicPr>
            <p:cNvPr id="10" name="Picture 2" descr="What is OPC UA? | Dewesoft">
              <a:extLst>
                <a:ext uri="{FF2B5EF4-FFF2-40B4-BE49-F238E27FC236}">
                  <a16:creationId xmlns:a16="http://schemas.microsoft.com/office/drawing/2014/main" id="{487807EF-842F-54F4-8C19-0AA8181619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003528" y="2536968"/>
              <a:ext cx="1331298" cy="114767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Graphic 11" descr="Envelope with solid fill">
            <a:extLst>
              <a:ext uri="{FF2B5EF4-FFF2-40B4-BE49-F238E27FC236}">
                <a16:creationId xmlns:a16="http://schemas.microsoft.com/office/drawing/2014/main" id="{1EC8BBFB-F83C-03CA-ACCB-873642547F1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73012" y="3194294"/>
            <a:ext cx="922161" cy="922161"/>
          </a:xfrm>
          <a:prstGeom prst="rect">
            <a:avLst/>
          </a:prstGeom>
        </p:spPr>
      </p:pic>
      <p:pic>
        <p:nvPicPr>
          <p:cNvPr id="13" name="Graphic 12" descr="Key with solid fill">
            <a:extLst>
              <a:ext uri="{FF2B5EF4-FFF2-40B4-BE49-F238E27FC236}">
                <a16:creationId xmlns:a16="http://schemas.microsoft.com/office/drawing/2014/main" id="{EBADC6E2-C66C-6B13-EFBB-9F5E196D5FB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96920" y="1092491"/>
            <a:ext cx="608343" cy="608343"/>
          </a:xfrm>
          <a:prstGeom prst="rect">
            <a:avLst/>
          </a:prstGeom>
        </p:spPr>
      </p:pic>
      <p:pic>
        <p:nvPicPr>
          <p:cNvPr id="16" name="Graphic 15" descr="Envelope with solid fill">
            <a:extLst>
              <a:ext uri="{FF2B5EF4-FFF2-40B4-BE49-F238E27FC236}">
                <a16:creationId xmlns:a16="http://schemas.microsoft.com/office/drawing/2014/main" id="{A954F8A9-B856-370A-DB00-4C3182E691D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889428" y="2695313"/>
            <a:ext cx="922161" cy="92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88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683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8" dur="415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20000" mute="1">
                    <p:cTn id="9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6"/>
                    </p:tgtEl>
                  </p:cMediaNode>
                </p:audio>
                <p:seq concurrent="1" nextAc="seek">
                  <p:cTn id="10" restart="whenNotActive" fill="hold" evtFilter="cancelBubble" nodeType="interactiveSeq">
                    <p:stCondLst>
                      <p:cond evt="onMediaBookmark" delay="0">
                        <p:tgtEl>
                          <p14:bmkTgt spid="6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" fill="hold">
                          <p:stCondLst>
                            <p:cond delay="0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08333E-7 4.07407E-6 L 0.21836 -0.05834 " pathEditMode="relative" rAng="0" ptsTypes="AA">
                                          <p:cBhvr>
                                            <p:cTn id="14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0911" y="-2917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13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15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4.81481E-6 L 0.22187 0.1199 " pathEditMode="relative" rAng="0" ptsTypes="AA">
                                          <p:cBhvr>
                                            <p:cTn id="16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094" y="5995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15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17" presetID="53" presetClass="exit" presetSubtype="32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8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20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53" presetClass="exit" presetSubtype="32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23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25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28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2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2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2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52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8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0208 0.00278 L 0.14844 -0.0118 " pathEditMode="relative" rAng="0" ptsTypes="AA">
                                          <p:cBhvr>
                                            <p:cTn id="41" dur="6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318" y="-741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40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42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7 -3.7037E-7 L 0.15 -0.00764 " pathEditMode="relative" rAng="0" ptsTypes="AA">
                                          <p:cBhvr>
                                            <p:cTn id="43" dur="6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500" y="-394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42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6" bmkName="Bookmark 1"/>
                      </p:tgtEl>
                    </p:cond>
                  </p:nextCondLst>
                </p:seq>
                <p:audio>
                  <p:cMediaNode vol="80000">
                    <p:cTn id="44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seq concurrent="1" nextAc="seek">
                  <p:cTn id="45" restart="whenNotActive" fill="hold" evtFilter="cancelBubble" nodeType="interactiveSeq">
                    <p:stCondLst>
                      <p:cond evt="onMediaBookmark" delay="0">
                        <p:tgtEl>
                          <p14:bmkTgt spid="36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6" fill="hold">
                          <p:stCondLst>
                            <p:cond delay="0"/>
                          </p:stCondLst>
                          <p:childTnLst>
                            <p:par>
                              <p:cTn id="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66667E-6 3.33333E-6 L -0.37917 0.37176 " pathEditMode="relative" rAng="0" ptsTypes="AA">
                                          <p:cBhvr>
                                            <p:cTn id="54" dur="12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8958" y="18588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53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55" presetID="53" presetClass="exit" presetSubtype="3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56" dur="800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800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58" dur="8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7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875E-6 1.11111E-6 L 0.05963 0.28333 " pathEditMode="relative" rAng="0" ptsTypes="AA">
                                          <p:cBhvr>
                                            <p:cTn id="66" dur="12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982" y="14167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65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67" presetID="53" presetClass="exit" presetSubtype="3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68" dur="600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600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70" dur="6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375E-6 -2.22222E-6 L -0.37408 0.2132 " pathEditMode="relative" rAng="0" ptsTypes="AA">
                                          <p:cBhvr>
                                            <p:cTn id="78" dur="12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8711" y="10648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77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79" presetID="53" presetClass="exit" presetSubtype="32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80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82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6" bmkName="Bookmark 1"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683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8" dur="415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20000" mute="1">
                    <p:cTn id="9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6"/>
                    </p:tgtEl>
                  </p:cMediaNode>
                </p:audio>
                <p:audio>
                  <p:cMediaNode vol="80000">
                    <p:cTn id="44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7B8BB-BA1E-50FC-7765-02831E1D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78D1-DC27-CD62-C134-19777B6F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28736"/>
            <a:ext cx="10972800" cy="685802"/>
          </a:xfrm>
        </p:spPr>
        <p:txBody>
          <a:bodyPr/>
          <a:lstStyle/>
          <a:p>
            <a:r>
              <a:rPr lang="it-IT" dirty="0"/>
              <a:t>Deployment – 3</a:t>
            </a:r>
            <a:br>
              <a:rPr lang="it-IT" dirty="0"/>
            </a:br>
            <a:r>
              <a:rPr lang="it-IT" sz="2000" i="1" dirty="0" err="1"/>
              <a:t>Complex</a:t>
            </a:r>
            <a:r>
              <a:rPr lang="it-IT" sz="2000" i="1" dirty="0"/>
              <a:t> Architecture</a:t>
            </a:r>
            <a:endParaRPr lang="en-GB" sz="2000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D634DD-521C-3B85-014E-0DD94267D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035C0-5C73-7C45-8EB9-21C10E92A9F2}" type="slidenum">
              <a:rPr lang="sv-SE" altLang="sv-SE" smtClean="0"/>
              <a:pPr>
                <a:defRPr/>
              </a:pPr>
              <a:t>35</a:t>
            </a:fld>
            <a:endParaRPr lang="sv-SE" altLang="sv-SE"/>
          </a:p>
        </p:txBody>
      </p:sp>
      <p:pic>
        <p:nvPicPr>
          <p:cNvPr id="9" name="Graphic 8" descr="Computer with solid fill">
            <a:extLst>
              <a:ext uri="{FF2B5EF4-FFF2-40B4-BE49-F238E27FC236}">
                <a16:creationId xmlns:a16="http://schemas.microsoft.com/office/drawing/2014/main" id="{A6ED2677-6E03-11E8-3CBA-088AE3CA0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07431" y="3819778"/>
            <a:ext cx="1408110" cy="140811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57877EC-9FC3-E028-5561-D9E7865AA301}"/>
              </a:ext>
            </a:extLst>
          </p:cNvPr>
          <p:cNvGrpSpPr/>
          <p:nvPr/>
        </p:nvGrpSpPr>
        <p:grpSpPr>
          <a:xfrm>
            <a:off x="1832596" y="3492460"/>
            <a:ext cx="1288682" cy="1124967"/>
            <a:chOff x="1717948" y="2536968"/>
            <a:chExt cx="1616878" cy="1411469"/>
          </a:xfrm>
        </p:grpSpPr>
        <p:pic>
          <p:nvPicPr>
            <p:cNvPr id="17" name="Picture 16" descr="A computer tower with many windows&#10;&#10;Description automatically generated">
              <a:extLst>
                <a:ext uri="{FF2B5EF4-FFF2-40B4-BE49-F238E27FC236}">
                  <a16:creationId xmlns:a16="http://schemas.microsoft.com/office/drawing/2014/main" id="{826A8377-FD2D-76D3-42D3-67FD149CE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3177" l="10000" r="90000">
                          <a14:foregroundMark x1="42656" y1="90938" x2="53672" y2="93177"/>
                          <a14:foregroundMark x1="53672" y1="93177" x2="58359" y2="911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rcRect l="14301" t="9209" r="8064" b="5629"/>
            <a:stretch/>
          </p:blipFill>
          <p:spPr>
            <a:xfrm>
              <a:off x="1717948" y="2721861"/>
              <a:ext cx="745445" cy="1226576"/>
            </a:xfrm>
            <a:prstGeom prst="rect">
              <a:avLst/>
            </a:prstGeom>
          </p:spPr>
        </p:pic>
        <p:pic>
          <p:nvPicPr>
            <p:cNvPr id="18" name="Picture 2" descr="What is OPC UA? | Dewesoft">
              <a:extLst>
                <a:ext uri="{FF2B5EF4-FFF2-40B4-BE49-F238E27FC236}">
                  <a16:creationId xmlns:a16="http://schemas.microsoft.com/office/drawing/2014/main" id="{2F848829-11F5-B532-772F-2905962C4C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003528" y="2536968"/>
              <a:ext cx="1331298" cy="114767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566D06C-5D4D-F8D4-8B87-DEB42904F247}"/>
              </a:ext>
            </a:extLst>
          </p:cNvPr>
          <p:cNvSpPr txBox="1"/>
          <p:nvPr/>
        </p:nvSpPr>
        <p:spPr>
          <a:xfrm>
            <a:off x="1252247" y="5682332"/>
            <a:ext cx="2865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Publishers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AEA1C0-CAF6-3316-F7F6-D29E6AB7D728}"/>
              </a:ext>
            </a:extLst>
          </p:cNvPr>
          <p:cNvSpPr txBox="1"/>
          <p:nvPr/>
        </p:nvSpPr>
        <p:spPr>
          <a:xfrm>
            <a:off x="8223981" y="5682332"/>
            <a:ext cx="2865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/>
              <a:t>Subscribers</a:t>
            </a:r>
            <a:endParaRPr lang="en-GB" sz="1600" b="1" dirty="0"/>
          </a:p>
        </p:txBody>
      </p:sp>
      <p:pic>
        <p:nvPicPr>
          <p:cNvPr id="25" name="Graphic 24" descr="Envelope with solid fill">
            <a:extLst>
              <a:ext uri="{FF2B5EF4-FFF2-40B4-BE49-F238E27FC236}">
                <a16:creationId xmlns:a16="http://schemas.microsoft.com/office/drawing/2014/main" id="{6A4CBE7D-4DF5-CCE7-D986-0FBC54C61A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51207" y="5091457"/>
            <a:ext cx="608343" cy="608343"/>
          </a:xfrm>
          <a:prstGeom prst="rect">
            <a:avLst/>
          </a:prstGeom>
        </p:spPr>
      </p:pic>
      <p:pic>
        <p:nvPicPr>
          <p:cNvPr id="26" name="Graphic 25" descr="Envelope with solid fill">
            <a:extLst>
              <a:ext uri="{FF2B5EF4-FFF2-40B4-BE49-F238E27FC236}">
                <a16:creationId xmlns:a16="http://schemas.microsoft.com/office/drawing/2014/main" id="{0D669B45-6BFB-7C13-FC24-3E73248151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684962" y="3793277"/>
            <a:ext cx="608343" cy="608343"/>
          </a:xfrm>
          <a:prstGeom prst="rect">
            <a:avLst/>
          </a:prstGeom>
        </p:spPr>
      </p:pic>
      <p:pic>
        <p:nvPicPr>
          <p:cNvPr id="28" name="Graphic 27" descr="Syncing cloud with solid fill">
            <a:extLst>
              <a:ext uri="{FF2B5EF4-FFF2-40B4-BE49-F238E27FC236}">
                <a16:creationId xmlns:a16="http://schemas.microsoft.com/office/drawing/2014/main" id="{54CC060B-4BA8-7E4E-532F-66311E84580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411794" y="3246648"/>
            <a:ext cx="1616593" cy="1616593"/>
          </a:xfrm>
          <a:prstGeom prst="rect">
            <a:avLst/>
          </a:prstGeom>
        </p:spPr>
      </p:pic>
      <p:pic>
        <p:nvPicPr>
          <p:cNvPr id="29" name="Graphic 28" descr="Envelope with solid fill">
            <a:extLst>
              <a:ext uri="{FF2B5EF4-FFF2-40B4-BE49-F238E27FC236}">
                <a16:creationId xmlns:a16="http://schemas.microsoft.com/office/drawing/2014/main" id="{B9B95928-BB9E-395F-66BA-2749DB02B8E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14525" y="3820141"/>
            <a:ext cx="608343" cy="608343"/>
          </a:xfrm>
          <a:prstGeom prst="rect">
            <a:avLst/>
          </a:prstGeom>
        </p:spPr>
      </p:pic>
      <p:pic>
        <p:nvPicPr>
          <p:cNvPr id="31" name="Graphic 30" descr="Envelope with solid fill">
            <a:extLst>
              <a:ext uri="{FF2B5EF4-FFF2-40B4-BE49-F238E27FC236}">
                <a16:creationId xmlns:a16="http://schemas.microsoft.com/office/drawing/2014/main" id="{FA342E54-8EAF-0647-6957-B18D5D5D210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62665" y="4243982"/>
            <a:ext cx="608343" cy="6083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F0D416-27D6-77FC-126F-9975546D8B86}"/>
              </a:ext>
            </a:extLst>
          </p:cNvPr>
          <p:cNvSpPr txBox="1"/>
          <p:nvPr/>
        </p:nvSpPr>
        <p:spPr>
          <a:xfrm>
            <a:off x="5581875" y="5281859"/>
            <a:ext cx="161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Multicast IP</a:t>
            </a:r>
            <a:endParaRPr lang="en-GB" b="1" dirty="0"/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90F1555-7EEB-288C-DEC4-F99A2C8CB49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2685.9115"/>
                  <p14:bmkLst>
                    <p14:bmk name="Bookmark 1" time="1077.6648"/>
                  </p14:bmkLst>
                </p14:media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9308836" y="7346832"/>
            <a:ext cx="487363" cy="48736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C912A26-D2ED-EC35-37FE-3F1D3C9E9B95}"/>
              </a:ext>
            </a:extLst>
          </p:cNvPr>
          <p:cNvGrpSpPr/>
          <p:nvPr/>
        </p:nvGrpSpPr>
        <p:grpSpPr>
          <a:xfrm>
            <a:off x="7471008" y="254167"/>
            <a:ext cx="1174003" cy="1320022"/>
            <a:chOff x="8134608" y="380812"/>
            <a:chExt cx="1174003" cy="1320022"/>
          </a:xfrm>
        </p:grpSpPr>
        <p:pic>
          <p:nvPicPr>
            <p:cNvPr id="8" name="Picture 7" descr="A computer tower and a blue cylinder&#10;&#10;Description automatically generated">
              <a:extLst>
                <a:ext uri="{FF2B5EF4-FFF2-40B4-BE49-F238E27FC236}">
                  <a16:creationId xmlns:a16="http://schemas.microsoft.com/office/drawing/2014/main" id="{DCEB3663-BCD7-C47F-B40C-0E71197BB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22"/>
                </a:ext>
              </a:extLst>
            </a:blip>
            <a:stretch>
              <a:fillRect/>
            </a:stretch>
          </p:blipFill>
          <p:spPr>
            <a:xfrm>
              <a:off x="8134608" y="627691"/>
              <a:ext cx="872823" cy="1073143"/>
            </a:xfrm>
            <a:prstGeom prst="rect">
              <a:avLst/>
            </a:prstGeom>
          </p:spPr>
        </p:pic>
        <p:pic>
          <p:nvPicPr>
            <p:cNvPr id="22" name="Graphic 21" descr="Shield Tick with solid fill">
              <a:extLst>
                <a:ext uri="{FF2B5EF4-FFF2-40B4-BE49-F238E27FC236}">
                  <a16:creationId xmlns:a16="http://schemas.microsoft.com/office/drawing/2014/main" id="{AA34ADF6-B481-8560-7755-494276138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525161" y="380812"/>
              <a:ext cx="783450" cy="783450"/>
            </a:xfrm>
            <a:prstGeom prst="rect">
              <a:avLst/>
            </a:prstGeom>
          </p:spPr>
        </p:pic>
      </p:grpSp>
      <p:pic>
        <p:nvPicPr>
          <p:cNvPr id="32" name="Graphic 31" descr="Key with solid fill">
            <a:extLst>
              <a:ext uri="{FF2B5EF4-FFF2-40B4-BE49-F238E27FC236}">
                <a16:creationId xmlns:a16="http://schemas.microsoft.com/office/drawing/2014/main" id="{1533F015-2F19-3A23-AB6F-5731C744EAD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717253" y="668997"/>
            <a:ext cx="608343" cy="608343"/>
          </a:xfrm>
          <a:prstGeom prst="rect">
            <a:avLst/>
          </a:prstGeom>
        </p:spPr>
      </p:pic>
      <p:pic>
        <p:nvPicPr>
          <p:cNvPr id="34" name="Graphic 33" descr="Key with solid fill">
            <a:extLst>
              <a:ext uri="{FF2B5EF4-FFF2-40B4-BE49-F238E27FC236}">
                <a16:creationId xmlns:a16="http://schemas.microsoft.com/office/drawing/2014/main" id="{BB3FE271-DD5B-DF11-A096-D817AF00763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94297" y="1115076"/>
            <a:ext cx="608343" cy="608343"/>
          </a:xfrm>
          <a:prstGeom prst="rect">
            <a:avLst/>
          </a:prstGeom>
        </p:spPr>
      </p:pic>
      <p:pic>
        <p:nvPicPr>
          <p:cNvPr id="35" name="Graphic 34" descr="Key with solid fill">
            <a:extLst>
              <a:ext uri="{FF2B5EF4-FFF2-40B4-BE49-F238E27FC236}">
                <a16:creationId xmlns:a16="http://schemas.microsoft.com/office/drawing/2014/main" id="{EFBEC8F1-B224-F0A5-82B1-9C5ED68C3DA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520875" y="1549295"/>
            <a:ext cx="608343" cy="608343"/>
          </a:xfrm>
          <a:prstGeom prst="rect">
            <a:avLst/>
          </a:prstGeom>
        </p:spPr>
      </p:pic>
      <p:pic>
        <p:nvPicPr>
          <p:cNvPr id="3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C8CC729E-18D1-E5F7-ED70-B492D94266B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>
                  <p14:bmkLst>
                    <p14:bmk name="Bookmark 1" time="1134.4572"/>
                  </p14:bmkLst>
                </p14:media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7665570" y="7346832"/>
            <a:ext cx="487363" cy="48736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97A7BC7-FE07-350C-6C64-A637761193C2}"/>
              </a:ext>
            </a:extLst>
          </p:cNvPr>
          <p:cNvSpPr txBox="1"/>
          <p:nvPr/>
        </p:nvSpPr>
        <p:spPr>
          <a:xfrm>
            <a:off x="9153932" y="894583"/>
            <a:ext cx="1259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SKS Server</a:t>
            </a:r>
            <a:endParaRPr lang="en-GB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1240F9-E748-2F91-FC43-26B35EF4C6E3}"/>
              </a:ext>
            </a:extLst>
          </p:cNvPr>
          <p:cNvGrpSpPr/>
          <p:nvPr/>
        </p:nvGrpSpPr>
        <p:grpSpPr>
          <a:xfrm>
            <a:off x="3438800" y="1558877"/>
            <a:ext cx="1288682" cy="1124967"/>
            <a:chOff x="1717948" y="2536968"/>
            <a:chExt cx="1616878" cy="1411469"/>
          </a:xfrm>
        </p:grpSpPr>
        <p:pic>
          <p:nvPicPr>
            <p:cNvPr id="7" name="Picture 6" descr="A computer tower with many windows&#10;&#10;Description automatically generated">
              <a:extLst>
                <a:ext uri="{FF2B5EF4-FFF2-40B4-BE49-F238E27FC236}">
                  <a16:creationId xmlns:a16="http://schemas.microsoft.com/office/drawing/2014/main" id="{D84815B4-3A08-E295-FF5D-B54AD74AD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3177" l="10000" r="90000">
                          <a14:foregroundMark x1="42656" y1="90938" x2="53672" y2="93177"/>
                          <a14:foregroundMark x1="53672" y1="93177" x2="58359" y2="911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rcRect l="14301" t="9209" r="8064" b="5629"/>
            <a:stretch/>
          </p:blipFill>
          <p:spPr>
            <a:xfrm>
              <a:off x="1717948" y="2721861"/>
              <a:ext cx="745445" cy="1226576"/>
            </a:xfrm>
            <a:prstGeom prst="rect">
              <a:avLst/>
            </a:prstGeom>
          </p:spPr>
        </p:pic>
        <p:pic>
          <p:nvPicPr>
            <p:cNvPr id="10" name="Picture 2" descr="What is OPC UA? | Dewesoft">
              <a:extLst>
                <a:ext uri="{FF2B5EF4-FFF2-40B4-BE49-F238E27FC236}">
                  <a16:creationId xmlns:a16="http://schemas.microsoft.com/office/drawing/2014/main" id="{6C88EC49-8BC4-E0A9-93B9-3C233D117B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003528" y="2536968"/>
              <a:ext cx="1331298" cy="114767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Graphic 10" descr="Envelope with solid fill">
            <a:extLst>
              <a:ext uri="{FF2B5EF4-FFF2-40B4-BE49-F238E27FC236}">
                <a16:creationId xmlns:a16="http://schemas.microsoft.com/office/drawing/2014/main" id="{355BA006-41E1-72AC-1C6C-37F8F5602EC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978463" y="2023002"/>
            <a:ext cx="608343" cy="608343"/>
          </a:xfrm>
          <a:prstGeom prst="rect">
            <a:avLst/>
          </a:prstGeom>
        </p:spPr>
      </p:pic>
      <p:pic>
        <p:nvPicPr>
          <p:cNvPr id="12" name="Graphic 11" descr="Computer with solid fill">
            <a:extLst>
              <a:ext uri="{FF2B5EF4-FFF2-40B4-BE49-F238E27FC236}">
                <a16:creationId xmlns:a16="http://schemas.microsoft.com/office/drawing/2014/main" id="{C29D7CC0-B666-B6EE-5B0F-5CF9EAAF13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83472" y="2283473"/>
            <a:ext cx="1408110" cy="1408110"/>
          </a:xfrm>
          <a:prstGeom prst="rect">
            <a:avLst/>
          </a:prstGeom>
        </p:spPr>
      </p:pic>
      <p:pic>
        <p:nvPicPr>
          <p:cNvPr id="24" name="Graphic 23" descr="Key with solid fill">
            <a:extLst>
              <a:ext uri="{FF2B5EF4-FFF2-40B4-BE49-F238E27FC236}">
                <a16:creationId xmlns:a16="http://schemas.microsoft.com/office/drawing/2014/main" id="{715E8653-644A-7585-785C-B79DF981718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875129" y="1285763"/>
            <a:ext cx="608343" cy="608343"/>
          </a:xfrm>
          <a:prstGeom prst="rect">
            <a:avLst/>
          </a:prstGeom>
        </p:spPr>
      </p:pic>
      <p:pic>
        <p:nvPicPr>
          <p:cNvPr id="41" name="Picture 2" descr="What is OPC UA? | Dewesoft">
            <a:extLst>
              <a:ext uri="{FF2B5EF4-FFF2-40B4-BE49-F238E27FC236}">
                <a16:creationId xmlns:a16="http://schemas.microsoft.com/office/drawing/2014/main" id="{25744249-8B4C-C4FF-1A10-E0611E362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77117" y="3854991"/>
            <a:ext cx="1156907" cy="997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What is OPC UA? | Dewesoft">
            <a:extLst>
              <a:ext uri="{FF2B5EF4-FFF2-40B4-BE49-F238E27FC236}">
                <a16:creationId xmlns:a16="http://schemas.microsoft.com/office/drawing/2014/main" id="{81BBEFA4-2D24-C410-EE97-031B67FAC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87527" y="2307236"/>
            <a:ext cx="1156907" cy="997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Graphic 42" descr="Key with solid fill">
            <a:extLst>
              <a:ext uri="{FF2B5EF4-FFF2-40B4-BE49-F238E27FC236}">
                <a16:creationId xmlns:a16="http://schemas.microsoft.com/office/drawing/2014/main" id="{CF788DCD-00C6-B48E-C9D5-52FC92C936A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715601" y="305835"/>
            <a:ext cx="608343" cy="608343"/>
          </a:xfrm>
          <a:prstGeom prst="rect">
            <a:avLst/>
          </a:prstGeom>
        </p:spPr>
      </p:pic>
      <p:pic>
        <p:nvPicPr>
          <p:cNvPr id="44" name="Graphic 43" descr="Envelope with solid fill">
            <a:extLst>
              <a:ext uri="{FF2B5EF4-FFF2-40B4-BE49-F238E27FC236}">
                <a16:creationId xmlns:a16="http://schemas.microsoft.com/office/drawing/2014/main" id="{ED29E483-FD55-8A0E-BBB6-7EDC7F82459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02931" y="3304570"/>
            <a:ext cx="608343" cy="608343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113A5850-D8CE-9508-4619-67BAE08F07C0}"/>
              </a:ext>
            </a:extLst>
          </p:cNvPr>
          <p:cNvGrpSpPr/>
          <p:nvPr/>
        </p:nvGrpSpPr>
        <p:grpSpPr>
          <a:xfrm>
            <a:off x="2878719" y="4551810"/>
            <a:ext cx="1288682" cy="1124967"/>
            <a:chOff x="1717948" y="2536968"/>
            <a:chExt cx="1616878" cy="1411469"/>
          </a:xfrm>
        </p:grpSpPr>
        <p:pic>
          <p:nvPicPr>
            <p:cNvPr id="46" name="Picture 45" descr="A computer tower with many windows&#10;&#10;Description automatically generated">
              <a:extLst>
                <a:ext uri="{FF2B5EF4-FFF2-40B4-BE49-F238E27FC236}">
                  <a16:creationId xmlns:a16="http://schemas.microsoft.com/office/drawing/2014/main" id="{21756993-F62E-9DC7-C03D-9B03003A6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3177" l="10000" r="90000">
                          <a14:foregroundMark x1="42656" y1="90938" x2="53672" y2="93177"/>
                          <a14:foregroundMark x1="53672" y1="93177" x2="58359" y2="9119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rcRect l="14301" t="9209" r="8064" b="5629"/>
            <a:stretch/>
          </p:blipFill>
          <p:spPr>
            <a:xfrm>
              <a:off x="1717948" y="2721861"/>
              <a:ext cx="745445" cy="1226576"/>
            </a:xfrm>
            <a:prstGeom prst="rect">
              <a:avLst/>
            </a:prstGeom>
          </p:spPr>
        </p:pic>
        <p:pic>
          <p:nvPicPr>
            <p:cNvPr id="47" name="Picture 2" descr="What is OPC UA? | Dewesoft">
              <a:extLst>
                <a:ext uri="{FF2B5EF4-FFF2-40B4-BE49-F238E27FC236}">
                  <a16:creationId xmlns:a16="http://schemas.microsoft.com/office/drawing/2014/main" id="{426C0EAB-B90B-45A9-B24D-BDA980FAD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003528" y="2536968"/>
              <a:ext cx="1331298" cy="114767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54220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683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8" dur="415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20000" mute="1">
                    <p:cTn id="9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6"/>
                    </p:tgtEl>
                  </p:cMediaNode>
                </p:audio>
                <p:seq concurrent="1" nextAc="seek">
                  <p:cTn id="10" restart="whenNotActive" fill="hold" evtFilter="cancelBubble" nodeType="interactiveSeq">
                    <p:stCondLst>
                      <p:cond evt="onMediaBookmark" delay="0">
                        <p:tgtEl>
                          <p14:bmkTgt spid="6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" fill="hold">
                          <p:stCondLst>
                            <p:cond delay="0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42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29167E-6 -3.7037E-6 L 0.19479 0.0007 " pathEditMode="relative" rAng="0" ptsTypes="AA">
                                          <p:cBhvr>
                                            <p:cTn id="1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740" y="23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13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15" presetID="53" presetClass="exit" presetSubtype="32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-4.07407E-6 L 0.11796 -0.1162 " pathEditMode="relative" rAng="0" ptsTypes="AA">
                                          <p:cBhvr>
                                            <p:cTn id="2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898" y="-5810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20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22" presetID="53" presetClass="exit" presetSubtype="32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23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25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-1.85185E-6 L 0.10834 0.21111 " pathEditMode="relative" rAng="0" ptsTypes="AA">
                                          <p:cBhvr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417" y="10556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27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29" presetID="53" presetClass="exit" presetSubtype="32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 calcmode="lin" valueType="num">
                                          <p:cBhvr>
                                            <p:cTn id="30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fade">
                                          <p:cBhvr>
                                            <p:cTn id="3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3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18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8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18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1.11111E-6 L 0.11862 0.01736 " pathEditMode="relative" rAng="0" ptsTypes="AA">
                                          <p:cBhvr>
                                            <p:cTn id="4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24" y="856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40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42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18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8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6" dur="18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7 -4.44444E-6 L 0.11862 0.01019 " pathEditMode="relative" rAng="0" ptsTypes="AA">
                                          <p:cBhvr>
                                            <p:cTn id="4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924" y="509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47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49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18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18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18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375E-6 -4.07407E-6 L 0.21953 -0.09746 " pathEditMode="relative" rAng="0" ptsTypes="AA">
                                          <p:cBhvr>
                                            <p:cTn id="55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0938" y="-5093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54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6" bmkName="Bookmark 1"/>
                      </p:tgtEl>
                    </p:cond>
                  </p:nextCondLst>
                </p:seq>
                <p:audio>
                  <p:cMediaNode vol="80000">
                    <p:cTn id="5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seq concurrent="1" nextAc="seek">
                  <p:cTn id="57" restart="whenNotActive" fill="hold" evtFilter="cancelBubble" nodeType="interactiveSeq">
                    <p:stCondLst>
                      <p:cond evt="onMediaBookmark" delay="0">
                        <p:tgtEl>
                          <p14:bmkTgt spid="36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8" fill="hold">
                          <p:stCondLst>
                            <p:cond delay="0"/>
                          </p:stCondLst>
                          <p:childTnLst>
                            <p:par>
                              <p:cTn id="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4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42" presetClass="path" presetSubtype="0" accel="50877" decel="4869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75E-6 3.7037E-7 L -0.33841 0.38333 " pathEditMode="relative" rAng="0" ptsTypes="AA">
                                          <p:cBhvr>
                                            <p:cTn id="86" dur="11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6680" y="19144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85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87" presetID="42" presetClass="path" presetSubtype="0" accel="50877" decel="4869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58333E-6 -4.44444E-6 L -0.27851 0.43889 " pathEditMode="relative" rAng="0" ptsTypes="AA">
                                          <p:cBhvr>
                                            <p:cTn id="88" dur="11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3932" y="21944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87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89" presetID="42" presetClass="path" presetSubtype="0" accel="50877" decel="4869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875E-6 1.11111E-6 L 0.02695 0.28588 " pathEditMode="relative" rAng="0" ptsTypes="AA">
                                          <p:cBhvr>
                                            <p:cTn id="90" dur="11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41" y="14282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89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91" presetID="42" presetClass="path" presetSubtype="0" accel="50877" decel="4869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25E-6 1.11111E-6 L -0.2039 0.14074 " pathEditMode="relative" rAng="0" ptsTypes="AA">
                                          <p:cBhvr>
                                            <p:cTn id="92" dur="115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0195" y="7037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91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93" presetID="42" presetClass="path" presetSubtype="0" accel="50877" decel="4869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58333E-6 -2.96296E-6 L 0.04987 0.11968 " pathEditMode="relative" rAng="0" ptsTypes="AA">
                                          <p:cBhvr>
                                            <p:cTn id="94" dur="11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487" y="5972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93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6" bmkName="Bookmark 1"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683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8" dur="415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20000" mute="1">
                    <p:cTn id="9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6"/>
                    </p:tgtEl>
                  </p:cMediaNode>
                </p:audio>
                <p:audio>
                  <p:cMediaNode vol="80000">
                    <p:cTn id="5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MRTC-Basic-Templat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FEB728"/>
      </a:hlink>
      <a:folHlink>
        <a:srgbClr val="996600"/>
      </a:folHlink>
    </a:clrScheme>
    <a:fontScheme name="MRTC-Basic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33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33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RTC-Basic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TC-Basic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TC-Basic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TC-Basic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TC-Basic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RTC-Basic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TC-Basic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TC-Basic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TC-Basic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TC-Basic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TC-Basic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RTC-Basic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SD_template_new" id="{541404ED-95C7-9E47-B51D-9AB727AFF145}" vid="{49552B5B-4CB5-D649-A58E-6F9B1E9B8FD5}"/>
    </a:ext>
  </a:extLst>
</a:theme>
</file>

<file path=ppt/theme/theme3.xml><?xml version="1.0" encoding="utf-8"?>
<a:theme xmlns:a="http://schemas.openxmlformats.org/drawingml/2006/main" name="Face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896</Words>
  <Application>Microsoft Office PowerPoint</Application>
  <PresentationFormat>Widescreen</PresentationFormat>
  <Paragraphs>295</Paragraphs>
  <Slides>35</Slides>
  <Notes>2</Notes>
  <HiddenSlides>0</HiddenSlides>
  <MMClips>9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Aptos</vt:lpstr>
      <vt:lpstr>Aptos Display</vt:lpstr>
      <vt:lpstr>Arial</vt:lpstr>
      <vt:lpstr>Calibri</vt:lpstr>
      <vt:lpstr>Courier New</vt:lpstr>
      <vt:lpstr>Roboto</vt:lpstr>
      <vt:lpstr>Trebuchet MS</vt:lpstr>
      <vt:lpstr>Wingdings 3</vt:lpstr>
      <vt:lpstr>Office Theme</vt:lpstr>
      <vt:lpstr>1_MRTC-Basic-Template</vt:lpstr>
      <vt:lpstr>Facet</vt:lpstr>
      <vt:lpstr>SecurePubSub Project Final presentation</vt:lpstr>
      <vt:lpstr>SecurePubSub Project Final presentation</vt:lpstr>
      <vt:lpstr>SecurePubSub Project Final presentation</vt:lpstr>
      <vt:lpstr>SecurePubSub Project Final presentation</vt:lpstr>
      <vt:lpstr>SecurePubSub Project Final presentation</vt:lpstr>
      <vt:lpstr>SecurePubSub Project Final presentation</vt:lpstr>
      <vt:lpstr>The OPC UA Technology</vt:lpstr>
      <vt:lpstr>The OPC UA Technology</vt:lpstr>
      <vt:lpstr>The OPC UA Technology</vt:lpstr>
      <vt:lpstr>The security layer</vt:lpstr>
      <vt:lpstr>Initial Goals and Requirements</vt:lpstr>
      <vt:lpstr>PowerPoint Presentation</vt:lpstr>
      <vt:lpstr>PowerPoint Presentation</vt:lpstr>
      <vt:lpstr>PowerPoint Presentation</vt:lpstr>
      <vt:lpstr>The Process Timeline</vt:lpstr>
      <vt:lpstr>Sprint #0</vt:lpstr>
      <vt:lpstr>Sprint #0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Verification and Validation</vt:lpstr>
      <vt:lpstr>Skills acquired</vt:lpstr>
      <vt:lpstr>Some team lessons learnt</vt:lpstr>
      <vt:lpstr>Some team lessons learnt</vt:lpstr>
      <vt:lpstr>Some team lessons learnt</vt:lpstr>
      <vt:lpstr>Some team lessons learnt</vt:lpstr>
      <vt:lpstr>Some team lessons learnt</vt:lpstr>
      <vt:lpstr>Some team lessons learnt</vt:lpstr>
      <vt:lpstr>Product Demo</vt:lpstr>
      <vt:lpstr>Deployment – 1 Simple Setup</vt:lpstr>
      <vt:lpstr>Deployment – 2 Increment &amp; Decrement</vt:lpstr>
      <vt:lpstr>Deployment – 3 Complex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Sissa</dc:creator>
  <cp:lastModifiedBy>Matteo Sissa</cp:lastModifiedBy>
  <cp:revision>7</cp:revision>
  <dcterms:created xsi:type="dcterms:W3CDTF">2025-01-11T10:55:48Z</dcterms:created>
  <dcterms:modified xsi:type="dcterms:W3CDTF">2025-01-12T20:18:36Z</dcterms:modified>
</cp:coreProperties>
</file>